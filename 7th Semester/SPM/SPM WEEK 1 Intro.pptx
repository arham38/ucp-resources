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72" r:id="rId4"/>
    <p:sldMasterId id="2147483915" r:id="rId5"/>
  </p:sldMasterIdLst>
  <p:notesMasterIdLst>
    <p:notesMasterId r:id="rId61"/>
  </p:notesMasterIdLst>
  <p:handoutMasterIdLst>
    <p:handoutMasterId r:id="rId62"/>
  </p:handoutMasterIdLst>
  <p:sldIdLst>
    <p:sldId id="257" r:id="rId6"/>
    <p:sldId id="292" r:id="rId7"/>
    <p:sldId id="347" r:id="rId8"/>
    <p:sldId id="348" r:id="rId9"/>
    <p:sldId id="259" r:id="rId10"/>
    <p:sldId id="313" r:id="rId11"/>
    <p:sldId id="349" r:id="rId12"/>
    <p:sldId id="262" r:id="rId13"/>
    <p:sldId id="379" r:id="rId14"/>
    <p:sldId id="406" r:id="rId15"/>
    <p:sldId id="381" r:id="rId16"/>
    <p:sldId id="382" r:id="rId17"/>
    <p:sldId id="383" r:id="rId18"/>
    <p:sldId id="384" r:id="rId19"/>
    <p:sldId id="378" r:id="rId20"/>
    <p:sldId id="315" r:id="rId21"/>
    <p:sldId id="403" r:id="rId22"/>
    <p:sldId id="357" r:id="rId23"/>
    <p:sldId id="368" r:id="rId24"/>
    <p:sldId id="369" r:id="rId25"/>
    <p:sldId id="370" r:id="rId26"/>
    <p:sldId id="265" r:id="rId27"/>
    <p:sldId id="266" r:id="rId28"/>
    <p:sldId id="267" r:id="rId29"/>
    <p:sldId id="268" r:id="rId30"/>
    <p:sldId id="351" r:id="rId31"/>
    <p:sldId id="336" r:id="rId32"/>
    <p:sldId id="312" r:id="rId33"/>
    <p:sldId id="350" r:id="rId34"/>
    <p:sldId id="409" r:id="rId35"/>
    <p:sldId id="404" r:id="rId36"/>
    <p:sldId id="284" r:id="rId37"/>
    <p:sldId id="338" r:id="rId38"/>
    <p:sldId id="318" r:id="rId39"/>
    <p:sldId id="386" r:id="rId40"/>
    <p:sldId id="366" r:id="rId41"/>
    <p:sldId id="314" r:id="rId42"/>
    <p:sldId id="319" r:id="rId43"/>
    <p:sldId id="340" r:id="rId44"/>
    <p:sldId id="408" r:id="rId45"/>
    <p:sldId id="342" r:id="rId46"/>
    <p:sldId id="407" r:id="rId47"/>
    <p:sldId id="341" r:id="rId48"/>
    <p:sldId id="371" r:id="rId49"/>
    <p:sldId id="322" r:id="rId50"/>
    <p:sldId id="372" r:id="rId51"/>
    <p:sldId id="324" r:id="rId52"/>
    <p:sldId id="345" r:id="rId53"/>
    <p:sldId id="325" r:id="rId54"/>
    <p:sldId id="346" r:id="rId55"/>
    <p:sldId id="405" r:id="rId56"/>
    <p:sldId id="390" r:id="rId57"/>
    <p:sldId id="401" r:id="rId58"/>
    <p:sldId id="402" r:id="rId59"/>
    <p:sldId id="332" r:id="rId60"/>
  </p:sldIdLst>
  <p:sldSz cx="9144000" cy="6858000" type="screen4x3"/>
  <p:notesSz cx="6858000" cy="9144000"/>
  <p:defaultTextStyle>
    <a:defPPr>
      <a:defRPr lang="en-US"/>
    </a:defPPr>
    <a:lvl1pPr algn="l" rtl="0" fontAlgn="base">
      <a:spcBef>
        <a:spcPct val="0"/>
      </a:spcBef>
      <a:spcAft>
        <a:spcPct val="0"/>
      </a:spcAft>
      <a:defRPr sz="2200"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sz="2200"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sz="2200"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sz="2200"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sz="2200" kern="1200">
        <a:solidFill>
          <a:schemeClr val="tx1"/>
        </a:solidFill>
        <a:latin typeface="Arial" panose="020B0604020202020204" pitchFamily="34" charset="0"/>
        <a:ea typeface="+mn-ea"/>
        <a:cs typeface="+mn-cs"/>
      </a:defRPr>
    </a:lvl5pPr>
    <a:lvl6pPr marL="2286000" algn="l" defTabSz="914400" rtl="0" eaLnBrk="1" latinLnBrk="0" hangingPunct="1">
      <a:defRPr sz="2200" kern="1200">
        <a:solidFill>
          <a:schemeClr val="tx1"/>
        </a:solidFill>
        <a:latin typeface="Arial" panose="020B0604020202020204" pitchFamily="34" charset="0"/>
        <a:ea typeface="+mn-ea"/>
        <a:cs typeface="+mn-cs"/>
      </a:defRPr>
    </a:lvl6pPr>
    <a:lvl7pPr marL="2743200" algn="l" defTabSz="914400" rtl="0" eaLnBrk="1" latinLnBrk="0" hangingPunct="1">
      <a:defRPr sz="2200" kern="1200">
        <a:solidFill>
          <a:schemeClr val="tx1"/>
        </a:solidFill>
        <a:latin typeface="Arial" panose="020B0604020202020204" pitchFamily="34" charset="0"/>
        <a:ea typeface="+mn-ea"/>
        <a:cs typeface="+mn-cs"/>
      </a:defRPr>
    </a:lvl7pPr>
    <a:lvl8pPr marL="3200400" algn="l" defTabSz="914400" rtl="0" eaLnBrk="1" latinLnBrk="0" hangingPunct="1">
      <a:defRPr sz="2200" kern="1200">
        <a:solidFill>
          <a:schemeClr val="tx1"/>
        </a:solidFill>
        <a:latin typeface="Arial" panose="020B0604020202020204" pitchFamily="34" charset="0"/>
        <a:ea typeface="+mn-ea"/>
        <a:cs typeface="+mn-cs"/>
      </a:defRPr>
    </a:lvl8pPr>
    <a:lvl9pPr marL="3657600" algn="l" defTabSz="914400" rtl="0" eaLnBrk="1" latinLnBrk="0" hangingPunct="1">
      <a:defRPr sz="2200"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6699"/>
    <a:srgbClr val="5B53FF"/>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37" autoAdjust="0"/>
    <p:restoredTop sz="94249" autoAdjust="0"/>
  </p:normalViewPr>
  <p:slideViewPr>
    <p:cSldViewPr>
      <p:cViewPr varScale="1">
        <p:scale>
          <a:sx n="67" d="100"/>
          <a:sy n="67" d="100"/>
        </p:scale>
        <p:origin x="1470" y="6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3006"/>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1.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slide" Target="slides/slide42.xml"/><Relationship Id="rId50" Type="http://schemas.openxmlformats.org/officeDocument/2006/relationships/slide" Target="slides/slide45.xml"/><Relationship Id="rId55" Type="http://schemas.openxmlformats.org/officeDocument/2006/relationships/slide" Target="slides/slide50.xml"/><Relationship Id="rId63" Type="http://schemas.openxmlformats.org/officeDocument/2006/relationships/presProps" Target="presProps.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slide" Target="slides/slide48.xml"/><Relationship Id="rId58" Type="http://schemas.openxmlformats.org/officeDocument/2006/relationships/slide" Target="slides/slide53.xml"/><Relationship Id="rId66" Type="http://schemas.openxmlformats.org/officeDocument/2006/relationships/tableStyles" Target="tableStyles.xml"/><Relationship Id="rId5" Type="http://schemas.openxmlformats.org/officeDocument/2006/relationships/slideMaster" Target="slideMasters/slideMaster2.xml"/><Relationship Id="rId61" Type="http://schemas.openxmlformats.org/officeDocument/2006/relationships/notesMaster" Target="notesMasters/notesMaster1.xml"/><Relationship Id="rId19" Type="http://schemas.openxmlformats.org/officeDocument/2006/relationships/slide" Target="slides/slide1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slide" Target="slides/slide51.xml"/><Relationship Id="rId64" Type="http://schemas.openxmlformats.org/officeDocument/2006/relationships/viewProps" Target="viewProps.xml"/><Relationship Id="rId8" Type="http://schemas.openxmlformats.org/officeDocument/2006/relationships/slide" Target="slides/slide3.xml"/><Relationship Id="rId51" Type="http://schemas.openxmlformats.org/officeDocument/2006/relationships/slide" Target="slides/slide46.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slide" Target="slides/slide54.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slide" Target="slides/slide55.xml"/><Relationship Id="rId65"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4.xml"/><Relationship Id="rId13" Type="http://schemas.openxmlformats.org/officeDocument/2006/relationships/slide" Target="slides/slide8.xml"/><Relationship Id="rId18" Type="http://schemas.openxmlformats.org/officeDocument/2006/relationships/slide" Target="slides/slide13.xml"/><Relationship Id="rId39" Type="http://schemas.openxmlformats.org/officeDocument/2006/relationships/slide" Target="slides/slide34.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EC21C66-D206-4959-B620-DDA7EBB0A615}" type="doc">
      <dgm:prSet loTypeId="urn:microsoft.com/office/officeart/2005/8/layout/chart3" loCatId="cycle" qsTypeId="urn:microsoft.com/office/officeart/2005/8/quickstyle/simple1" qsCatId="simple" csTypeId="urn:microsoft.com/office/officeart/2005/8/colors/colorful1" csCatId="colorful" phldr="1"/>
      <dgm:spPr/>
    </dgm:pt>
    <dgm:pt modelId="{27ED9DD7-F448-4337-B4C8-730392AFE380}">
      <dgm:prSet phldrT="[Text]"/>
      <dgm:spPr/>
      <dgm:t>
        <a:bodyPr/>
        <a:lstStyle/>
        <a:p>
          <a:pPr>
            <a:buFont typeface="Arial" panose="020B0604020202020204" pitchFamily="34" charset="0"/>
            <a:buChar char="•"/>
          </a:pPr>
          <a:r>
            <a:rPr lang="en-US" b="0" i="0" dirty="0"/>
            <a:t>35% successful</a:t>
          </a:r>
          <a:endParaRPr lang="en-PK" dirty="0"/>
        </a:p>
      </dgm:t>
    </dgm:pt>
    <dgm:pt modelId="{34A0EC3C-287E-461C-867F-11A29070853D}" type="parTrans" cxnId="{6F39D3C6-4049-4D21-A3CD-65F1338AAAFB}">
      <dgm:prSet/>
      <dgm:spPr/>
      <dgm:t>
        <a:bodyPr/>
        <a:lstStyle/>
        <a:p>
          <a:endParaRPr lang="en-PK"/>
        </a:p>
      </dgm:t>
    </dgm:pt>
    <dgm:pt modelId="{025A8EC0-0F50-445D-BDB0-1399A35C0EF5}" type="sibTrans" cxnId="{6F39D3C6-4049-4D21-A3CD-65F1338AAAFB}">
      <dgm:prSet/>
      <dgm:spPr/>
      <dgm:t>
        <a:bodyPr/>
        <a:lstStyle/>
        <a:p>
          <a:endParaRPr lang="en-PK"/>
        </a:p>
      </dgm:t>
    </dgm:pt>
    <dgm:pt modelId="{CCF2AFC5-8D3C-41F3-876D-7A3A17FCD28F}">
      <dgm:prSet/>
      <dgm:spPr/>
      <dgm:t>
        <a:bodyPr/>
        <a:lstStyle/>
        <a:p>
          <a:pPr>
            <a:buFont typeface="Arial" panose="020B0604020202020204" pitchFamily="34" charset="0"/>
            <a:buChar char="•"/>
          </a:pPr>
          <a:r>
            <a:rPr lang="en-US" b="0" i="0" dirty="0"/>
            <a:t>45% exceeded deadline and budget</a:t>
          </a:r>
        </a:p>
      </dgm:t>
    </dgm:pt>
    <dgm:pt modelId="{3EB6CA01-2D54-4725-918D-12DD348A280F}" type="parTrans" cxnId="{10F86113-A662-4A01-908C-8546C88F4749}">
      <dgm:prSet/>
      <dgm:spPr/>
      <dgm:t>
        <a:bodyPr/>
        <a:lstStyle/>
        <a:p>
          <a:endParaRPr lang="en-PK"/>
        </a:p>
      </dgm:t>
    </dgm:pt>
    <dgm:pt modelId="{798AD2DB-7354-4AF6-B5BA-3648731F89CD}" type="sibTrans" cxnId="{10F86113-A662-4A01-908C-8546C88F4749}">
      <dgm:prSet/>
      <dgm:spPr/>
      <dgm:t>
        <a:bodyPr/>
        <a:lstStyle/>
        <a:p>
          <a:endParaRPr lang="en-PK"/>
        </a:p>
      </dgm:t>
    </dgm:pt>
    <dgm:pt modelId="{F0CFD56D-284D-458B-B88E-FA3E1845C50C}">
      <dgm:prSet/>
      <dgm:spPr/>
      <dgm:t>
        <a:bodyPr/>
        <a:lstStyle/>
        <a:p>
          <a:pPr>
            <a:buFont typeface="Arial" panose="020B0604020202020204" pitchFamily="34" charset="0"/>
            <a:buChar char="•"/>
          </a:pPr>
          <a:r>
            <a:rPr lang="en-US" b="0" i="0" dirty="0"/>
            <a:t>20% canceled</a:t>
          </a:r>
        </a:p>
      </dgm:t>
    </dgm:pt>
    <dgm:pt modelId="{6D953BE2-0526-41F5-BAED-BF24F1637418}" type="parTrans" cxnId="{1CAC980F-A098-441D-89B3-9C199AF24D4B}">
      <dgm:prSet/>
      <dgm:spPr/>
      <dgm:t>
        <a:bodyPr/>
        <a:lstStyle/>
        <a:p>
          <a:endParaRPr lang="en-PK"/>
        </a:p>
      </dgm:t>
    </dgm:pt>
    <dgm:pt modelId="{EDB8CEDB-1CD0-41C8-955E-377257B738E2}" type="sibTrans" cxnId="{1CAC980F-A098-441D-89B3-9C199AF24D4B}">
      <dgm:prSet/>
      <dgm:spPr/>
      <dgm:t>
        <a:bodyPr/>
        <a:lstStyle/>
        <a:p>
          <a:endParaRPr lang="en-PK"/>
        </a:p>
      </dgm:t>
    </dgm:pt>
    <dgm:pt modelId="{D8257C09-50B8-494C-8A52-62138C1B0ECF}" type="pres">
      <dgm:prSet presAssocID="{AEC21C66-D206-4959-B620-DDA7EBB0A615}" presName="compositeShape" presStyleCnt="0">
        <dgm:presLayoutVars>
          <dgm:chMax val="7"/>
          <dgm:dir/>
          <dgm:resizeHandles val="exact"/>
        </dgm:presLayoutVars>
      </dgm:prSet>
      <dgm:spPr/>
    </dgm:pt>
    <dgm:pt modelId="{8089ACA0-3D27-4AE0-B610-CEC0D026AE5E}" type="pres">
      <dgm:prSet presAssocID="{AEC21C66-D206-4959-B620-DDA7EBB0A615}" presName="wedge1" presStyleLbl="node1" presStyleIdx="0" presStyleCnt="3"/>
      <dgm:spPr/>
    </dgm:pt>
    <dgm:pt modelId="{8EDA899B-1E6E-434E-AA4D-FD36C2048AC0}" type="pres">
      <dgm:prSet presAssocID="{AEC21C66-D206-4959-B620-DDA7EBB0A615}" presName="wedge1Tx" presStyleLbl="node1" presStyleIdx="0" presStyleCnt="3">
        <dgm:presLayoutVars>
          <dgm:chMax val="0"/>
          <dgm:chPref val="0"/>
          <dgm:bulletEnabled val="1"/>
        </dgm:presLayoutVars>
      </dgm:prSet>
      <dgm:spPr/>
    </dgm:pt>
    <dgm:pt modelId="{810E23ED-427D-4335-BF74-C8CF8E63980B}" type="pres">
      <dgm:prSet presAssocID="{AEC21C66-D206-4959-B620-DDA7EBB0A615}" presName="wedge2" presStyleLbl="node1" presStyleIdx="1" presStyleCnt="3"/>
      <dgm:spPr/>
    </dgm:pt>
    <dgm:pt modelId="{E39713E8-DF7D-4E1B-98F7-557F998B1D0C}" type="pres">
      <dgm:prSet presAssocID="{AEC21C66-D206-4959-B620-DDA7EBB0A615}" presName="wedge2Tx" presStyleLbl="node1" presStyleIdx="1" presStyleCnt="3">
        <dgm:presLayoutVars>
          <dgm:chMax val="0"/>
          <dgm:chPref val="0"/>
          <dgm:bulletEnabled val="1"/>
        </dgm:presLayoutVars>
      </dgm:prSet>
      <dgm:spPr/>
    </dgm:pt>
    <dgm:pt modelId="{E0E886C3-9EF5-47A7-8782-F2FA4AAA07C2}" type="pres">
      <dgm:prSet presAssocID="{AEC21C66-D206-4959-B620-DDA7EBB0A615}" presName="wedge3" presStyleLbl="node1" presStyleIdx="2" presStyleCnt="3"/>
      <dgm:spPr/>
    </dgm:pt>
    <dgm:pt modelId="{2103F122-0DEF-42C3-A413-C443F2D0026C}" type="pres">
      <dgm:prSet presAssocID="{AEC21C66-D206-4959-B620-DDA7EBB0A615}" presName="wedge3Tx" presStyleLbl="node1" presStyleIdx="2" presStyleCnt="3">
        <dgm:presLayoutVars>
          <dgm:chMax val="0"/>
          <dgm:chPref val="0"/>
          <dgm:bulletEnabled val="1"/>
        </dgm:presLayoutVars>
      </dgm:prSet>
      <dgm:spPr/>
    </dgm:pt>
  </dgm:ptLst>
  <dgm:cxnLst>
    <dgm:cxn modelId="{1CAC980F-A098-441D-89B3-9C199AF24D4B}" srcId="{AEC21C66-D206-4959-B620-DDA7EBB0A615}" destId="{F0CFD56D-284D-458B-B88E-FA3E1845C50C}" srcOrd="2" destOrd="0" parTransId="{6D953BE2-0526-41F5-BAED-BF24F1637418}" sibTransId="{EDB8CEDB-1CD0-41C8-955E-377257B738E2}"/>
    <dgm:cxn modelId="{10F86113-A662-4A01-908C-8546C88F4749}" srcId="{AEC21C66-D206-4959-B620-DDA7EBB0A615}" destId="{CCF2AFC5-8D3C-41F3-876D-7A3A17FCD28F}" srcOrd="1" destOrd="0" parTransId="{3EB6CA01-2D54-4725-918D-12DD348A280F}" sibTransId="{798AD2DB-7354-4AF6-B5BA-3648731F89CD}"/>
    <dgm:cxn modelId="{D8446C17-4031-4915-A255-B15D2BCE73CE}" type="presOf" srcId="{AEC21C66-D206-4959-B620-DDA7EBB0A615}" destId="{D8257C09-50B8-494C-8A52-62138C1B0ECF}" srcOrd="0" destOrd="0" presId="urn:microsoft.com/office/officeart/2005/8/layout/chart3"/>
    <dgm:cxn modelId="{3A261735-A225-441F-A33E-427E1E24D956}" type="presOf" srcId="{27ED9DD7-F448-4337-B4C8-730392AFE380}" destId="{8089ACA0-3D27-4AE0-B610-CEC0D026AE5E}" srcOrd="0" destOrd="0" presId="urn:microsoft.com/office/officeart/2005/8/layout/chart3"/>
    <dgm:cxn modelId="{B3701147-CA8B-4E04-9AFB-F626B687E746}" type="presOf" srcId="{F0CFD56D-284D-458B-B88E-FA3E1845C50C}" destId="{E0E886C3-9EF5-47A7-8782-F2FA4AAA07C2}" srcOrd="0" destOrd="0" presId="urn:microsoft.com/office/officeart/2005/8/layout/chart3"/>
    <dgm:cxn modelId="{18A0206B-DE75-47A4-B787-78677E673DF7}" type="presOf" srcId="{CCF2AFC5-8D3C-41F3-876D-7A3A17FCD28F}" destId="{810E23ED-427D-4335-BF74-C8CF8E63980B}" srcOrd="0" destOrd="0" presId="urn:microsoft.com/office/officeart/2005/8/layout/chart3"/>
    <dgm:cxn modelId="{6658A588-3F2D-48DE-B2DF-B03FAE67EBA1}" type="presOf" srcId="{F0CFD56D-284D-458B-B88E-FA3E1845C50C}" destId="{2103F122-0DEF-42C3-A413-C443F2D0026C}" srcOrd="1" destOrd="0" presId="urn:microsoft.com/office/officeart/2005/8/layout/chart3"/>
    <dgm:cxn modelId="{319E63B2-604A-45CF-BDD4-70FAE5A0BF70}" type="presOf" srcId="{CCF2AFC5-8D3C-41F3-876D-7A3A17FCD28F}" destId="{E39713E8-DF7D-4E1B-98F7-557F998B1D0C}" srcOrd="1" destOrd="0" presId="urn:microsoft.com/office/officeart/2005/8/layout/chart3"/>
    <dgm:cxn modelId="{6F39D3C6-4049-4D21-A3CD-65F1338AAAFB}" srcId="{AEC21C66-D206-4959-B620-DDA7EBB0A615}" destId="{27ED9DD7-F448-4337-B4C8-730392AFE380}" srcOrd="0" destOrd="0" parTransId="{34A0EC3C-287E-461C-867F-11A29070853D}" sibTransId="{025A8EC0-0F50-445D-BDB0-1399A35C0EF5}"/>
    <dgm:cxn modelId="{4265BBE1-A772-43E8-9D5A-A551BC32EDE3}" type="presOf" srcId="{27ED9DD7-F448-4337-B4C8-730392AFE380}" destId="{8EDA899B-1E6E-434E-AA4D-FD36C2048AC0}" srcOrd="1" destOrd="0" presId="urn:microsoft.com/office/officeart/2005/8/layout/chart3"/>
    <dgm:cxn modelId="{5F4B4F9F-C450-4F4B-904E-199B600B3F38}" type="presParOf" srcId="{D8257C09-50B8-494C-8A52-62138C1B0ECF}" destId="{8089ACA0-3D27-4AE0-B610-CEC0D026AE5E}" srcOrd="0" destOrd="0" presId="urn:microsoft.com/office/officeart/2005/8/layout/chart3"/>
    <dgm:cxn modelId="{26C923BB-2C79-4B5D-807E-0ED284DC7C9B}" type="presParOf" srcId="{D8257C09-50B8-494C-8A52-62138C1B0ECF}" destId="{8EDA899B-1E6E-434E-AA4D-FD36C2048AC0}" srcOrd="1" destOrd="0" presId="urn:microsoft.com/office/officeart/2005/8/layout/chart3"/>
    <dgm:cxn modelId="{52A096AC-45A9-4966-9A3F-779FB21370A2}" type="presParOf" srcId="{D8257C09-50B8-494C-8A52-62138C1B0ECF}" destId="{810E23ED-427D-4335-BF74-C8CF8E63980B}" srcOrd="2" destOrd="0" presId="urn:microsoft.com/office/officeart/2005/8/layout/chart3"/>
    <dgm:cxn modelId="{B755B249-C930-45E6-A285-F1D25A682150}" type="presParOf" srcId="{D8257C09-50B8-494C-8A52-62138C1B0ECF}" destId="{E39713E8-DF7D-4E1B-98F7-557F998B1D0C}" srcOrd="3" destOrd="0" presId="urn:microsoft.com/office/officeart/2005/8/layout/chart3"/>
    <dgm:cxn modelId="{85484C8D-2549-436E-83EE-9CEDAE95396C}" type="presParOf" srcId="{D8257C09-50B8-494C-8A52-62138C1B0ECF}" destId="{E0E886C3-9EF5-47A7-8782-F2FA4AAA07C2}" srcOrd="4" destOrd="0" presId="urn:microsoft.com/office/officeart/2005/8/layout/chart3"/>
    <dgm:cxn modelId="{D25C1968-1B60-4D97-9FBE-2B43359FEB99}" type="presParOf" srcId="{D8257C09-50B8-494C-8A52-62138C1B0ECF}" destId="{2103F122-0DEF-42C3-A413-C443F2D0026C}" srcOrd="5" destOrd="0" presId="urn:microsoft.com/office/officeart/2005/8/layout/char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EC21C66-D206-4959-B620-DDA7EBB0A615}" type="doc">
      <dgm:prSet loTypeId="urn:microsoft.com/office/officeart/2005/8/layout/chart3" loCatId="cycle" qsTypeId="urn:microsoft.com/office/officeart/2005/8/quickstyle/simple1" qsCatId="simple" csTypeId="urn:microsoft.com/office/officeart/2005/8/colors/colorful1" csCatId="colorful" phldr="1"/>
      <dgm:spPr/>
      <dgm:t>
        <a:bodyPr/>
        <a:lstStyle/>
        <a:p>
          <a:endParaRPr lang="en-PK"/>
        </a:p>
      </dgm:t>
    </dgm:pt>
    <dgm:pt modelId="{27ED9DD7-F448-4337-B4C8-730392AFE380}">
      <dgm:prSet phldrT="[Text]"/>
      <dgm:spPr/>
      <dgm:t>
        <a:bodyPr/>
        <a:lstStyle/>
        <a:p>
          <a:pPr>
            <a:buFont typeface="Arial" panose="020B0604020202020204" pitchFamily="34" charset="0"/>
            <a:buChar char="•"/>
          </a:pPr>
          <a:r>
            <a:rPr lang="en-US" b="0" i="0" dirty="0"/>
            <a:t>31% successful</a:t>
          </a:r>
          <a:endParaRPr lang="en-PK" dirty="0"/>
        </a:p>
      </dgm:t>
    </dgm:pt>
    <dgm:pt modelId="{34A0EC3C-287E-461C-867F-11A29070853D}" type="parTrans" cxnId="{6F39D3C6-4049-4D21-A3CD-65F1338AAAFB}">
      <dgm:prSet/>
      <dgm:spPr/>
      <dgm:t>
        <a:bodyPr/>
        <a:lstStyle/>
        <a:p>
          <a:endParaRPr lang="en-PK"/>
        </a:p>
      </dgm:t>
    </dgm:pt>
    <dgm:pt modelId="{025A8EC0-0F50-445D-BDB0-1399A35C0EF5}" type="sibTrans" cxnId="{6F39D3C6-4049-4D21-A3CD-65F1338AAAFB}">
      <dgm:prSet/>
      <dgm:spPr/>
      <dgm:t>
        <a:bodyPr/>
        <a:lstStyle/>
        <a:p>
          <a:endParaRPr lang="en-PK"/>
        </a:p>
      </dgm:t>
    </dgm:pt>
    <dgm:pt modelId="{CCF2AFC5-8D3C-41F3-876D-7A3A17FCD28F}">
      <dgm:prSet/>
      <dgm:spPr/>
      <dgm:t>
        <a:bodyPr/>
        <a:lstStyle/>
        <a:p>
          <a:pPr>
            <a:buFont typeface="Arial" panose="020B0604020202020204" pitchFamily="34" charset="0"/>
            <a:buChar char="•"/>
          </a:pPr>
          <a:r>
            <a:rPr lang="en-US" b="0" i="0" dirty="0"/>
            <a:t>50% exceeded deadline and budget</a:t>
          </a:r>
        </a:p>
      </dgm:t>
    </dgm:pt>
    <dgm:pt modelId="{3EB6CA01-2D54-4725-918D-12DD348A280F}" type="parTrans" cxnId="{10F86113-A662-4A01-908C-8546C88F4749}">
      <dgm:prSet/>
      <dgm:spPr/>
      <dgm:t>
        <a:bodyPr/>
        <a:lstStyle/>
        <a:p>
          <a:endParaRPr lang="en-PK"/>
        </a:p>
      </dgm:t>
    </dgm:pt>
    <dgm:pt modelId="{798AD2DB-7354-4AF6-B5BA-3648731F89CD}" type="sibTrans" cxnId="{10F86113-A662-4A01-908C-8546C88F4749}">
      <dgm:prSet/>
      <dgm:spPr/>
      <dgm:t>
        <a:bodyPr/>
        <a:lstStyle/>
        <a:p>
          <a:endParaRPr lang="en-PK"/>
        </a:p>
      </dgm:t>
    </dgm:pt>
    <dgm:pt modelId="{F0CFD56D-284D-458B-B88E-FA3E1845C50C}">
      <dgm:prSet/>
      <dgm:spPr/>
      <dgm:t>
        <a:bodyPr/>
        <a:lstStyle/>
        <a:p>
          <a:pPr>
            <a:buFont typeface="Arial" panose="020B0604020202020204" pitchFamily="34" charset="0"/>
            <a:buChar char="•"/>
          </a:pPr>
          <a:r>
            <a:rPr lang="en-US" b="0" i="0" dirty="0"/>
            <a:t>19% canceled</a:t>
          </a:r>
        </a:p>
      </dgm:t>
    </dgm:pt>
    <dgm:pt modelId="{6D953BE2-0526-41F5-BAED-BF24F1637418}" type="parTrans" cxnId="{1CAC980F-A098-441D-89B3-9C199AF24D4B}">
      <dgm:prSet/>
      <dgm:spPr/>
      <dgm:t>
        <a:bodyPr/>
        <a:lstStyle/>
        <a:p>
          <a:endParaRPr lang="en-PK"/>
        </a:p>
      </dgm:t>
    </dgm:pt>
    <dgm:pt modelId="{EDB8CEDB-1CD0-41C8-955E-377257B738E2}" type="sibTrans" cxnId="{1CAC980F-A098-441D-89B3-9C199AF24D4B}">
      <dgm:prSet/>
      <dgm:spPr/>
      <dgm:t>
        <a:bodyPr/>
        <a:lstStyle/>
        <a:p>
          <a:endParaRPr lang="en-PK"/>
        </a:p>
      </dgm:t>
    </dgm:pt>
    <dgm:pt modelId="{D8257C09-50B8-494C-8A52-62138C1B0ECF}" type="pres">
      <dgm:prSet presAssocID="{AEC21C66-D206-4959-B620-DDA7EBB0A615}" presName="compositeShape" presStyleCnt="0">
        <dgm:presLayoutVars>
          <dgm:chMax val="7"/>
          <dgm:dir/>
          <dgm:resizeHandles val="exact"/>
        </dgm:presLayoutVars>
      </dgm:prSet>
      <dgm:spPr/>
    </dgm:pt>
    <dgm:pt modelId="{8089ACA0-3D27-4AE0-B610-CEC0D026AE5E}" type="pres">
      <dgm:prSet presAssocID="{AEC21C66-D206-4959-B620-DDA7EBB0A615}" presName="wedge1" presStyleLbl="node1" presStyleIdx="0" presStyleCnt="3"/>
      <dgm:spPr/>
    </dgm:pt>
    <dgm:pt modelId="{8EDA899B-1E6E-434E-AA4D-FD36C2048AC0}" type="pres">
      <dgm:prSet presAssocID="{AEC21C66-D206-4959-B620-DDA7EBB0A615}" presName="wedge1Tx" presStyleLbl="node1" presStyleIdx="0" presStyleCnt="3">
        <dgm:presLayoutVars>
          <dgm:chMax val="0"/>
          <dgm:chPref val="0"/>
          <dgm:bulletEnabled val="1"/>
        </dgm:presLayoutVars>
      </dgm:prSet>
      <dgm:spPr/>
    </dgm:pt>
    <dgm:pt modelId="{810E23ED-427D-4335-BF74-C8CF8E63980B}" type="pres">
      <dgm:prSet presAssocID="{AEC21C66-D206-4959-B620-DDA7EBB0A615}" presName="wedge2" presStyleLbl="node1" presStyleIdx="1" presStyleCnt="3"/>
      <dgm:spPr/>
    </dgm:pt>
    <dgm:pt modelId="{E39713E8-DF7D-4E1B-98F7-557F998B1D0C}" type="pres">
      <dgm:prSet presAssocID="{AEC21C66-D206-4959-B620-DDA7EBB0A615}" presName="wedge2Tx" presStyleLbl="node1" presStyleIdx="1" presStyleCnt="3">
        <dgm:presLayoutVars>
          <dgm:chMax val="0"/>
          <dgm:chPref val="0"/>
          <dgm:bulletEnabled val="1"/>
        </dgm:presLayoutVars>
      </dgm:prSet>
      <dgm:spPr/>
    </dgm:pt>
    <dgm:pt modelId="{E0E886C3-9EF5-47A7-8782-F2FA4AAA07C2}" type="pres">
      <dgm:prSet presAssocID="{AEC21C66-D206-4959-B620-DDA7EBB0A615}" presName="wedge3" presStyleLbl="node1" presStyleIdx="2" presStyleCnt="3"/>
      <dgm:spPr/>
    </dgm:pt>
    <dgm:pt modelId="{2103F122-0DEF-42C3-A413-C443F2D0026C}" type="pres">
      <dgm:prSet presAssocID="{AEC21C66-D206-4959-B620-DDA7EBB0A615}" presName="wedge3Tx" presStyleLbl="node1" presStyleIdx="2" presStyleCnt="3">
        <dgm:presLayoutVars>
          <dgm:chMax val="0"/>
          <dgm:chPref val="0"/>
          <dgm:bulletEnabled val="1"/>
        </dgm:presLayoutVars>
      </dgm:prSet>
      <dgm:spPr/>
    </dgm:pt>
  </dgm:ptLst>
  <dgm:cxnLst>
    <dgm:cxn modelId="{1CAC980F-A098-441D-89B3-9C199AF24D4B}" srcId="{AEC21C66-D206-4959-B620-DDA7EBB0A615}" destId="{F0CFD56D-284D-458B-B88E-FA3E1845C50C}" srcOrd="2" destOrd="0" parTransId="{6D953BE2-0526-41F5-BAED-BF24F1637418}" sibTransId="{EDB8CEDB-1CD0-41C8-955E-377257B738E2}"/>
    <dgm:cxn modelId="{10F86113-A662-4A01-908C-8546C88F4749}" srcId="{AEC21C66-D206-4959-B620-DDA7EBB0A615}" destId="{CCF2AFC5-8D3C-41F3-876D-7A3A17FCD28F}" srcOrd="1" destOrd="0" parTransId="{3EB6CA01-2D54-4725-918D-12DD348A280F}" sibTransId="{798AD2DB-7354-4AF6-B5BA-3648731F89CD}"/>
    <dgm:cxn modelId="{D8446C17-4031-4915-A255-B15D2BCE73CE}" type="presOf" srcId="{AEC21C66-D206-4959-B620-DDA7EBB0A615}" destId="{D8257C09-50B8-494C-8A52-62138C1B0ECF}" srcOrd="0" destOrd="0" presId="urn:microsoft.com/office/officeart/2005/8/layout/chart3"/>
    <dgm:cxn modelId="{3A261735-A225-441F-A33E-427E1E24D956}" type="presOf" srcId="{27ED9DD7-F448-4337-B4C8-730392AFE380}" destId="{8089ACA0-3D27-4AE0-B610-CEC0D026AE5E}" srcOrd="0" destOrd="0" presId="urn:microsoft.com/office/officeart/2005/8/layout/chart3"/>
    <dgm:cxn modelId="{B3701147-CA8B-4E04-9AFB-F626B687E746}" type="presOf" srcId="{F0CFD56D-284D-458B-B88E-FA3E1845C50C}" destId="{E0E886C3-9EF5-47A7-8782-F2FA4AAA07C2}" srcOrd="0" destOrd="0" presId="urn:microsoft.com/office/officeart/2005/8/layout/chart3"/>
    <dgm:cxn modelId="{18A0206B-DE75-47A4-B787-78677E673DF7}" type="presOf" srcId="{CCF2AFC5-8D3C-41F3-876D-7A3A17FCD28F}" destId="{810E23ED-427D-4335-BF74-C8CF8E63980B}" srcOrd="0" destOrd="0" presId="urn:microsoft.com/office/officeart/2005/8/layout/chart3"/>
    <dgm:cxn modelId="{6658A588-3F2D-48DE-B2DF-B03FAE67EBA1}" type="presOf" srcId="{F0CFD56D-284D-458B-B88E-FA3E1845C50C}" destId="{2103F122-0DEF-42C3-A413-C443F2D0026C}" srcOrd="1" destOrd="0" presId="urn:microsoft.com/office/officeart/2005/8/layout/chart3"/>
    <dgm:cxn modelId="{319E63B2-604A-45CF-BDD4-70FAE5A0BF70}" type="presOf" srcId="{CCF2AFC5-8D3C-41F3-876D-7A3A17FCD28F}" destId="{E39713E8-DF7D-4E1B-98F7-557F998B1D0C}" srcOrd="1" destOrd="0" presId="urn:microsoft.com/office/officeart/2005/8/layout/chart3"/>
    <dgm:cxn modelId="{6F39D3C6-4049-4D21-A3CD-65F1338AAAFB}" srcId="{AEC21C66-D206-4959-B620-DDA7EBB0A615}" destId="{27ED9DD7-F448-4337-B4C8-730392AFE380}" srcOrd="0" destOrd="0" parTransId="{34A0EC3C-287E-461C-867F-11A29070853D}" sibTransId="{025A8EC0-0F50-445D-BDB0-1399A35C0EF5}"/>
    <dgm:cxn modelId="{4265BBE1-A772-43E8-9D5A-A551BC32EDE3}" type="presOf" srcId="{27ED9DD7-F448-4337-B4C8-730392AFE380}" destId="{8EDA899B-1E6E-434E-AA4D-FD36C2048AC0}" srcOrd="1" destOrd="0" presId="urn:microsoft.com/office/officeart/2005/8/layout/chart3"/>
    <dgm:cxn modelId="{5F4B4F9F-C450-4F4B-904E-199B600B3F38}" type="presParOf" srcId="{D8257C09-50B8-494C-8A52-62138C1B0ECF}" destId="{8089ACA0-3D27-4AE0-B610-CEC0D026AE5E}" srcOrd="0" destOrd="0" presId="urn:microsoft.com/office/officeart/2005/8/layout/chart3"/>
    <dgm:cxn modelId="{26C923BB-2C79-4B5D-807E-0ED284DC7C9B}" type="presParOf" srcId="{D8257C09-50B8-494C-8A52-62138C1B0ECF}" destId="{8EDA899B-1E6E-434E-AA4D-FD36C2048AC0}" srcOrd="1" destOrd="0" presId="urn:microsoft.com/office/officeart/2005/8/layout/chart3"/>
    <dgm:cxn modelId="{52A096AC-45A9-4966-9A3F-779FB21370A2}" type="presParOf" srcId="{D8257C09-50B8-494C-8A52-62138C1B0ECF}" destId="{810E23ED-427D-4335-BF74-C8CF8E63980B}" srcOrd="2" destOrd="0" presId="urn:microsoft.com/office/officeart/2005/8/layout/chart3"/>
    <dgm:cxn modelId="{B755B249-C930-45E6-A285-F1D25A682150}" type="presParOf" srcId="{D8257C09-50B8-494C-8A52-62138C1B0ECF}" destId="{E39713E8-DF7D-4E1B-98F7-557F998B1D0C}" srcOrd="3" destOrd="0" presId="urn:microsoft.com/office/officeart/2005/8/layout/chart3"/>
    <dgm:cxn modelId="{85484C8D-2549-436E-83EE-9CEDAE95396C}" type="presParOf" srcId="{D8257C09-50B8-494C-8A52-62138C1B0ECF}" destId="{E0E886C3-9EF5-47A7-8782-F2FA4AAA07C2}" srcOrd="4" destOrd="0" presId="urn:microsoft.com/office/officeart/2005/8/layout/chart3"/>
    <dgm:cxn modelId="{D25C1968-1B60-4D97-9FBE-2B43359FEB99}" type="presParOf" srcId="{D8257C09-50B8-494C-8A52-62138C1B0ECF}" destId="{2103F122-0DEF-42C3-A413-C443F2D0026C}" srcOrd="5" destOrd="0" presId="urn:microsoft.com/office/officeart/2005/8/layout/char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089ACA0-3D27-4AE0-B610-CEC0D026AE5E}">
      <dsp:nvSpPr>
        <dsp:cNvPr id="0" name=""/>
        <dsp:cNvSpPr/>
      </dsp:nvSpPr>
      <dsp:spPr>
        <a:xfrm>
          <a:off x="2548057" y="245173"/>
          <a:ext cx="3051048" cy="3051048"/>
        </a:xfrm>
        <a:prstGeom prst="pie">
          <a:avLst>
            <a:gd name="adj1" fmla="val 16200000"/>
            <a:gd name="adj2" fmla="val 1800000"/>
          </a:avLst>
        </a:prstGeom>
        <a:solidFill>
          <a:schemeClr val="accent2">
            <a:hueOff val="0"/>
            <a:satOff val="0"/>
            <a:lumOff val="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Font typeface="Arial" panose="020B0604020202020204" pitchFamily="34" charset="0"/>
            <a:buNone/>
          </a:pPr>
          <a:r>
            <a:rPr lang="en-US" sz="1800" b="0" i="0" kern="1200" dirty="0"/>
            <a:t>35% successful</a:t>
          </a:r>
          <a:endParaRPr lang="en-PK" sz="1800" kern="1200" dirty="0"/>
        </a:p>
      </dsp:txBody>
      <dsp:txXfrm>
        <a:off x="4206882" y="808164"/>
        <a:ext cx="1035177" cy="1017016"/>
      </dsp:txXfrm>
    </dsp:sp>
    <dsp:sp modelId="{810E23ED-427D-4335-BF74-C8CF8E63980B}">
      <dsp:nvSpPr>
        <dsp:cNvPr id="0" name=""/>
        <dsp:cNvSpPr/>
      </dsp:nvSpPr>
      <dsp:spPr>
        <a:xfrm>
          <a:off x="2390782" y="335978"/>
          <a:ext cx="3051048" cy="3051048"/>
        </a:xfrm>
        <a:prstGeom prst="pie">
          <a:avLst>
            <a:gd name="adj1" fmla="val 1800000"/>
            <a:gd name="adj2" fmla="val 9000000"/>
          </a:avLst>
        </a:prstGeom>
        <a:solidFill>
          <a:schemeClr val="accent3">
            <a:hueOff val="0"/>
            <a:satOff val="0"/>
            <a:lumOff val="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Font typeface="Arial" panose="020B0604020202020204" pitchFamily="34" charset="0"/>
            <a:buNone/>
          </a:pPr>
          <a:r>
            <a:rPr lang="en-US" sz="1800" b="0" i="0" kern="1200" dirty="0"/>
            <a:t>45% exceeded deadline and budget</a:t>
          </a:r>
        </a:p>
      </dsp:txBody>
      <dsp:txXfrm>
        <a:off x="3226188" y="2261044"/>
        <a:ext cx="1380236" cy="944372"/>
      </dsp:txXfrm>
    </dsp:sp>
    <dsp:sp modelId="{E0E886C3-9EF5-47A7-8782-F2FA4AAA07C2}">
      <dsp:nvSpPr>
        <dsp:cNvPr id="0" name=""/>
        <dsp:cNvSpPr/>
      </dsp:nvSpPr>
      <dsp:spPr>
        <a:xfrm>
          <a:off x="2390782" y="335978"/>
          <a:ext cx="3051048" cy="3051048"/>
        </a:xfrm>
        <a:prstGeom prst="pie">
          <a:avLst>
            <a:gd name="adj1" fmla="val 9000000"/>
            <a:gd name="adj2" fmla="val 16200000"/>
          </a:avLst>
        </a:prstGeom>
        <a:solidFill>
          <a:schemeClr val="accent4">
            <a:hueOff val="0"/>
            <a:satOff val="0"/>
            <a:lumOff val="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Font typeface="Arial" panose="020B0604020202020204" pitchFamily="34" charset="0"/>
            <a:buNone/>
          </a:pPr>
          <a:r>
            <a:rPr lang="en-US" sz="1800" b="0" i="0" kern="1200" dirty="0"/>
            <a:t>20% canceled</a:t>
          </a:r>
        </a:p>
      </dsp:txBody>
      <dsp:txXfrm>
        <a:off x="2717680" y="935291"/>
        <a:ext cx="1035177" cy="101701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089ACA0-3D27-4AE0-B610-CEC0D026AE5E}">
      <dsp:nvSpPr>
        <dsp:cNvPr id="0" name=""/>
        <dsp:cNvSpPr/>
      </dsp:nvSpPr>
      <dsp:spPr>
        <a:xfrm>
          <a:off x="2548057" y="245173"/>
          <a:ext cx="3051048" cy="3051048"/>
        </a:xfrm>
        <a:prstGeom prst="pie">
          <a:avLst>
            <a:gd name="adj1" fmla="val 16200000"/>
            <a:gd name="adj2" fmla="val 1800000"/>
          </a:avLst>
        </a:prstGeom>
        <a:solidFill>
          <a:schemeClr val="accent2">
            <a:hueOff val="0"/>
            <a:satOff val="0"/>
            <a:lumOff val="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Font typeface="Arial" panose="020B0604020202020204" pitchFamily="34" charset="0"/>
            <a:buNone/>
          </a:pPr>
          <a:r>
            <a:rPr lang="en-US" sz="1800" b="0" i="0" kern="1200" dirty="0"/>
            <a:t>31% successful</a:t>
          </a:r>
          <a:endParaRPr lang="en-PK" sz="1800" kern="1200" dirty="0"/>
        </a:p>
      </dsp:txBody>
      <dsp:txXfrm>
        <a:off x="4206882" y="808164"/>
        <a:ext cx="1035177" cy="1017016"/>
      </dsp:txXfrm>
    </dsp:sp>
    <dsp:sp modelId="{810E23ED-427D-4335-BF74-C8CF8E63980B}">
      <dsp:nvSpPr>
        <dsp:cNvPr id="0" name=""/>
        <dsp:cNvSpPr/>
      </dsp:nvSpPr>
      <dsp:spPr>
        <a:xfrm>
          <a:off x="2390782" y="335978"/>
          <a:ext cx="3051048" cy="3051048"/>
        </a:xfrm>
        <a:prstGeom prst="pie">
          <a:avLst>
            <a:gd name="adj1" fmla="val 1800000"/>
            <a:gd name="adj2" fmla="val 9000000"/>
          </a:avLst>
        </a:prstGeom>
        <a:solidFill>
          <a:schemeClr val="accent3">
            <a:hueOff val="0"/>
            <a:satOff val="0"/>
            <a:lumOff val="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Font typeface="Arial" panose="020B0604020202020204" pitchFamily="34" charset="0"/>
            <a:buNone/>
          </a:pPr>
          <a:r>
            <a:rPr lang="en-US" sz="1800" b="0" i="0" kern="1200" dirty="0"/>
            <a:t>50% exceeded deadline and budget</a:t>
          </a:r>
        </a:p>
      </dsp:txBody>
      <dsp:txXfrm>
        <a:off x="3226188" y="2261044"/>
        <a:ext cx="1380236" cy="944372"/>
      </dsp:txXfrm>
    </dsp:sp>
    <dsp:sp modelId="{E0E886C3-9EF5-47A7-8782-F2FA4AAA07C2}">
      <dsp:nvSpPr>
        <dsp:cNvPr id="0" name=""/>
        <dsp:cNvSpPr/>
      </dsp:nvSpPr>
      <dsp:spPr>
        <a:xfrm>
          <a:off x="2390782" y="335978"/>
          <a:ext cx="3051048" cy="3051048"/>
        </a:xfrm>
        <a:prstGeom prst="pie">
          <a:avLst>
            <a:gd name="adj1" fmla="val 9000000"/>
            <a:gd name="adj2" fmla="val 16200000"/>
          </a:avLst>
        </a:prstGeom>
        <a:solidFill>
          <a:schemeClr val="accent4">
            <a:hueOff val="0"/>
            <a:satOff val="0"/>
            <a:lumOff val="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Font typeface="Arial" panose="020B0604020202020204" pitchFamily="34" charset="0"/>
            <a:buNone/>
          </a:pPr>
          <a:r>
            <a:rPr lang="en-US" sz="1800" b="0" i="0" kern="1200" dirty="0"/>
            <a:t>19% canceled</a:t>
          </a:r>
        </a:p>
      </dsp:txBody>
      <dsp:txXfrm>
        <a:off x="2717680" y="935291"/>
        <a:ext cx="1035177" cy="1017016"/>
      </dsp:txXfrm>
    </dsp:sp>
  </dsp:spTree>
</dsp:drawing>
</file>

<file path=ppt/diagrams/layout1.xml><?xml version="1.0" encoding="utf-8"?>
<dgm:layoutDef xmlns:dgm="http://schemas.openxmlformats.org/drawingml/2006/diagram" xmlns:a="http://schemas.openxmlformats.org/drawingml/2006/main" uniqueId="urn:microsoft.com/office/officeart/2005/8/layout/chart3">
  <dgm:title val=""/>
  <dgm:desc val=""/>
  <dgm:catLst>
    <dgm:cat type="relationship" pri="27000"/>
    <dgm:cat type="cycle" pri="8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ompositeShape">
    <dgm:varLst>
      <dgm:chMax val="7"/>
      <dgm:dir/>
      <dgm:resizeHandles val="exact"/>
    </dgm:varLst>
    <dgm:alg type="composite">
      <dgm:param type="horzAlign" val="ctr"/>
      <dgm:param type="vertAlign" val="mid"/>
      <dgm:param type="ar" val="1"/>
    </dgm:alg>
    <dgm:presOf/>
    <dgm:shape xmlns:r="http://schemas.openxmlformats.org/officeDocument/2006/relationships" r:blip="">
      <dgm:adjLst/>
    </dgm:shape>
    <dgm:choose name="Name0">
      <dgm:if name="Name1" axis="ch" ptType="node" func="cnt" op="equ" val="1">
        <dgm:constrLst>
          <dgm:constr type="l" for="ch" forName="wedge1" refType="w" fact="0.08"/>
          <dgm:constr type="t" for="ch" forName="wedge1" refType="w" fact="0.08"/>
          <dgm:constr type="w" for="ch" forName="wedge1" refType="w" fact="0.84"/>
          <dgm:constr type="h" for="ch" forName="wedge1" refType="h" fact="0.84"/>
          <dgm:constr type="l" for="ch" forName="wedge1Tx" refType="w" fact="0.205"/>
          <dgm:constr type="t" for="ch" forName="wedge1Tx" refType="h" fact="0.205"/>
          <dgm:constr type="w" for="ch" forName="wedge1Tx" refType="w" fact="0.59"/>
          <dgm:constr type="h" for="ch" forName="wedge1Tx" refType="h" fact="0.59"/>
          <dgm:constr type="primFontSz" for="ch" ptType="node" op="equ"/>
        </dgm:constrLst>
      </dgm:if>
      <dgm:if name="Name2" axis="ch" ptType="node" func="cnt" op="equ" val="2">
        <dgm:constrLst>
          <dgm:constr type="l" for="ch" forName="wedge1" refType="w" fact="0.1"/>
          <dgm:constr type="t" for="ch" forName="wedge1" refType="w" fact="0.08"/>
          <dgm:constr type="w" for="ch" forName="wedge1" refType="w" fact="0.84"/>
          <dgm:constr type="h" for="ch" forName="wedge1" refType="h" fact="0.84"/>
          <dgm:constr type="l" for="ch" forName="wedge1Tx" refType="w" fact="0.52"/>
          <dgm:constr type="t" for="ch" forName="wedge1Tx" refType="h" fact="0.205"/>
          <dgm:constr type="w" for="ch" forName="wedge1Tx" refType="w" fact="0.295"/>
          <dgm:constr type="h" for="ch" forName="wedge1Tx" refType="h" fact="0.59"/>
          <dgm:constr type="l" for="ch" forName="wedge2" refType="w" fact="0.08"/>
          <dgm:constr type="t" for="ch" forName="wedge2" refType="w" fact="0.08"/>
          <dgm:constr type="w" for="ch" forName="wedge2" refType="w" fact="0.84"/>
          <dgm:constr type="h" for="ch" forName="wedge2" refType="h" fact="0.84"/>
          <dgm:constr type="l" for="ch" forName="wedge2Tx" refType="w" fact="0.2"/>
          <dgm:constr type="t" for="ch" forName="wedge2Tx" refType="h" fact="0.205"/>
          <dgm:constr type="w" for="ch" forName="wedge2Tx" refType="w" fact="0.295"/>
          <dgm:constr type="h" for="ch" forName="wedge2Tx" refType="h" fact="0.59"/>
          <dgm:constr type="primFontSz" for="ch" ptType="node" op="equ"/>
        </dgm:constrLst>
      </dgm:if>
      <dgm:if name="Name3" axis="ch" ptType="node" func="cnt" op="equ" val="3">
        <dgm:choose name="Name4">
          <dgm:if name="Name5" func="var" arg="dir" op="equ" val="norm">
            <dgm:constrLst>
              <dgm:constr type="l" for="ch" forName="wedge1" refType="w" fact="0.1233"/>
              <dgm:constr type="t" for="ch" forName="wedge1" refType="w" fact="0.055"/>
              <dgm:constr type="w" for="ch" forName="wedge1" refType="w" fact="0.84"/>
              <dgm:constr type="h" for="ch" forName="wedge1" refType="h" fact="0.84"/>
              <dgm:constr type="l" for="ch" forName="wedge1Tx" refType="w" fact="0.58"/>
              <dgm:constr type="t" for="ch" forName="wedge1Tx" refType="h" fact="0.21"/>
              <dgm:constr type="w" for="ch" forName="wedge1Tx" refType="w" fact="0.285"/>
              <dgm:constr type="h" for="ch" forName="wedge1Tx" refType="h" fact="0.28"/>
              <dgm:constr type="l" for="ch" forName="wedge2" refType="w" fact="0.08"/>
              <dgm:constr type="t" for="ch" forName="wedge2" refType="w" fact="0.08"/>
              <dgm:constr type="w" for="ch" forName="wedge2" refType="w" fact="0.84"/>
              <dgm:constr type="h" for="ch" forName="wedge2" refType="h" fact="0.84"/>
              <dgm:constr type="l" for="ch" forName="wedge2Tx" refType="w" fact="0.31"/>
              <dgm:constr type="t" for="ch" forName="wedge2Tx" refType="h" fact="0.61"/>
              <dgm:constr type="w" for="ch" forName="wedge2Tx" refType="w" fact="0.38"/>
              <dgm:constr type="h" for="ch" forName="wedge2Tx" refType="h" fact="0.26"/>
              <dgm:constr type="l" for="ch" forName="wedge3" refType="w" fact="0.08"/>
              <dgm:constr type="t" for="ch" forName="wedge3" refType="w" fact="0.08"/>
              <dgm:constr type="w" for="ch" forName="wedge3" refType="w" fact="0.84"/>
              <dgm:constr type="h" for="ch" forName="wedge3" refType="h" fact="0.84"/>
              <dgm:constr type="l" for="ch" forName="wedge3Tx" refType="w" fact="0.17"/>
              <dgm:constr type="t" for="ch" forName="wedge3Tx" refType="h" fact="0.245"/>
              <dgm:constr type="w" for="ch" forName="wedge3Tx" refType="w" fact="0.285"/>
              <dgm:constr type="h" for="ch" forName="wedge3Tx" refType="h" fact="0.28"/>
              <dgm:constr type="primFontSz" for="ch" ptType="node" op="equ"/>
            </dgm:constrLst>
          </dgm:if>
          <dgm:else name="Name6">
            <dgm:constrLst>
              <dgm:constr type="l" for="ch" forName="wedge1" refType="w" fact="0.08"/>
              <dgm:constr type="t" for="ch" forName="wedge1" refType="w" fact="0.08"/>
              <dgm:constr type="w" for="ch" forName="wedge1" refType="w" fact="0.84"/>
              <dgm:constr type="h" for="ch" forName="wedge1" refType="h" fact="0.84"/>
              <dgm:constr type="l" for="ch" forName="wedge1Tx" refType="w" fact="0.545"/>
              <dgm:constr type="t" for="ch" forName="wedge1Tx" refType="h" fact="0.245"/>
              <dgm:constr type="w" for="ch" forName="wedge1Tx" refType="w" fact="0.285"/>
              <dgm:constr type="h" for="ch" forName="wedge1Tx" refType="h" fact="0.28"/>
              <dgm:constr type="l" for="ch" forName="wedge2" refType="w" fact="0.08"/>
              <dgm:constr type="t" for="ch" forName="wedge2" refType="w" fact="0.08"/>
              <dgm:constr type="w" for="ch" forName="wedge2" refType="w" fact="0.84"/>
              <dgm:constr type="h" for="ch" forName="wedge2" refType="h" fact="0.84"/>
              <dgm:constr type="l" for="ch" forName="wedge2Tx" refType="w" fact="0.31"/>
              <dgm:constr type="t" for="ch" forName="wedge2Tx" refType="h" fact="0.61"/>
              <dgm:constr type="w" for="ch" forName="wedge2Tx" refType="w" fact="0.38"/>
              <dgm:constr type="h" for="ch" forName="wedge2Tx" refType="h" fact="0.26"/>
              <dgm:constr type="l" for="ch" forName="wedge3" refType="w" fact="0.0367"/>
              <dgm:constr type="t" for="ch" forName="wedge3" refType="w" fact="0.055"/>
              <dgm:constr type="w" for="ch" forName="wedge3" refType="w" fact="0.84"/>
              <dgm:constr type="h" for="ch" forName="wedge3" refType="h" fact="0.84"/>
              <dgm:constr type="l" for="ch" forName="wedge3Tx" refType="w" fact="0.14"/>
              <dgm:constr type="t" for="ch" forName="wedge3Tx" refType="h" fact="0.21"/>
              <dgm:constr type="w" for="ch" forName="wedge3Tx" refType="w" fact="0.285"/>
              <dgm:constr type="h" for="ch" forName="wedge3Tx" refType="h" fact="0.28"/>
              <dgm:constr type="primFontSz" for="ch" ptType="node" op="equ"/>
            </dgm:constrLst>
          </dgm:else>
        </dgm:choose>
      </dgm:if>
      <dgm:if name="Name7" axis="ch" ptType="node" func="cnt" op="equ" val="4">
        <dgm:choose name="Name8">
          <dgm:if name="Name9" func="var" arg="dir" op="equ" val="norm">
            <dgm:constrLst>
              <dgm:constr type="l" for="ch" forName="wedge1" refType="w" fact="0.1154"/>
              <dgm:constr type="t" for="ch" forName="wedge1" refType="w" fact="0.0446"/>
              <dgm:constr type="w" for="ch" forName="wedge1" refType="w" fact="0.84"/>
              <dgm:constr type="h" for="ch" forName="wedge1" refType="h" fact="0.84"/>
              <dgm:constr type="l" for="ch" forName="wedge1Tx" refType="w" fact="0.545"/>
              <dgm:constr type="t" for="ch" forName="wedge1Tx" refType="h" fact="0.2"/>
              <dgm:constr type="w" for="ch" forName="wedge1Tx" refType="w" fact="0.31"/>
              <dgm:constr type="h" for="ch" forName="wedge1Tx" refType="h" fact="0.25"/>
              <dgm:constr type="l" for="ch" forName="wedge2" refType="w" fact="0.08"/>
              <dgm:constr type="t" for="ch" forName="wedge2" refType="w" fact="0.08"/>
              <dgm:constr type="w" for="ch" forName="wedge2" refType="w" fact="0.84"/>
              <dgm:constr type="h" for="ch" forName="wedge2" refType="h" fact="0.84"/>
              <dgm:constr type="l" for="ch" forName="wedge2Tx" refType="w" fact="0.515"/>
              <dgm:constr type="t" for="ch" forName="wedge2Tx" refType="h" fact="0.515"/>
              <dgm:constr type="w" for="ch" forName="wedge2Tx" refType="w" fact="0.31"/>
              <dgm:constr type="h" for="ch" forName="wedge2Tx" refType="h" fact="0.25"/>
              <dgm:constr type="l" for="ch" forName="wedge3" refType="w" fact="0.08"/>
              <dgm:constr type="t" for="ch" forName="wedge3" refType="w" fact="0.08"/>
              <dgm:constr type="w" for="ch" forName="wedge3" refType="w" fact="0.84"/>
              <dgm:constr type="h" for="ch" forName="wedge3" refType="h" fact="0.84"/>
              <dgm:constr type="l" for="ch" forName="wedge3Tx" refType="w" fact="0.175"/>
              <dgm:constr type="t" for="ch" forName="wedge3Tx" refType="h" fact="0.515"/>
              <dgm:constr type="w" for="ch" forName="wedge3Tx" refType="w" fact="0.31"/>
              <dgm:constr type="h" for="ch" forName="wedge3Tx" refType="h" fact="0.25"/>
              <dgm:constr type="l" for="ch" forName="wedge4" refType="w" fact="0.08"/>
              <dgm:constr type="t" for="ch" forName="wedge4" refType="h" fact="0.08"/>
              <dgm:constr type="w" for="ch" forName="wedge4" refType="w" fact="0.84"/>
              <dgm:constr type="h" for="ch" forName="wedge4" refType="h" fact="0.84"/>
              <dgm:constr type="l" for="ch" forName="wedge4Tx" refType="w" fact="0.175"/>
              <dgm:constr type="t" for="ch" forName="wedge4Tx" refType="h" fact="0.235"/>
              <dgm:constr type="w" for="ch" forName="wedge4Tx" refType="w" fact="0.31"/>
              <dgm:constr type="h" for="ch" forName="wedge4Tx" refType="h" fact="0.25"/>
              <dgm:constr type="primFontSz" for="ch" ptType="node" op="equ"/>
            </dgm:constrLst>
          </dgm:if>
          <dgm:else name="Name10">
            <dgm:constrLst>
              <dgm:constr type="l" for="ch" forName="wedge1" refType="w" fact="0.08"/>
              <dgm:constr type="t" for="ch" forName="wedge1" refType="w" fact="0.08"/>
              <dgm:constr type="w" for="ch" forName="wedge1" refType="w" fact="0.84"/>
              <dgm:constr type="h" for="ch" forName="wedge1" refType="h" fact="0.84"/>
              <dgm:constr type="l" for="ch" forName="wedge1Tx" refType="w" fact="0.515"/>
              <dgm:constr type="t" for="ch" forName="wedge1Tx" refType="h" fact="0.235"/>
              <dgm:constr type="w" for="ch" forName="wedge1Tx" refType="w" fact="0.31"/>
              <dgm:constr type="h" for="ch" forName="wedge1Tx" refType="h" fact="0.25"/>
              <dgm:constr type="l" for="ch" forName="wedge2" refType="w" fact="0.08"/>
              <dgm:constr type="t" for="ch" forName="wedge2" refType="w" fact="0.08"/>
              <dgm:constr type="w" for="ch" forName="wedge2" refType="w" fact="0.84"/>
              <dgm:constr type="h" for="ch" forName="wedge2" refType="h" fact="0.84"/>
              <dgm:constr type="l" for="ch" forName="wedge2Tx" refType="w" fact="0.515"/>
              <dgm:constr type="t" for="ch" forName="wedge2Tx" refType="h" fact="0.515"/>
              <dgm:constr type="w" for="ch" forName="wedge2Tx" refType="w" fact="0.31"/>
              <dgm:constr type="h" for="ch" forName="wedge2Tx" refType="h" fact="0.25"/>
              <dgm:constr type="l" for="ch" forName="wedge3" refType="w" fact="0.08"/>
              <dgm:constr type="t" for="ch" forName="wedge3" refType="w" fact="0.08"/>
              <dgm:constr type="w" for="ch" forName="wedge3" refType="w" fact="0.84"/>
              <dgm:constr type="h" for="ch" forName="wedge3" refType="h" fact="0.84"/>
              <dgm:constr type="l" for="ch" forName="wedge3Tx" refType="w" fact="0.175"/>
              <dgm:constr type="t" for="ch" forName="wedge3Tx" refType="h" fact="0.515"/>
              <dgm:constr type="w" for="ch" forName="wedge3Tx" refType="w" fact="0.31"/>
              <dgm:constr type="h" for="ch" forName="wedge3Tx" refType="h" fact="0.25"/>
              <dgm:constr type="l" for="ch" forName="wedge4" refType="w" fact="0.0446"/>
              <dgm:constr type="t" for="ch" forName="wedge4" refType="h" fact="0.0446"/>
              <dgm:constr type="w" for="ch" forName="wedge4" refType="w" fact="0.84"/>
              <dgm:constr type="h" for="ch" forName="wedge4" refType="h" fact="0.84"/>
              <dgm:constr type="l" for="ch" forName="wedge4Tx" refType="w" fact="0.145"/>
              <dgm:constr type="t" for="ch" forName="wedge4Tx" refType="h" fact="0.2"/>
              <dgm:constr type="w" for="ch" forName="wedge4Tx" refType="w" fact="0.31"/>
              <dgm:constr type="h" for="ch" forName="wedge4Tx" refType="h" fact="0.25"/>
              <dgm:constr type="primFontSz" for="ch" ptType="node" op="equ"/>
            </dgm:constrLst>
          </dgm:else>
        </dgm:choose>
      </dgm:if>
      <dgm:if name="Name11" axis="ch" ptType="node" func="cnt" op="equ" val="5">
        <dgm:choose name="Name12">
          <dgm:if name="Name13" func="var" arg="dir" op="equ" val="norm">
            <dgm:constrLst>
              <dgm:constr type="l" for="ch" forName="wedge1" refType="w" fact="0.1094"/>
              <dgm:constr type="t" for="ch" forName="wedge1" refType="w" fact="0.0395"/>
              <dgm:constr type="w" for="ch" forName="wedge1" refType="w" fact="0.84"/>
              <dgm:constr type="h" for="ch" forName="wedge1" refType="h" fact="0.84"/>
              <dgm:constr type="l" for="ch" forName="wedge1Tx" refType="w" fact="0.54"/>
              <dgm:constr type="t" for="ch" forName="wedge1Tx" refType="h" fact="0.165"/>
              <dgm:constr type="w" for="ch" forName="wedge1Tx" refType="w" fact="0.285"/>
              <dgm:constr type="h" for="ch" forName="wedge1Tx" refType="h" fact="0.195"/>
              <dgm:constr type="l" for="ch" forName="wedge2" refType="w" fact="0.08"/>
              <dgm:constr type="t" for="ch" forName="wedge2" refType="w" fact="0.08"/>
              <dgm:constr type="w" for="ch" forName="wedge2" refType="w" fact="0.84"/>
              <dgm:constr type="h" for="ch" forName="wedge2" refType="h" fact="0.84"/>
              <dgm:constr type="l" for="ch" forName="wedge2Tx" refType="w" fact="0.629"/>
              <dgm:constr type="t" for="ch" forName="wedge2Tx" refType="h" fact="0.46"/>
              <dgm:constr type="w" for="ch" forName="wedge2Tx" refType="w" fact="0.25"/>
              <dgm:constr type="h" for="ch" forName="wedge2Tx" refType="h" fact="0.211"/>
              <dgm:constr type="l" for="ch" forName="wedge3" refType="w" fact="0.08"/>
              <dgm:constr type="t" for="ch" forName="wedge3" refType="w" fact="0.08"/>
              <dgm:constr type="w" for="ch" forName="wedge3" refType="w" fact="0.84"/>
              <dgm:constr type="h" for="ch" forName="wedge3" refType="h" fact="0.84"/>
              <dgm:constr type="l" for="ch" forName="wedge3Tx" refType="w" fact="0.35"/>
              <dgm:constr type="t" for="ch" forName="wedge3Tx" refType="h" fact="0.71"/>
              <dgm:constr type="w" for="ch" forName="wedge3Tx" refType="w" fact="0.3"/>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12"/>
              <dgm:constr type="t" for="ch" forName="wedge4Tx" refType="h" fact="0.46"/>
              <dgm:constr type="w" for="ch" forName="wedge4Tx" refType="w" fact="0.25"/>
              <dgm:constr type="h" for="ch" forName="wedge4Tx" refType="h" fact="0.211"/>
              <dgm:constr type="l" for="ch" forName="wedge5" refType="w" fact="0.08"/>
              <dgm:constr type="t" for="ch" forName="wedge5" refType="h" fact="0.08"/>
              <dgm:constr type="w" for="ch" forName="wedge5" refType="w" fact="0.84"/>
              <dgm:constr type="h" for="ch" forName="wedge5" refType="h" fact="0.84"/>
              <dgm:constr type="l" for="ch" forName="wedge5Tx" refType="w" fact="0.2025"/>
              <dgm:constr type="t" for="ch" forName="wedge5Tx" refType="h" fact="0.208"/>
              <dgm:constr type="w" for="ch" forName="wedge5Tx" refType="w" fact="0.285"/>
              <dgm:constr type="h" for="ch" forName="wedge5Tx" refType="h" fact="0.195"/>
              <dgm:constr type="primFontSz" for="ch" ptType="node" op="equ"/>
            </dgm:constrLst>
          </dgm:if>
          <dgm:else name="Name14">
            <dgm:constrLst>
              <dgm:constr type="l" for="ch" forName="wedge1" refType="w" fact="0.08"/>
              <dgm:constr type="t" for="ch" forName="wedge1" refType="w" fact="0.08"/>
              <dgm:constr type="w" for="ch" forName="wedge1" refType="w" fact="0.84"/>
              <dgm:constr type="h" for="ch" forName="wedge1" refType="h" fact="0.84"/>
              <dgm:constr type="l" for="ch" forName="wedge1Tx" refType="w" fact="0.51"/>
              <dgm:constr type="t" for="ch" forName="wedge1Tx" refType="h" fact="0.208"/>
              <dgm:constr type="w" for="ch" forName="wedge1Tx" refType="w" fact="0.285"/>
              <dgm:constr type="h" for="ch" forName="wedge1Tx" refType="h" fact="0.195"/>
              <dgm:constr type="l" for="ch" forName="wedge2" refType="w" fact="0.08"/>
              <dgm:constr type="t" for="ch" forName="wedge2" refType="w" fact="0.08"/>
              <dgm:constr type="w" for="ch" forName="wedge2" refType="w" fact="0.84"/>
              <dgm:constr type="h" for="ch" forName="wedge2" refType="h" fact="0.84"/>
              <dgm:constr type="l" for="ch" forName="wedge2Tx" refType="w" fact="0.629"/>
              <dgm:constr type="t" for="ch" forName="wedge2Tx" refType="h" fact="0.46"/>
              <dgm:constr type="w" for="ch" forName="wedge2Tx" refType="w" fact="0.25"/>
              <dgm:constr type="h" for="ch" forName="wedge2Tx" refType="h" fact="0.211"/>
              <dgm:constr type="l" for="ch" forName="wedge3" refType="w" fact="0.08"/>
              <dgm:constr type="t" for="ch" forName="wedge3" refType="w" fact="0.08"/>
              <dgm:constr type="w" for="ch" forName="wedge3" refType="w" fact="0.84"/>
              <dgm:constr type="h" for="ch" forName="wedge3" refType="h" fact="0.84"/>
              <dgm:constr type="l" for="ch" forName="wedge3Tx" refType="w" fact="0.35"/>
              <dgm:constr type="t" for="ch" forName="wedge3Tx" refType="h" fact="0.71"/>
              <dgm:constr type="w" for="ch" forName="wedge3Tx" refType="w" fact="0.3"/>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12"/>
              <dgm:constr type="t" for="ch" forName="wedge4Tx" refType="h" fact="0.46"/>
              <dgm:constr type="w" for="ch" forName="wedge4Tx" refType="w" fact="0.25"/>
              <dgm:constr type="h" for="ch" forName="wedge4Tx" refType="h" fact="0.211"/>
              <dgm:constr type="l" for="ch" forName="wedge5" refType="w" fact="0.0506"/>
              <dgm:constr type="t" for="ch" forName="wedge5" refType="h" fact="0.0395"/>
              <dgm:constr type="w" for="ch" forName="wedge5" refType="w" fact="0.84"/>
              <dgm:constr type="h" for="ch" forName="wedge5" refType="h" fact="0.84"/>
              <dgm:constr type="l" for="ch" forName="wedge5Tx" refType="w" fact="0.18"/>
              <dgm:constr type="t" for="ch" forName="wedge5Tx" refType="h" fact="0.165"/>
              <dgm:constr type="w" for="ch" forName="wedge5Tx" refType="w" fact="0.285"/>
              <dgm:constr type="h" for="ch" forName="wedge5Tx" refType="h" fact="0.195"/>
              <dgm:constr type="primFontSz" for="ch" ptType="node" op="equ"/>
            </dgm:constrLst>
          </dgm:else>
        </dgm:choose>
      </dgm:if>
      <dgm:if name="Name15" axis="ch" ptType="node" func="cnt" op="equ" val="6">
        <dgm:choose name="Name16">
          <dgm:if name="Name17" func="var" arg="dir" op="equ" val="norm">
            <dgm:constrLst>
              <dgm:constr type="l" for="ch" forName="wedge1" refType="w" fact="0.105"/>
              <dgm:constr type="t" for="ch" forName="wedge1" refType="w" fact="0.0367"/>
              <dgm:constr type="w" for="ch" forName="wedge1" refType="w" fact="0.84"/>
              <dgm:constr type="h" for="ch" forName="wedge1" refType="h" fact="0.84"/>
              <dgm:constr type="l" for="ch" forName="wedge1Tx" refType="w" fact="0.534"/>
              <dgm:constr type="t" for="ch" forName="wedge1Tx" refType="h" fact="0.1267"/>
              <dgm:constr type="w" for="ch" forName="wedge1Tx" refType="w" fact="0.245"/>
              <dgm:constr type="h" for="ch" forName="wedge1Tx" refType="h" fact="0.18"/>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415"/>
              <dgm:constr type="w" for="ch" forName="wedge2Tx" refType="w" fact="0.254"/>
              <dgm:constr type="h" for="ch" forName="wedge2Tx" refType="h" fact="0.17"/>
              <dgm:constr type="l" for="ch" forName="wedge3" refType="w" fact="0.08"/>
              <dgm:constr type="t" for="ch" forName="wedge3" refType="w" fact="0.08"/>
              <dgm:constr type="w" for="ch" forName="wedge3" refType="w" fact="0.84"/>
              <dgm:constr type="h" for="ch" forName="wedge3" refType="h" fact="0.84"/>
              <dgm:constr type="l" for="ch" forName="wedge3Tx" refType="w" fact="0.509"/>
              <dgm:constr type="t" for="ch" forName="wedge3Tx" refType="h" fact="0.65"/>
              <dgm:constr type="w" for="ch" forName="wedge3Tx" refType="w" fact="0.245"/>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246"/>
              <dgm:constr type="t" for="ch" forName="wedge4Tx" refType="h" fact="0.65"/>
              <dgm:constr type="w" for="ch" forName="wedge4Tx" refType="w" fact="0.245"/>
              <dgm:constr type="h" for="ch" forName="wedge4Tx" refType="h" fact="0.18"/>
              <dgm:constr type="l" for="ch" forName="wedge5" refType="w" fact="0.08"/>
              <dgm:constr type="t" for="ch" forName="wedge5" refType="h" fact="0.08"/>
              <dgm:constr type="w" for="ch" forName="wedge5" refType="w" fact="0.84"/>
              <dgm:constr type="h" for="ch" forName="wedge5" refType="h" fact="0.84"/>
              <dgm:constr type="l" for="ch" forName="wedge5Tx" refType="w" fact="0.093"/>
              <dgm:constr type="t" for="ch" forName="wedge5Tx" refType="h" fact="0.415"/>
              <dgm:constr type="w" for="ch" forName="wedge5Tx" refType="w" fact="0.254"/>
              <dgm:constr type="h" for="ch" forName="wedge5Tx" refType="h" fact="0.17"/>
              <dgm:constr type="l" for="ch" forName="wedge6" refType="w" fact="0.08"/>
              <dgm:constr type="t" for="ch" forName="wedge6" refType="h" fact="0.08"/>
              <dgm:constr type="w" for="ch" forName="wedge6" refType="w" fact="0.84"/>
              <dgm:constr type="h" for="ch" forName="wedge6" refType="h" fact="0.84"/>
              <dgm:constr type="l" for="ch" forName="wedge6Tx" refType="w" fact="0.246"/>
              <dgm:constr type="t" for="ch" forName="wedge6Tx" refType="h" fact="0.17"/>
              <dgm:constr type="w" for="ch" forName="wedge6Tx" refType="w" fact="0.245"/>
              <dgm:constr type="h" for="ch" forName="wedge6Tx" refType="h" fact="0.18"/>
              <dgm:constr type="primFontSz" for="ch" ptType="node" op="equ"/>
            </dgm:constrLst>
          </dgm:if>
          <dgm:else name="Name18">
            <dgm:constrLst>
              <dgm:constr type="l" for="ch" forName="wedge1" refType="w" fact="0.08"/>
              <dgm:constr type="t" for="ch" forName="wedge1" refType="w" fact="0.08"/>
              <dgm:constr type="w" for="ch" forName="wedge1" refType="w" fact="0.84"/>
              <dgm:constr type="h" for="ch" forName="wedge1" refType="h" fact="0.84"/>
              <dgm:constr type="l" for="ch" forName="wedge1Tx" refType="w" fact="0.509"/>
              <dgm:constr type="t" for="ch" forName="wedge1Tx" refType="h" fact="0.17"/>
              <dgm:constr type="w" for="ch" forName="wedge1Tx" refType="w" fact="0.245"/>
              <dgm:constr type="h" for="ch" forName="wedge1Tx" refType="h" fact="0.18"/>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415"/>
              <dgm:constr type="w" for="ch" forName="wedge2Tx" refType="w" fact="0.254"/>
              <dgm:constr type="h" for="ch" forName="wedge2Tx" refType="h" fact="0.17"/>
              <dgm:constr type="l" for="ch" forName="wedge3" refType="w" fact="0.08"/>
              <dgm:constr type="t" for="ch" forName="wedge3" refType="w" fact="0.08"/>
              <dgm:constr type="w" for="ch" forName="wedge3" refType="w" fact="0.84"/>
              <dgm:constr type="h" for="ch" forName="wedge3" refType="h" fact="0.84"/>
              <dgm:constr type="l" for="ch" forName="wedge3Tx" refType="w" fact="0.509"/>
              <dgm:constr type="t" for="ch" forName="wedge3Tx" refType="h" fact="0.65"/>
              <dgm:constr type="w" for="ch" forName="wedge3Tx" refType="w" fact="0.245"/>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246"/>
              <dgm:constr type="t" for="ch" forName="wedge4Tx" refType="h" fact="0.65"/>
              <dgm:constr type="w" for="ch" forName="wedge4Tx" refType="w" fact="0.245"/>
              <dgm:constr type="h" for="ch" forName="wedge4Tx" refType="h" fact="0.18"/>
              <dgm:constr type="l" for="ch" forName="wedge5" refType="w" fact="0.08"/>
              <dgm:constr type="t" for="ch" forName="wedge5" refType="h" fact="0.08"/>
              <dgm:constr type="w" for="ch" forName="wedge5" refType="w" fact="0.84"/>
              <dgm:constr type="h" for="ch" forName="wedge5" refType="h" fact="0.84"/>
              <dgm:constr type="l" for="ch" forName="wedge5Tx" refType="w" fact="0.093"/>
              <dgm:constr type="t" for="ch" forName="wedge5Tx" refType="h" fact="0.415"/>
              <dgm:constr type="w" for="ch" forName="wedge5Tx" refType="w" fact="0.254"/>
              <dgm:constr type="h" for="ch" forName="wedge5Tx" refType="h" fact="0.17"/>
              <dgm:constr type="l" for="ch" forName="wedge6" refType="w" fact="0.055"/>
              <dgm:constr type="t" for="ch" forName="wedge6" refType="h" fact="0.0367"/>
              <dgm:constr type="w" for="ch" forName="wedge6" refType="w" fact="0.84"/>
              <dgm:constr type="h" for="ch" forName="wedge6" refType="h" fact="0.84"/>
              <dgm:constr type="l" for="ch" forName="wedge6Tx" refType="w" fact="0.221"/>
              <dgm:constr type="t" for="ch" forName="wedge6Tx" refType="h" fact="0.1267"/>
              <dgm:constr type="w" for="ch" forName="wedge6Tx" refType="w" fact="0.245"/>
              <dgm:constr type="h" for="ch" forName="wedge6Tx" refType="h" fact="0.18"/>
              <dgm:constr type="primFontSz" for="ch" ptType="node" op="equ"/>
            </dgm:constrLst>
          </dgm:else>
        </dgm:choose>
      </dgm:if>
      <dgm:else name="Name19">
        <dgm:choose name="Name20">
          <dgm:if name="Name21" func="var" arg="dir" op="equ" val="norm">
            <dgm:constrLst>
              <dgm:constr type="l" for="ch" forName="wedge1" refType="w" fact="0.1017"/>
              <dgm:constr type="t" for="ch" forName="wedge1" refType="w" fact="0.035"/>
              <dgm:constr type="w" for="ch" forName="wedge1" refType="w" fact="0.84"/>
              <dgm:constr type="h" for="ch" forName="wedge1" refType="h" fact="0.84"/>
              <dgm:constr type="l" for="ch" forName="wedge1Tx" refType="w" fact="0.53"/>
              <dgm:constr type="t" for="ch" forName="wedge1Tx" refType="h" fact="0.115"/>
              <dgm:constr type="w" for="ch" forName="wedge1Tx" refType="w" fact="0.23"/>
              <dgm:constr type="h" for="ch" forName="wedge1Tx" refType="h" fact="0.145"/>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38"/>
              <dgm:constr type="w" for="ch" forName="wedge2Tx" refType="w" fact="0.244"/>
              <dgm:constr type="h" for="ch" forName="wedge2Tx" refType="h" fact="0.155"/>
              <dgm:constr type="l" for="ch" forName="wedge3" refType="w" fact="0.08"/>
              <dgm:constr type="t" for="ch" forName="wedge3" refType="w" fact="0.08"/>
              <dgm:constr type="w" for="ch" forName="wedge3" refType="w" fact="0.84"/>
              <dgm:constr type="h" for="ch" forName="wedge3" refType="h" fact="0.84"/>
              <dgm:constr type="l" for="ch" forName="wedge3Tx" refType="w" fact="0.62"/>
              <dgm:constr type="t" for="ch" forName="wedge3Tx" refType="h" fact="0.58"/>
              <dgm:constr type="w" for="ch" forName="wedge3Tx" refType="w" fact="0.22"/>
              <dgm:constr type="h" for="ch" forName="wedge3Tx" refType="h" fact="0.16"/>
              <dgm:constr type="l" for="ch" forName="wedge4" refType="w" fact="0.08"/>
              <dgm:constr type="t" for="ch" forName="wedge4" refType="h" fact="0.08"/>
              <dgm:constr type="w" for="ch" forName="wedge4" refType="w" fact="0.84"/>
              <dgm:constr type="h" for="ch" forName="wedge4" refType="h" fact="0.84"/>
              <dgm:constr type="l" for="ch" forName="wedge4Tx" refType="w" fact="0.3875"/>
              <dgm:constr type="t" for="ch" forName="wedge4Tx" refType="h" fact="0.74"/>
              <dgm:constr type="w" for="ch" forName="wedge4Tx" refType="w" fact="0.225"/>
              <dgm:constr type="h" for="ch" forName="wedge4Tx" refType="h" fact="0.16"/>
              <dgm:constr type="l" for="ch" forName="wedge5" refType="w" fact="0.08"/>
              <dgm:constr type="t" for="ch" forName="wedge5" refType="h" fact="0.08"/>
              <dgm:constr type="w" for="ch" forName="wedge5" refType="w" fact="0.84"/>
              <dgm:constr type="h" for="ch" forName="wedge5" refType="h" fact="0.84"/>
              <dgm:constr type="l" for="ch" forName="wedge5Tx" refType="w" fact="0.16"/>
              <dgm:constr type="t" for="ch" forName="wedge5Tx" refType="h" fact="0.58"/>
              <dgm:constr type="w" for="ch" forName="wedge5Tx" refType="w" fact="0.22"/>
              <dgm:constr type="h" for="ch" forName="wedge5Tx" refType="h" fact="0.16"/>
              <dgm:constr type="l" for="ch" forName="wedge6" refType="w" fact="0.08"/>
              <dgm:constr type="t" for="ch" forName="wedge6" refType="h" fact="0.08"/>
              <dgm:constr type="w" for="ch" forName="wedge6" refType="w" fact="0.84"/>
              <dgm:constr type="h" for="ch" forName="wedge6" refType="h" fact="0.84"/>
              <dgm:constr type="l" for="ch" forName="wedge6Tx" refType="w" fact="0.101"/>
              <dgm:constr type="t" for="ch" forName="wedge6Tx" refType="h" fact="0.38"/>
              <dgm:constr type="w" for="ch" forName="wedge6Tx" refType="w" fact="0.244"/>
              <dgm:constr type="h" for="ch" forName="wedge6Tx" refType="h" fact="0.155"/>
              <dgm:constr type="l" for="ch" forName="wedge7" refType="w" fact="0.08"/>
              <dgm:constr type="t" for="ch" forName="wedge7" refType="h" fact="0.08"/>
              <dgm:constr type="w" for="ch" forName="wedge7" refType="w" fact="0.84"/>
              <dgm:constr type="h" for="ch" forName="wedge7" refType="h" fact="0.84"/>
              <dgm:constr type="l" for="ch" forName="wedge7Tx" refType="w" fact="0.262"/>
              <dgm:constr type="t" for="ch" forName="wedge7Tx" refType="h" fact="0.16"/>
              <dgm:constr type="w" for="ch" forName="wedge7Tx" refType="w" fact="0.23"/>
              <dgm:constr type="h" for="ch" forName="wedge7Tx" refType="h" fact="0.145"/>
              <dgm:constr type="primFontSz" for="ch" ptType="node" op="equ"/>
            </dgm:constrLst>
          </dgm:if>
          <dgm:else name="Name22">
            <dgm:constrLst>
              <dgm:constr type="l" for="ch" forName="wedge1" refType="w" fact="0.08"/>
              <dgm:constr type="t" for="ch" forName="wedge1" refType="w" fact="0.08"/>
              <dgm:constr type="w" for="ch" forName="wedge1" refType="w" fact="0.84"/>
              <dgm:constr type="h" for="ch" forName="wedge1" refType="h" fact="0.84"/>
              <dgm:constr type="l" for="ch" forName="wedge1Tx" refType="w" fact="0.508"/>
              <dgm:constr type="t" for="ch" forName="wedge1Tx" refType="h" fact="0.16"/>
              <dgm:constr type="w" for="ch" forName="wedge1Tx" refType="w" fact="0.23"/>
              <dgm:constr type="h" for="ch" forName="wedge1Tx" refType="h" fact="0.145"/>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38"/>
              <dgm:constr type="w" for="ch" forName="wedge2Tx" refType="w" fact="0.244"/>
              <dgm:constr type="h" for="ch" forName="wedge2Tx" refType="h" fact="0.155"/>
              <dgm:constr type="l" for="ch" forName="wedge3" refType="w" fact="0.08"/>
              <dgm:constr type="t" for="ch" forName="wedge3" refType="w" fact="0.08"/>
              <dgm:constr type="w" for="ch" forName="wedge3" refType="w" fact="0.84"/>
              <dgm:constr type="h" for="ch" forName="wedge3" refType="h" fact="0.84"/>
              <dgm:constr type="l" for="ch" forName="wedge3Tx" refType="w" fact="0.62"/>
              <dgm:constr type="t" for="ch" forName="wedge3Tx" refType="h" fact="0.58"/>
              <dgm:constr type="w" for="ch" forName="wedge3Tx" refType="w" fact="0.22"/>
              <dgm:constr type="h" for="ch" forName="wedge3Tx" refType="h" fact="0.16"/>
              <dgm:constr type="l" for="ch" forName="wedge4" refType="w" fact="0.08"/>
              <dgm:constr type="t" for="ch" forName="wedge4" refType="h" fact="0.08"/>
              <dgm:constr type="w" for="ch" forName="wedge4" refType="w" fact="0.84"/>
              <dgm:constr type="h" for="ch" forName="wedge4" refType="h" fact="0.84"/>
              <dgm:constr type="l" for="ch" forName="wedge4Tx" refType="w" fact="0.3875"/>
              <dgm:constr type="t" for="ch" forName="wedge4Tx" refType="h" fact="0.74"/>
              <dgm:constr type="w" for="ch" forName="wedge4Tx" refType="w" fact="0.225"/>
              <dgm:constr type="h" for="ch" forName="wedge4Tx" refType="h" fact="0.16"/>
              <dgm:constr type="l" for="ch" forName="wedge5" refType="w" fact="0.08"/>
              <dgm:constr type="t" for="ch" forName="wedge5" refType="h" fact="0.08"/>
              <dgm:constr type="w" for="ch" forName="wedge5" refType="w" fact="0.84"/>
              <dgm:constr type="h" for="ch" forName="wedge5" refType="h" fact="0.84"/>
              <dgm:constr type="l" for="ch" forName="wedge5Tx" refType="w" fact="0.16"/>
              <dgm:constr type="t" for="ch" forName="wedge5Tx" refType="h" fact="0.58"/>
              <dgm:constr type="w" for="ch" forName="wedge5Tx" refType="w" fact="0.22"/>
              <dgm:constr type="h" for="ch" forName="wedge5Tx" refType="h" fact="0.16"/>
              <dgm:constr type="l" for="ch" forName="wedge6" refType="w" fact="0.08"/>
              <dgm:constr type="t" for="ch" forName="wedge6" refType="h" fact="0.08"/>
              <dgm:constr type="w" for="ch" forName="wedge6" refType="w" fact="0.84"/>
              <dgm:constr type="h" for="ch" forName="wedge6" refType="h" fact="0.84"/>
              <dgm:constr type="l" for="ch" forName="wedge6Tx" refType="w" fact="0.101"/>
              <dgm:constr type="t" for="ch" forName="wedge6Tx" refType="h" fact="0.38"/>
              <dgm:constr type="w" for="ch" forName="wedge6Tx" refType="w" fact="0.244"/>
              <dgm:constr type="h" for="ch" forName="wedge6Tx" refType="h" fact="0.155"/>
              <dgm:constr type="l" for="ch" forName="wedge7" refType="w" fact="0.0583"/>
              <dgm:constr type="t" for="ch" forName="wedge7" refType="h" fact="0.035"/>
              <dgm:constr type="w" for="ch" forName="wedge7" refType="w" fact="0.84"/>
              <dgm:constr type="h" for="ch" forName="wedge7" refType="h" fact="0.84"/>
              <dgm:constr type="l" for="ch" forName="wedge7Tx" refType="w" fact="0.2403"/>
              <dgm:constr type="t" for="ch" forName="wedge7Tx" refType="h" fact="0.115"/>
              <dgm:constr type="w" for="ch" forName="wedge7Tx" refType="w" fact="0.23"/>
              <dgm:constr type="h" for="ch" forName="wedge7Tx" refType="h" fact="0.145"/>
              <dgm:constr type="primFontSz" for="ch" ptType="node" op="equ"/>
            </dgm:constrLst>
          </dgm:else>
        </dgm:choose>
      </dgm:else>
    </dgm:choose>
    <dgm:ruleLst/>
    <dgm:choose name="Name23">
      <dgm:if name="Name24" axis="ch" ptType="node" func="cnt" op="gte" val="1">
        <dgm:layoutNode name="wedge1">
          <dgm:alg type="sp"/>
          <dgm:choose name="Name25">
            <dgm:if name="Name26" axis="ch" ptType="node" func="cnt" op="equ" val="1">
              <dgm:shape xmlns:r="http://schemas.openxmlformats.org/officeDocument/2006/relationships" type="ellipse" r:blip="">
                <dgm:adjLst/>
              </dgm:shape>
            </dgm:if>
            <dgm:if name="Name27" axis="ch" ptType="node" func="cnt" op="equ" val="2">
              <dgm:shape xmlns:r="http://schemas.openxmlformats.org/officeDocument/2006/relationships" type="pie" r:blip="">
                <dgm:adjLst>
                  <dgm:adj idx="1" val="270"/>
                  <dgm:adj idx="2" val="90"/>
                </dgm:adjLst>
              </dgm:shape>
            </dgm:if>
            <dgm:if name="Name28" axis="ch" ptType="node" func="cnt" op="equ" val="3">
              <dgm:shape xmlns:r="http://schemas.openxmlformats.org/officeDocument/2006/relationships" type="pie" r:blip="">
                <dgm:adjLst>
                  <dgm:adj idx="1" val="270"/>
                  <dgm:adj idx="2" val="30"/>
                </dgm:adjLst>
              </dgm:shape>
            </dgm:if>
            <dgm:if name="Name29" axis="ch" ptType="node" func="cnt" op="equ" val="4">
              <dgm:shape xmlns:r="http://schemas.openxmlformats.org/officeDocument/2006/relationships" type="pie" r:blip="">
                <dgm:adjLst>
                  <dgm:adj idx="1" val="270"/>
                  <dgm:adj idx="2" val="0"/>
                </dgm:adjLst>
              </dgm:shape>
            </dgm:if>
            <dgm:if name="Name30" axis="ch" ptType="node" func="cnt" op="equ" val="5">
              <dgm:shape xmlns:r="http://schemas.openxmlformats.org/officeDocument/2006/relationships" type="pie" r:blip="">
                <dgm:adjLst>
                  <dgm:adj idx="1" val="270"/>
                  <dgm:adj idx="2" val="342"/>
                </dgm:adjLst>
              </dgm:shape>
            </dgm:if>
            <dgm:if name="Name31" axis="ch" ptType="node" func="cnt" op="equ" val="6">
              <dgm:shape xmlns:r="http://schemas.openxmlformats.org/officeDocument/2006/relationships" type="pie" r:blip="">
                <dgm:adjLst>
                  <dgm:adj idx="1" val="270"/>
                  <dgm:adj idx="2" val="330"/>
                </dgm:adjLst>
              </dgm:shape>
            </dgm:if>
            <dgm:else name="Name32">
              <dgm:shape xmlns:r="http://schemas.openxmlformats.org/officeDocument/2006/relationships" type="pie" r:blip="">
                <dgm:adjLst>
                  <dgm:adj idx="1" val="270"/>
                  <dgm:adj idx="2" val="321.4286"/>
                </dgm:adjLst>
              </dgm:shape>
            </dgm:else>
          </dgm:choose>
          <dgm:choose name="Name33">
            <dgm:if name="Name34" func="var" arg="dir" op="equ" val="norm">
              <dgm:presOf axis="ch desOrSelf" ptType="node node" st="1 1" cnt="1 0"/>
            </dgm:if>
            <dgm:else name="Name35">
              <dgm:choose name="Name36">
                <dgm:if name="Name37" axis="ch" ptType="node" func="cnt" op="equ" val="1">
                  <dgm:presOf axis="ch desOrSelf" ptType="node node" st="1 1" cnt="1 0"/>
                </dgm:if>
                <dgm:if name="Name38" axis="ch" ptType="node" func="cnt" op="equ" val="2">
                  <dgm:presOf axis="ch desOrSelf" ptType="node node" st="2 1" cnt="1 0"/>
                </dgm:if>
                <dgm:if name="Name39" axis="ch" ptType="node" func="cnt" op="equ" val="3">
                  <dgm:presOf axis="ch desOrSelf" ptType="node node" st="3 1" cnt="1 0"/>
                </dgm:if>
                <dgm:if name="Name40" axis="ch" ptType="node" func="cnt" op="equ" val="4">
                  <dgm:presOf axis="ch desOrSelf" ptType="node node" st="4 1" cnt="1 0"/>
                </dgm:if>
                <dgm:if name="Name41" axis="ch" ptType="node" func="cnt" op="equ" val="5">
                  <dgm:presOf axis="ch desOrSelf" ptType="node node" st="5 1" cnt="1 0"/>
                </dgm:if>
                <dgm:if name="Name42" axis="ch" ptType="node" func="cnt" op="equ" val="6">
                  <dgm:presOf axis="ch desOrSelf" ptType="node node" st="6 1" cnt="1 0"/>
                </dgm:if>
                <dgm:else name="Name43">
                  <dgm:presOf axis="ch desOrSelf" ptType="node node" st="7 1" cnt="1 0"/>
                </dgm:else>
              </dgm:choose>
            </dgm:else>
          </dgm:choose>
          <dgm:constrLst/>
          <dgm:ruleLst/>
        </dgm:layoutNode>
        <dgm:layoutNode name="wedge1Tx" moveWith="wedge1">
          <dgm:varLst>
            <dgm:chMax val="0"/>
            <dgm:chPref val="0"/>
            <dgm:bulletEnabled val="1"/>
          </dgm:varLst>
          <dgm:alg type="tx"/>
          <dgm:shape xmlns:r="http://schemas.openxmlformats.org/officeDocument/2006/relationships" type="rect" r:blip="" hideGeom="1">
            <dgm:adjLst/>
          </dgm:shape>
          <dgm:choose name="Name44">
            <dgm:if name="Name45" func="var" arg="dir" op="equ" val="norm">
              <dgm:presOf axis="ch desOrSelf" ptType="node node" st="1 1" cnt="1 0"/>
            </dgm:if>
            <dgm:else name="Name46">
              <dgm:choose name="Name47">
                <dgm:if name="Name48" axis="ch" ptType="node" func="cnt" op="equ" val="1">
                  <dgm:presOf axis="ch desOrSelf" ptType="node node" st="1 1" cnt="1 0"/>
                </dgm:if>
                <dgm:if name="Name49" axis="ch" ptType="node" func="cnt" op="equ" val="2">
                  <dgm:presOf axis="ch desOrSelf" ptType="node node" st="2 1" cnt="1 0"/>
                </dgm:if>
                <dgm:if name="Name50" axis="ch" ptType="node" func="cnt" op="equ" val="3">
                  <dgm:presOf axis="ch desOrSelf" ptType="node node" st="3 1" cnt="1 0"/>
                </dgm:if>
                <dgm:if name="Name51" axis="ch" ptType="node" func="cnt" op="equ" val="4">
                  <dgm:presOf axis="ch desOrSelf" ptType="node node" st="4 1" cnt="1 0"/>
                </dgm:if>
                <dgm:if name="Name52" axis="ch" ptType="node" func="cnt" op="equ" val="5">
                  <dgm:presOf axis="ch desOrSelf" ptType="node node" st="5 1" cnt="1 0"/>
                </dgm:if>
                <dgm:if name="Name53" axis="ch" ptType="node" func="cnt" op="equ" val="6">
                  <dgm:presOf axis="ch desOrSelf" ptType="node node" st="6 1" cnt="1 0"/>
                </dgm:if>
                <dgm:else name="Name54">
                  <dgm:presOf axis="ch desOrSelf" ptType="node node" st="7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55"/>
    </dgm:choose>
    <dgm:choose name="Name56">
      <dgm:if name="Name57" axis="ch" ptType="node" func="cnt" op="gte" val="2">
        <dgm:layoutNode name="wedge2">
          <dgm:alg type="sp"/>
          <dgm:choose name="Name58">
            <dgm:if name="Name59" axis="ch" ptType="node" func="cnt" op="equ" val="2">
              <dgm:shape xmlns:r="http://schemas.openxmlformats.org/officeDocument/2006/relationships" type="pie" r:blip="">
                <dgm:adjLst>
                  <dgm:adj idx="1" val="90"/>
                  <dgm:adj idx="2" val="270"/>
                </dgm:adjLst>
              </dgm:shape>
            </dgm:if>
            <dgm:if name="Name60" axis="ch" ptType="node" func="cnt" op="equ" val="3">
              <dgm:shape xmlns:r="http://schemas.openxmlformats.org/officeDocument/2006/relationships" type="pie" r:blip="">
                <dgm:adjLst>
                  <dgm:adj idx="1" val="30"/>
                  <dgm:adj idx="2" val="150"/>
                </dgm:adjLst>
              </dgm:shape>
            </dgm:if>
            <dgm:if name="Name61" axis="ch" ptType="node" func="cnt" op="equ" val="4">
              <dgm:shape xmlns:r="http://schemas.openxmlformats.org/officeDocument/2006/relationships" type="pie" r:blip="">
                <dgm:adjLst>
                  <dgm:adj idx="1" val="0"/>
                  <dgm:adj idx="2" val="90"/>
                </dgm:adjLst>
              </dgm:shape>
            </dgm:if>
            <dgm:if name="Name62" axis="ch" ptType="node" func="cnt" op="equ" val="5">
              <dgm:shape xmlns:r="http://schemas.openxmlformats.org/officeDocument/2006/relationships" type="pie" r:blip="">
                <dgm:adjLst>
                  <dgm:adj idx="1" val="342"/>
                  <dgm:adj idx="2" val="54"/>
                </dgm:adjLst>
              </dgm:shape>
            </dgm:if>
            <dgm:if name="Name63" axis="ch" ptType="node" func="cnt" op="equ" val="6">
              <dgm:shape xmlns:r="http://schemas.openxmlformats.org/officeDocument/2006/relationships" type="pie" r:blip="">
                <dgm:adjLst>
                  <dgm:adj idx="1" val="330"/>
                  <dgm:adj idx="2" val="30"/>
                </dgm:adjLst>
              </dgm:shape>
            </dgm:if>
            <dgm:else name="Name64">
              <dgm:shape xmlns:r="http://schemas.openxmlformats.org/officeDocument/2006/relationships" type="pie" r:blip="">
                <dgm:adjLst>
                  <dgm:adj idx="1" val="321.4286"/>
                  <dgm:adj idx="2" val="12.85714"/>
                </dgm:adjLst>
              </dgm:shape>
            </dgm:else>
          </dgm:choose>
          <dgm:choose name="Name65">
            <dgm:if name="Name66" func="var" arg="dir" op="equ" val="norm">
              <dgm:presOf axis="ch desOrSelf" ptType="node node" st="2 1" cnt="1 0"/>
            </dgm:if>
            <dgm:else name="Name67">
              <dgm:choose name="Name68">
                <dgm:if name="Name69" axis="ch" ptType="node" func="cnt" op="equ" val="2">
                  <dgm:presOf axis="ch desOrSelf" ptType="node node" st="1 1" cnt="1 0"/>
                </dgm:if>
                <dgm:if name="Name70" axis="ch" ptType="node" func="cnt" op="equ" val="3">
                  <dgm:presOf axis="ch desOrSelf" ptType="node node" st="2 1" cnt="1 0"/>
                </dgm:if>
                <dgm:if name="Name71" axis="ch" ptType="node" func="cnt" op="equ" val="4">
                  <dgm:presOf axis="ch desOrSelf" ptType="node node" st="3 1" cnt="1 0"/>
                </dgm:if>
                <dgm:if name="Name72" axis="ch" ptType="node" func="cnt" op="equ" val="5">
                  <dgm:presOf axis="ch desOrSelf" ptType="node node" st="4 1" cnt="1 0"/>
                </dgm:if>
                <dgm:if name="Name73" axis="ch" ptType="node" func="cnt" op="equ" val="6">
                  <dgm:presOf axis="ch desOrSelf" ptType="node node" st="5 1" cnt="1 0"/>
                </dgm:if>
                <dgm:else name="Name74">
                  <dgm:presOf axis="ch desOrSelf" ptType="node node" st="6 1" cnt="1 0"/>
                </dgm:else>
              </dgm:choose>
            </dgm:else>
          </dgm:choose>
          <dgm:constrLst/>
          <dgm:ruleLst/>
        </dgm:layoutNode>
        <dgm:layoutNode name="wedge2Tx" moveWith="wedge2">
          <dgm:varLst>
            <dgm:chMax val="0"/>
            <dgm:chPref val="0"/>
            <dgm:bulletEnabled val="1"/>
          </dgm:varLst>
          <dgm:alg type="tx"/>
          <dgm:shape xmlns:r="http://schemas.openxmlformats.org/officeDocument/2006/relationships" type="rect" r:blip="" hideGeom="1">
            <dgm:adjLst/>
          </dgm:shape>
          <dgm:choose name="Name75">
            <dgm:if name="Name76" func="var" arg="dir" op="equ" val="norm">
              <dgm:presOf axis="ch desOrSelf" ptType="node node" st="2 1" cnt="1 0"/>
            </dgm:if>
            <dgm:else name="Name77">
              <dgm:choose name="Name78">
                <dgm:if name="Name79" axis="ch" ptType="node" func="cnt" op="equ" val="2">
                  <dgm:presOf axis="ch desOrSelf" ptType="node node" st="1 1" cnt="1 0"/>
                </dgm:if>
                <dgm:if name="Name80" axis="ch" ptType="node" func="cnt" op="equ" val="3">
                  <dgm:presOf axis="ch desOrSelf" ptType="node node" st="2 1" cnt="1 0"/>
                </dgm:if>
                <dgm:if name="Name81" axis="ch" ptType="node" func="cnt" op="equ" val="4">
                  <dgm:presOf axis="ch desOrSelf" ptType="node node" st="3 1" cnt="1 0"/>
                </dgm:if>
                <dgm:if name="Name82" axis="ch" ptType="node" func="cnt" op="equ" val="5">
                  <dgm:presOf axis="ch desOrSelf" ptType="node node" st="4 1" cnt="1 0"/>
                </dgm:if>
                <dgm:if name="Name83" axis="ch" ptType="node" func="cnt" op="equ" val="6">
                  <dgm:presOf axis="ch desOrSelf" ptType="node node" st="5 1" cnt="1 0"/>
                </dgm:if>
                <dgm:else name="Name84">
                  <dgm:presOf axis="ch desOrSelf" ptType="node node" st="6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85"/>
    </dgm:choose>
    <dgm:choose name="Name86">
      <dgm:if name="Name87" axis="ch" ptType="node" func="cnt" op="gte" val="3">
        <dgm:layoutNode name="wedge3">
          <dgm:alg type="sp"/>
          <dgm:choose name="Name88">
            <dgm:if name="Name89" axis="ch" ptType="node" func="cnt" op="equ" val="3">
              <dgm:shape xmlns:r="http://schemas.openxmlformats.org/officeDocument/2006/relationships" type="pie" r:blip="">
                <dgm:adjLst>
                  <dgm:adj idx="1" val="150"/>
                  <dgm:adj idx="2" val="270"/>
                </dgm:adjLst>
              </dgm:shape>
            </dgm:if>
            <dgm:if name="Name90" axis="ch" ptType="node" func="cnt" op="equ" val="4">
              <dgm:shape xmlns:r="http://schemas.openxmlformats.org/officeDocument/2006/relationships" type="pie" r:blip="">
                <dgm:adjLst>
                  <dgm:adj idx="1" val="90"/>
                  <dgm:adj idx="2" val="180"/>
                </dgm:adjLst>
              </dgm:shape>
            </dgm:if>
            <dgm:if name="Name91" axis="ch" ptType="node" func="cnt" op="equ" val="5">
              <dgm:shape xmlns:r="http://schemas.openxmlformats.org/officeDocument/2006/relationships" type="pie" r:blip="">
                <dgm:adjLst>
                  <dgm:adj idx="1" val="54"/>
                  <dgm:adj idx="2" val="126"/>
                </dgm:adjLst>
              </dgm:shape>
            </dgm:if>
            <dgm:if name="Name92" axis="ch" ptType="node" func="cnt" op="equ" val="6">
              <dgm:shape xmlns:r="http://schemas.openxmlformats.org/officeDocument/2006/relationships" type="pie" r:blip="">
                <dgm:adjLst>
                  <dgm:adj idx="1" val="30"/>
                  <dgm:adj idx="2" val="90"/>
                </dgm:adjLst>
              </dgm:shape>
            </dgm:if>
            <dgm:else name="Name93">
              <dgm:shape xmlns:r="http://schemas.openxmlformats.org/officeDocument/2006/relationships" type="pie" r:blip="">
                <dgm:adjLst>
                  <dgm:adj idx="1" val="12.85714"/>
                  <dgm:adj idx="2" val="64.28571"/>
                </dgm:adjLst>
              </dgm:shape>
            </dgm:else>
          </dgm:choose>
          <dgm:choose name="Name94">
            <dgm:if name="Name95" func="var" arg="dir" op="equ" val="norm">
              <dgm:presOf axis="ch desOrSelf" ptType="node node" st="3 1" cnt="1 0"/>
            </dgm:if>
            <dgm:else name="Name96">
              <dgm:choose name="Name97">
                <dgm:if name="Name98" axis="ch" ptType="node" func="cnt" op="equ" val="3">
                  <dgm:presOf axis="ch desOrSelf" ptType="node node" st="1 1" cnt="1 0"/>
                </dgm:if>
                <dgm:if name="Name99" axis="ch" ptType="node" func="cnt" op="equ" val="4">
                  <dgm:presOf axis="ch desOrSelf" ptType="node node" st="2 1" cnt="1 0"/>
                </dgm:if>
                <dgm:if name="Name100" axis="ch" ptType="node" func="cnt" op="equ" val="5">
                  <dgm:presOf axis="ch desOrSelf" ptType="node node" st="3 1" cnt="1 0"/>
                </dgm:if>
                <dgm:if name="Name101" axis="ch" ptType="node" func="cnt" op="equ" val="6">
                  <dgm:presOf axis="ch desOrSelf" ptType="node node" st="4 1" cnt="1 0"/>
                </dgm:if>
                <dgm:else name="Name102">
                  <dgm:presOf axis="ch desOrSelf" ptType="node node" st="5 1" cnt="1 0"/>
                </dgm:else>
              </dgm:choose>
            </dgm:else>
          </dgm:choose>
          <dgm:constrLst/>
          <dgm:ruleLst/>
        </dgm:layoutNode>
        <dgm:layoutNode name="wedge3Tx" moveWith="wedge3">
          <dgm:varLst>
            <dgm:chMax val="0"/>
            <dgm:chPref val="0"/>
            <dgm:bulletEnabled val="1"/>
          </dgm:varLst>
          <dgm:alg type="tx"/>
          <dgm:shape xmlns:r="http://schemas.openxmlformats.org/officeDocument/2006/relationships" type="rect" r:blip="" hideGeom="1">
            <dgm:adjLst/>
          </dgm:shape>
          <dgm:choose name="Name103">
            <dgm:if name="Name104" func="var" arg="dir" op="equ" val="norm">
              <dgm:presOf axis="ch desOrSelf" ptType="node node" st="3 1" cnt="1 0"/>
            </dgm:if>
            <dgm:else name="Name105">
              <dgm:choose name="Name106">
                <dgm:if name="Name107" axis="ch" ptType="node" func="cnt" op="equ" val="3">
                  <dgm:presOf axis="ch desOrSelf" ptType="node node" st="1 1" cnt="1 0"/>
                </dgm:if>
                <dgm:if name="Name108" axis="ch" ptType="node" func="cnt" op="equ" val="4">
                  <dgm:presOf axis="ch desOrSelf" ptType="node node" st="2 1" cnt="1 0"/>
                </dgm:if>
                <dgm:if name="Name109" axis="ch" ptType="node" func="cnt" op="equ" val="5">
                  <dgm:presOf axis="ch desOrSelf" ptType="node node" st="3 1" cnt="1 0"/>
                </dgm:if>
                <dgm:if name="Name110" axis="ch" ptType="node" func="cnt" op="equ" val="6">
                  <dgm:presOf axis="ch desOrSelf" ptType="node node" st="4 1" cnt="1 0"/>
                </dgm:if>
                <dgm:else name="Name111">
                  <dgm:presOf axis="ch desOrSelf" ptType="node node" st="5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12"/>
    </dgm:choose>
    <dgm:choose name="Name113">
      <dgm:if name="Name114" axis="ch" ptType="node" func="cnt" op="gte" val="4">
        <dgm:layoutNode name="wedge4">
          <dgm:alg type="sp"/>
          <dgm:choose name="Name115">
            <dgm:if name="Name116" axis="ch" ptType="node" func="cnt" op="equ" val="4">
              <dgm:shape xmlns:r="http://schemas.openxmlformats.org/officeDocument/2006/relationships" type="pie" r:blip="">
                <dgm:adjLst>
                  <dgm:adj idx="1" val="180"/>
                  <dgm:adj idx="2" val="270"/>
                </dgm:adjLst>
              </dgm:shape>
            </dgm:if>
            <dgm:if name="Name117" axis="ch" ptType="node" func="cnt" op="equ" val="5">
              <dgm:shape xmlns:r="http://schemas.openxmlformats.org/officeDocument/2006/relationships" type="pie" r:blip="">
                <dgm:adjLst>
                  <dgm:adj idx="1" val="126"/>
                  <dgm:adj idx="2" val="198"/>
                </dgm:adjLst>
              </dgm:shape>
            </dgm:if>
            <dgm:if name="Name118" axis="ch" ptType="node" func="cnt" op="equ" val="6">
              <dgm:shape xmlns:r="http://schemas.openxmlformats.org/officeDocument/2006/relationships" type="pie" r:blip="">
                <dgm:adjLst>
                  <dgm:adj idx="1" val="90"/>
                  <dgm:adj idx="2" val="150"/>
                </dgm:adjLst>
              </dgm:shape>
            </dgm:if>
            <dgm:else name="Name119">
              <dgm:shape xmlns:r="http://schemas.openxmlformats.org/officeDocument/2006/relationships" type="pie" r:blip="">
                <dgm:adjLst>
                  <dgm:adj idx="1" val="64.2871"/>
                  <dgm:adj idx="2" val="115.7143"/>
                </dgm:adjLst>
              </dgm:shape>
            </dgm:else>
          </dgm:choose>
          <dgm:choose name="Name120">
            <dgm:if name="Name121" func="var" arg="dir" op="equ" val="norm">
              <dgm:presOf axis="ch desOrSelf" ptType="node node" st="4 1" cnt="1 0"/>
            </dgm:if>
            <dgm:else name="Name122">
              <dgm:choose name="Name123">
                <dgm:if name="Name124" axis="ch" ptType="node" func="cnt" op="equ" val="4">
                  <dgm:presOf axis="ch desOrSelf" ptType="node node" st="1 1" cnt="1 0"/>
                </dgm:if>
                <dgm:if name="Name125" axis="ch" ptType="node" func="cnt" op="equ" val="5">
                  <dgm:presOf axis="ch desOrSelf" ptType="node node" st="2 1" cnt="1 0"/>
                </dgm:if>
                <dgm:if name="Name126" axis="ch" ptType="node" func="cnt" op="equ" val="6">
                  <dgm:presOf axis="ch desOrSelf" ptType="node node" st="3 1" cnt="1 0"/>
                </dgm:if>
                <dgm:else name="Name127">
                  <dgm:presOf axis="ch desOrSelf" ptType="node node" st="4 1" cnt="1 0"/>
                </dgm:else>
              </dgm:choose>
            </dgm:else>
          </dgm:choose>
          <dgm:constrLst/>
          <dgm:ruleLst/>
        </dgm:layoutNode>
        <dgm:layoutNode name="wedge4Tx" moveWith="wedge4">
          <dgm:varLst>
            <dgm:chMax val="0"/>
            <dgm:chPref val="0"/>
            <dgm:bulletEnabled val="1"/>
          </dgm:varLst>
          <dgm:alg type="tx"/>
          <dgm:shape xmlns:r="http://schemas.openxmlformats.org/officeDocument/2006/relationships" type="rect" r:blip="" hideGeom="1">
            <dgm:adjLst/>
          </dgm:shape>
          <dgm:choose name="Name128">
            <dgm:if name="Name129" func="var" arg="dir" op="equ" val="norm">
              <dgm:presOf axis="ch desOrSelf" ptType="node node" st="4 1" cnt="1 0"/>
            </dgm:if>
            <dgm:else name="Name130">
              <dgm:choose name="Name131">
                <dgm:if name="Name132" axis="ch" ptType="node" func="cnt" op="equ" val="4">
                  <dgm:presOf axis="ch desOrSelf" ptType="node node" st="1 1" cnt="1 0"/>
                </dgm:if>
                <dgm:if name="Name133" axis="ch" ptType="node" func="cnt" op="equ" val="5">
                  <dgm:presOf axis="ch desOrSelf" ptType="node node" st="2 1" cnt="1 0"/>
                </dgm:if>
                <dgm:if name="Name134" axis="ch" ptType="node" func="cnt" op="equ" val="6">
                  <dgm:presOf axis="ch desOrSelf" ptType="node node" st="3 1" cnt="1 0"/>
                </dgm:if>
                <dgm:else name="Name135">
                  <dgm:presOf axis="ch desOrSelf" ptType="node node" st="4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36"/>
    </dgm:choose>
    <dgm:choose name="Name137">
      <dgm:if name="Name138" axis="ch" ptType="node" func="cnt" op="gte" val="5">
        <dgm:layoutNode name="wedge5">
          <dgm:alg type="sp"/>
          <dgm:choose name="Name139">
            <dgm:if name="Name140" axis="ch" ptType="node" func="cnt" op="equ" val="5">
              <dgm:shape xmlns:r="http://schemas.openxmlformats.org/officeDocument/2006/relationships" type="pie" r:blip="">
                <dgm:adjLst>
                  <dgm:adj idx="1" val="198"/>
                  <dgm:adj idx="2" val="270"/>
                </dgm:adjLst>
              </dgm:shape>
            </dgm:if>
            <dgm:if name="Name141" axis="ch" ptType="node" func="cnt" op="equ" val="6">
              <dgm:shape xmlns:r="http://schemas.openxmlformats.org/officeDocument/2006/relationships" type="pie" r:blip="">
                <dgm:adjLst>
                  <dgm:adj idx="1" val="150"/>
                  <dgm:adj idx="2" val="210"/>
                </dgm:adjLst>
              </dgm:shape>
            </dgm:if>
            <dgm:else name="Name142">
              <dgm:shape xmlns:r="http://schemas.openxmlformats.org/officeDocument/2006/relationships" type="pie" r:blip="">
                <dgm:adjLst>
                  <dgm:adj idx="1" val="115.7143"/>
                  <dgm:adj idx="2" val="167.1429"/>
                </dgm:adjLst>
              </dgm:shape>
            </dgm:else>
          </dgm:choose>
          <dgm:choose name="Name143">
            <dgm:if name="Name144" func="var" arg="dir" op="equ" val="norm">
              <dgm:presOf axis="ch desOrSelf" ptType="node node" st="5 1" cnt="1 0"/>
            </dgm:if>
            <dgm:else name="Name145">
              <dgm:choose name="Name146">
                <dgm:if name="Name147" axis="ch" ptType="node" func="cnt" op="equ" val="5">
                  <dgm:presOf axis="ch desOrSelf" ptType="node node" st="1 1" cnt="1 0"/>
                </dgm:if>
                <dgm:if name="Name148" axis="ch" ptType="node" func="cnt" op="equ" val="6">
                  <dgm:presOf axis="ch desOrSelf" ptType="node node" st="2 1" cnt="1 0"/>
                </dgm:if>
                <dgm:else name="Name149">
                  <dgm:presOf axis="ch desOrSelf" ptType="node node" st="3 1" cnt="1 0"/>
                </dgm:else>
              </dgm:choose>
            </dgm:else>
          </dgm:choose>
          <dgm:constrLst/>
          <dgm:ruleLst/>
        </dgm:layoutNode>
        <dgm:layoutNode name="wedge5Tx" moveWith="wedge5">
          <dgm:varLst>
            <dgm:chMax val="0"/>
            <dgm:chPref val="0"/>
            <dgm:bulletEnabled val="1"/>
          </dgm:varLst>
          <dgm:alg type="tx"/>
          <dgm:shape xmlns:r="http://schemas.openxmlformats.org/officeDocument/2006/relationships" type="rect" r:blip="" hideGeom="1">
            <dgm:adjLst/>
          </dgm:shape>
          <dgm:choose name="Name150">
            <dgm:if name="Name151" func="var" arg="dir" op="equ" val="norm">
              <dgm:presOf axis="ch desOrSelf" ptType="node node" st="5 1" cnt="1 0"/>
            </dgm:if>
            <dgm:else name="Name152">
              <dgm:choose name="Name153">
                <dgm:if name="Name154" axis="ch" ptType="node" func="cnt" op="equ" val="5">
                  <dgm:presOf axis="ch desOrSelf" ptType="node node" st="1 1" cnt="1 0"/>
                </dgm:if>
                <dgm:if name="Name155" axis="ch" ptType="node" func="cnt" op="equ" val="6">
                  <dgm:presOf axis="ch desOrSelf" ptType="node node" st="2 1" cnt="1 0"/>
                </dgm:if>
                <dgm:else name="Name156">
                  <dgm:presOf axis="ch desOrSelf" ptType="node node" st="3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57"/>
    </dgm:choose>
    <dgm:choose name="Name158">
      <dgm:if name="Name159" axis="ch" ptType="node" func="cnt" op="gte" val="6">
        <dgm:layoutNode name="wedge6">
          <dgm:alg type="sp"/>
          <dgm:choose name="Name160">
            <dgm:if name="Name161" axis="ch" ptType="node" func="cnt" op="equ" val="6">
              <dgm:shape xmlns:r="http://schemas.openxmlformats.org/officeDocument/2006/relationships" type="pie" r:blip="">
                <dgm:adjLst>
                  <dgm:adj idx="1" val="210"/>
                  <dgm:adj idx="2" val="270"/>
                </dgm:adjLst>
              </dgm:shape>
            </dgm:if>
            <dgm:else name="Name162">
              <dgm:shape xmlns:r="http://schemas.openxmlformats.org/officeDocument/2006/relationships" type="pie" r:blip="">
                <dgm:adjLst>
                  <dgm:adj idx="1" val="167.1429"/>
                  <dgm:adj idx="2" val="218.5714"/>
                </dgm:adjLst>
              </dgm:shape>
            </dgm:else>
          </dgm:choose>
          <dgm:choose name="Name163">
            <dgm:if name="Name164" func="var" arg="dir" op="equ" val="norm">
              <dgm:presOf axis="ch desOrSelf" ptType="node node" st="6 1" cnt="1 0"/>
            </dgm:if>
            <dgm:else name="Name165">
              <dgm:choose name="Name166">
                <dgm:if name="Name167" axis="ch" ptType="node" func="cnt" op="equ" val="6">
                  <dgm:presOf axis="ch desOrSelf" ptType="node node" st="1 1" cnt="1 0"/>
                </dgm:if>
                <dgm:else name="Name168">
                  <dgm:presOf axis="ch desOrSelf" ptType="node node" st="2 1" cnt="1 0"/>
                </dgm:else>
              </dgm:choose>
            </dgm:else>
          </dgm:choose>
          <dgm:constrLst/>
          <dgm:ruleLst/>
        </dgm:layoutNode>
        <dgm:layoutNode name="wedge6Tx" moveWith="wedge6">
          <dgm:varLst>
            <dgm:chMax val="0"/>
            <dgm:chPref val="0"/>
            <dgm:bulletEnabled val="1"/>
          </dgm:varLst>
          <dgm:alg type="tx"/>
          <dgm:shape xmlns:r="http://schemas.openxmlformats.org/officeDocument/2006/relationships" type="rect" r:blip="" hideGeom="1">
            <dgm:adjLst/>
          </dgm:shape>
          <dgm:choose name="Name169">
            <dgm:if name="Name170" func="var" arg="dir" op="equ" val="norm">
              <dgm:presOf axis="ch desOrSelf" ptType="node node" st="6 1" cnt="1 0"/>
            </dgm:if>
            <dgm:else name="Name171">
              <dgm:choose name="Name172">
                <dgm:if name="Name173" axis="ch" ptType="node" func="cnt" op="equ" val="6">
                  <dgm:presOf axis="ch desOrSelf" ptType="node node" st="1 1" cnt="1 0"/>
                </dgm:if>
                <dgm:else name="Name174">
                  <dgm:presOf axis="ch desOrSelf" ptType="node node" st="2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75"/>
    </dgm:choose>
    <dgm:choose name="Name176">
      <dgm:if name="Name177" axis="ch" ptType="node" func="cnt" op="gte" val="7">
        <dgm:layoutNode name="wedge7">
          <dgm:alg type="sp"/>
          <dgm:shape xmlns:r="http://schemas.openxmlformats.org/officeDocument/2006/relationships" type="pie" r:blip="">
            <dgm:adjLst>
              <dgm:adj idx="1" val="218.5714"/>
              <dgm:adj idx="2" val="270"/>
            </dgm:adjLst>
          </dgm:shape>
          <dgm:choose name="Name178">
            <dgm:if name="Name179" func="var" arg="dir" op="equ" val="norm">
              <dgm:presOf axis="ch desOrSelf" ptType="node node" st="7 1" cnt="1 0"/>
            </dgm:if>
            <dgm:else name="Name180">
              <dgm:presOf axis="ch desOrSelf" ptType="node node" st="1 1" cnt="1 0"/>
            </dgm:else>
          </dgm:choose>
          <dgm:constrLst/>
          <dgm:ruleLst/>
        </dgm:layoutNode>
        <dgm:layoutNode name="wedge7Tx" moveWith="wedge7">
          <dgm:varLst>
            <dgm:chMax val="0"/>
            <dgm:chPref val="0"/>
            <dgm:bulletEnabled val="1"/>
          </dgm:varLst>
          <dgm:alg type="tx"/>
          <dgm:shape xmlns:r="http://schemas.openxmlformats.org/officeDocument/2006/relationships" type="rect" r:blip="" hideGeom="1">
            <dgm:adjLst/>
          </dgm:shape>
          <dgm:choose name="Name181">
            <dgm:if name="Name182" func="var" arg="dir" op="equ" val="norm">
              <dgm:presOf axis="ch desOrSelf" ptType="node node" st="7 1" cnt="1 0"/>
            </dgm:if>
            <dgm:else name="Name183">
              <dgm:presOf axis="ch desOrSelf" ptType="node node" st="1 1" cnt="1 0"/>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84"/>
    </dgm:choose>
  </dgm:layoutNode>
</dgm:layoutDef>
</file>

<file path=ppt/diagrams/layout2.xml><?xml version="1.0" encoding="utf-8"?>
<dgm:layoutDef xmlns:dgm="http://schemas.openxmlformats.org/drawingml/2006/diagram" xmlns:a="http://schemas.openxmlformats.org/drawingml/2006/main" uniqueId="urn:microsoft.com/office/officeart/2005/8/layout/chart3">
  <dgm:title val=""/>
  <dgm:desc val=""/>
  <dgm:catLst>
    <dgm:cat type="relationship" pri="27000"/>
    <dgm:cat type="cycle" pri="8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ompositeShape">
    <dgm:varLst>
      <dgm:chMax val="7"/>
      <dgm:dir/>
      <dgm:resizeHandles val="exact"/>
    </dgm:varLst>
    <dgm:alg type="composite">
      <dgm:param type="horzAlign" val="ctr"/>
      <dgm:param type="vertAlign" val="mid"/>
      <dgm:param type="ar" val="1"/>
    </dgm:alg>
    <dgm:presOf/>
    <dgm:shape xmlns:r="http://schemas.openxmlformats.org/officeDocument/2006/relationships" r:blip="">
      <dgm:adjLst/>
    </dgm:shape>
    <dgm:choose name="Name0">
      <dgm:if name="Name1" axis="ch" ptType="node" func="cnt" op="equ" val="1">
        <dgm:constrLst>
          <dgm:constr type="l" for="ch" forName="wedge1" refType="w" fact="0.08"/>
          <dgm:constr type="t" for="ch" forName="wedge1" refType="w" fact="0.08"/>
          <dgm:constr type="w" for="ch" forName="wedge1" refType="w" fact="0.84"/>
          <dgm:constr type="h" for="ch" forName="wedge1" refType="h" fact="0.84"/>
          <dgm:constr type="l" for="ch" forName="wedge1Tx" refType="w" fact="0.205"/>
          <dgm:constr type="t" for="ch" forName="wedge1Tx" refType="h" fact="0.205"/>
          <dgm:constr type="w" for="ch" forName="wedge1Tx" refType="w" fact="0.59"/>
          <dgm:constr type="h" for="ch" forName="wedge1Tx" refType="h" fact="0.59"/>
          <dgm:constr type="primFontSz" for="ch" ptType="node" op="equ"/>
        </dgm:constrLst>
      </dgm:if>
      <dgm:if name="Name2" axis="ch" ptType="node" func="cnt" op="equ" val="2">
        <dgm:constrLst>
          <dgm:constr type="l" for="ch" forName="wedge1" refType="w" fact="0.1"/>
          <dgm:constr type="t" for="ch" forName="wedge1" refType="w" fact="0.08"/>
          <dgm:constr type="w" for="ch" forName="wedge1" refType="w" fact="0.84"/>
          <dgm:constr type="h" for="ch" forName="wedge1" refType="h" fact="0.84"/>
          <dgm:constr type="l" for="ch" forName="wedge1Tx" refType="w" fact="0.52"/>
          <dgm:constr type="t" for="ch" forName="wedge1Tx" refType="h" fact="0.205"/>
          <dgm:constr type="w" for="ch" forName="wedge1Tx" refType="w" fact="0.295"/>
          <dgm:constr type="h" for="ch" forName="wedge1Tx" refType="h" fact="0.59"/>
          <dgm:constr type="l" for="ch" forName="wedge2" refType="w" fact="0.08"/>
          <dgm:constr type="t" for="ch" forName="wedge2" refType="w" fact="0.08"/>
          <dgm:constr type="w" for="ch" forName="wedge2" refType="w" fact="0.84"/>
          <dgm:constr type="h" for="ch" forName="wedge2" refType="h" fact="0.84"/>
          <dgm:constr type="l" for="ch" forName="wedge2Tx" refType="w" fact="0.2"/>
          <dgm:constr type="t" for="ch" forName="wedge2Tx" refType="h" fact="0.205"/>
          <dgm:constr type="w" for="ch" forName="wedge2Tx" refType="w" fact="0.295"/>
          <dgm:constr type="h" for="ch" forName="wedge2Tx" refType="h" fact="0.59"/>
          <dgm:constr type="primFontSz" for="ch" ptType="node" op="equ"/>
        </dgm:constrLst>
      </dgm:if>
      <dgm:if name="Name3" axis="ch" ptType="node" func="cnt" op="equ" val="3">
        <dgm:choose name="Name4">
          <dgm:if name="Name5" func="var" arg="dir" op="equ" val="norm">
            <dgm:constrLst>
              <dgm:constr type="l" for="ch" forName="wedge1" refType="w" fact="0.1233"/>
              <dgm:constr type="t" for="ch" forName="wedge1" refType="w" fact="0.055"/>
              <dgm:constr type="w" for="ch" forName="wedge1" refType="w" fact="0.84"/>
              <dgm:constr type="h" for="ch" forName="wedge1" refType="h" fact="0.84"/>
              <dgm:constr type="l" for="ch" forName="wedge1Tx" refType="w" fact="0.58"/>
              <dgm:constr type="t" for="ch" forName="wedge1Tx" refType="h" fact="0.21"/>
              <dgm:constr type="w" for="ch" forName="wedge1Tx" refType="w" fact="0.285"/>
              <dgm:constr type="h" for="ch" forName="wedge1Tx" refType="h" fact="0.28"/>
              <dgm:constr type="l" for="ch" forName="wedge2" refType="w" fact="0.08"/>
              <dgm:constr type="t" for="ch" forName="wedge2" refType="w" fact="0.08"/>
              <dgm:constr type="w" for="ch" forName="wedge2" refType="w" fact="0.84"/>
              <dgm:constr type="h" for="ch" forName="wedge2" refType="h" fact="0.84"/>
              <dgm:constr type="l" for="ch" forName="wedge2Tx" refType="w" fact="0.31"/>
              <dgm:constr type="t" for="ch" forName="wedge2Tx" refType="h" fact="0.61"/>
              <dgm:constr type="w" for="ch" forName="wedge2Tx" refType="w" fact="0.38"/>
              <dgm:constr type="h" for="ch" forName="wedge2Tx" refType="h" fact="0.26"/>
              <dgm:constr type="l" for="ch" forName="wedge3" refType="w" fact="0.08"/>
              <dgm:constr type="t" for="ch" forName="wedge3" refType="w" fact="0.08"/>
              <dgm:constr type="w" for="ch" forName="wedge3" refType="w" fact="0.84"/>
              <dgm:constr type="h" for="ch" forName="wedge3" refType="h" fact="0.84"/>
              <dgm:constr type="l" for="ch" forName="wedge3Tx" refType="w" fact="0.17"/>
              <dgm:constr type="t" for="ch" forName="wedge3Tx" refType="h" fact="0.245"/>
              <dgm:constr type="w" for="ch" forName="wedge3Tx" refType="w" fact="0.285"/>
              <dgm:constr type="h" for="ch" forName="wedge3Tx" refType="h" fact="0.28"/>
              <dgm:constr type="primFontSz" for="ch" ptType="node" op="equ"/>
            </dgm:constrLst>
          </dgm:if>
          <dgm:else name="Name6">
            <dgm:constrLst>
              <dgm:constr type="l" for="ch" forName="wedge1" refType="w" fact="0.08"/>
              <dgm:constr type="t" for="ch" forName="wedge1" refType="w" fact="0.08"/>
              <dgm:constr type="w" for="ch" forName="wedge1" refType="w" fact="0.84"/>
              <dgm:constr type="h" for="ch" forName="wedge1" refType="h" fact="0.84"/>
              <dgm:constr type="l" for="ch" forName="wedge1Tx" refType="w" fact="0.545"/>
              <dgm:constr type="t" for="ch" forName="wedge1Tx" refType="h" fact="0.245"/>
              <dgm:constr type="w" for="ch" forName="wedge1Tx" refType="w" fact="0.285"/>
              <dgm:constr type="h" for="ch" forName="wedge1Tx" refType="h" fact="0.28"/>
              <dgm:constr type="l" for="ch" forName="wedge2" refType="w" fact="0.08"/>
              <dgm:constr type="t" for="ch" forName="wedge2" refType="w" fact="0.08"/>
              <dgm:constr type="w" for="ch" forName="wedge2" refType="w" fact="0.84"/>
              <dgm:constr type="h" for="ch" forName="wedge2" refType="h" fact="0.84"/>
              <dgm:constr type="l" for="ch" forName="wedge2Tx" refType="w" fact="0.31"/>
              <dgm:constr type="t" for="ch" forName="wedge2Tx" refType="h" fact="0.61"/>
              <dgm:constr type="w" for="ch" forName="wedge2Tx" refType="w" fact="0.38"/>
              <dgm:constr type="h" for="ch" forName="wedge2Tx" refType="h" fact="0.26"/>
              <dgm:constr type="l" for="ch" forName="wedge3" refType="w" fact="0.0367"/>
              <dgm:constr type="t" for="ch" forName="wedge3" refType="w" fact="0.055"/>
              <dgm:constr type="w" for="ch" forName="wedge3" refType="w" fact="0.84"/>
              <dgm:constr type="h" for="ch" forName="wedge3" refType="h" fact="0.84"/>
              <dgm:constr type="l" for="ch" forName="wedge3Tx" refType="w" fact="0.14"/>
              <dgm:constr type="t" for="ch" forName="wedge3Tx" refType="h" fact="0.21"/>
              <dgm:constr type="w" for="ch" forName="wedge3Tx" refType="w" fact="0.285"/>
              <dgm:constr type="h" for="ch" forName="wedge3Tx" refType="h" fact="0.28"/>
              <dgm:constr type="primFontSz" for="ch" ptType="node" op="equ"/>
            </dgm:constrLst>
          </dgm:else>
        </dgm:choose>
      </dgm:if>
      <dgm:if name="Name7" axis="ch" ptType="node" func="cnt" op="equ" val="4">
        <dgm:choose name="Name8">
          <dgm:if name="Name9" func="var" arg="dir" op="equ" val="norm">
            <dgm:constrLst>
              <dgm:constr type="l" for="ch" forName="wedge1" refType="w" fact="0.1154"/>
              <dgm:constr type="t" for="ch" forName="wedge1" refType="w" fact="0.0446"/>
              <dgm:constr type="w" for="ch" forName="wedge1" refType="w" fact="0.84"/>
              <dgm:constr type="h" for="ch" forName="wedge1" refType="h" fact="0.84"/>
              <dgm:constr type="l" for="ch" forName="wedge1Tx" refType="w" fact="0.545"/>
              <dgm:constr type="t" for="ch" forName="wedge1Tx" refType="h" fact="0.2"/>
              <dgm:constr type="w" for="ch" forName="wedge1Tx" refType="w" fact="0.31"/>
              <dgm:constr type="h" for="ch" forName="wedge1Tx" refType="h" fact="0.25"/>
              <dgm:constr type="l" for="ch" forName="wedge2" refType="w" fact="0.08"/>
              <dgm:constr type="t" for="ch" forName="wedge2" refType="w" fact="0.08"/>
              <dgm:constr type="w" for="ch" forName="wedge2" refType="w" fact="0.84"/>
              <dgm:constr type="h" for="ch" forName="wedge2" refType="h" fact="0.84"/>
              <dgm:constr type="l" for="ch" forName="wedge2Tx" refType="w" fact="0.515"/>
              <dgm:constr type="t" for="ch" forName="wedge2Tx" refType="h" fact="0.515"/>
              <dgm:constr type="w" for="ch" forName="wedge2Tx" refType="w" fact="0.31"/>
              <dgm:constr type="h" for="ch" forName="wedge2Tx" refType="h" fact="0.25"/>
              <dgm:constr type="l" for="ch" forName="wedge3" refType="w" fact="0.08"/>
              <dgm:constr type="t" for="ch" forName="wedge3" refType="w" fact="0.08"/>
              <dgm:constr type="w" for="ch" forName="wedge3" refType="w" fact="0.84"/>
              <dgm:constr type="h" for="ch" forName="wedge3" refType="h" fact="0.84"/>
              <dgm:constr type="l" for="ch" forName="wedge3Tx" refType="w" fact="0.175"/>
              <dgm:constr type="t" for="ch" forName="wedge3Tx" refType="h" fact="0.515"/>
              <dgm:constr type="w" for="ch" forName="wedge3Tx" refType="w" fact="0.31"/>
              <dgm:constr type="h" for="ch" forName="wedge3Tx" refType="h" fact="0.25"/>
              <dgm:constr type="l" for="ch" forName="wedge4" refType="w" fact="0.08"/>
              <dgm:constr type="t" for="ch" forName="wedge4" refType="h" fact="0.08"/>
              <dgm:constr type="w" for="ch" forName="wedge4" refType="w" fact="0.84"/>
              <dgm:constr type="h" for="ch" forName="wedge4" refType="h" fact="0.84"/>
              <dgm:constr type="l" for="ch" forName="wedge4Tx" refType="w" fact="0.175"/>
              <dgm:constr type="t" for="ch" forName="wedge4Tx" refType="h" fact="0.235"/>
              <dgm:constr type="w" for="ch" forName="wedge4Tx" refType="w" fact="0.31"/>
              <dgm:constr type="h" for="ch" forName="wedge4Tx" refType="h" fact="0.25"/>
              <dgm:constr type="primFontSz" for="ch" ptType="node" op="equ"/>
            </dgm:constrLst>
          </dgm:if>
          <dgm:else name="Name10">
            <dgm:constrLst>
              <dgm:constr type="l" for="ch" forName="wedge1" refType="w" fact="0.08"/>
              <dgm:constr type="t" for="ch" forName="wedge1" refType="w" fact="0.08"/>
              <dgm:constr type="w" for="ch" forName="wedge1" refType="w" fact="0.84"/>
              <dgm:constr type="h" for="ch" forName="wedge1" refType="h" fact="0.84"/>
              <dgm:constr type="l" for="ch" forName="wedge1Tx" refType="w" fact="0.515"/>
              <dgm:constr type="t" for="ch" forName="wedge1Tx" refType="h" fact="0.235"/>
              <dgm:constr type="w" for="ch" forName="wedge1Tx" refType="w" fact="0.31"/>
              <dgm:constr type="h" for="ch" forName="wedge1Tx" refType="h" fact="0.25"/>
              <dgm:constr type="l" for="ch" forName="wedge2" refType="w" fact="0.08"/>
              <dgm:constr type="t" for="ch" forName="wedge2" refType="w" fact="0.08"/>
              <dgm:constr type="w" for="ch" forName="wedge2" refType="w" fact="0.84"/>
              <dgm:constr type="h" for="ch" forName="wedge2" refType="h" fact="0.84"/>
              <dgm:constr type="l" for="ch" forName="wedge2Tx" refType="w" fact="0.515"/>
              <dgm:constr type="t" for="ch" forName="wedge2Tx" refType="h" fact="0.515"/>
              <dgm:constr type="w" for="ch" forName="wedge2Tx" refType="w" fact="0.31"/>
              <dgm:constr type="h" for="ch" forName="wedge2Tx" refType="h" fact="0.25"/>
              <dgm:constr type="l" for="ch" forName="wedge3" refType="w" fact="0.08"/>
              <dgm:constr type="t" for="ch" forName="wedge3" refType="w" fact="0.08"/>
              <dgm:constr type="w" for="ch" forName="wedge3" refType="w" fact="0.84"/>
              <dgm:constr type="h" for="ch" forName="wedge3" refType="h" fact="0.84"/>
              <dgm:constr type="l" for="ch" forName="wedge3Tx" refType="w" fact="0.175"/>
              <dgm:constr type="t" for="ch" forName="wedge3Tx" refType="h" fact="0.515"/>
              <dgm:constr type="w" for="ch" forName="wedge3Tx" refType="w" fact="0.31"/>
              <dgm:constr type="h" for="ch" forName="wedge3Tx" refType="h" fact="0.25"/>
              <dgm:constr type="l" for="ch" forName="wedge4" refType="w" fact="0.0446"/>
              <dgm:constr type="t" for="ch" forName="wedge4" refType="h" fact="0.0446"/>
              <dgm:constr type="w" for="ch" forName="wedge4" refType="w" fact="0.84"/>
              <dgm:constr type="h" for="ch" forName="wedge4" refType="h" fact="0.84"/>
              <dgm:constr type="l" for="ch" forName="wedge4Tx" refType="w" fact="0.145"/>
              <dgm:constr type="t" for="ch" forName="wedge4Tx" refType="h" fact="0.2"/>
              <dgm:constr type="w" for="ch" forName="wedge4Tx" refType="w" fact="0.31"/>
              <dgm:constr type="h" for="ch" forName="wedge4Tx" refType="h" fact="0.25"/>
              <dgm:constr type="primFontSz" for="ch" ptType="node" op="equ"/>
            </dgm:constrLst>
          </dgm:else>
        </dgm:choose>
      </dgm:if>
      <dgm:if name="Name11" axis="ch" ptType="node" func="cnt" op="equ" val="5">
        <dgm:choose name="Name12">
          <dgm:if name="Name13" func="var" arg="dir" op="equ" val="norm">
            <dgm:constrLst>
              <dgm:constr type="l" for="ch" forName="wedge1" refType="w" fact="0.1094"/>
              <dgm:constr type="t" for="ch" forName="wedge1" refType="w" fact="0.0395"/>
              <dgm:constr type="w" for="ch" forName="wedge1" refType="w" fact="0.84"/>
              <dgm:constr type="h" for="ch" forName="wedge1" refType="h" fact="0.84"/>
              <dgm:constr type="l" for="ch" forName="wedge1Tx" refType="w" fact="0.54"/>
              <dgm:constr type="t" for="ch" forName="wedge1Tx" refType="h" fact="0.165"/>
              <dgm:constr type="w" for="ch" forName="wedge1Tx" refType="w" fact="0.285"/>
              <dgm:constr type="h" for="ch" forName="wedge1Tx" refType="h" fact="0.195"/>
              <dgm:constr type="l" for="ch" forName="wedge2" refType="w" fact="0.08"/>
              <dgm:constr type="t" for="ch" forName="wedge2" refType="w" fact="0.08"/>
              <dgm:constr type="w" for="ch" forName="wedge2" refType="w" fact="0.84"/>
              <dgm:constr type="h" for="ch" forName="wedge2" refType="h" fact="0.84"/>
              <dgm:constr type="l" for="ch" forName="wedge2Tx" refType="w" fact="0.629"/>
              <dgm:constr type="t" for="ch" forName="wedge2Tx" refType="h" fact="0.46"/>
              <dgm:constr type="w" for="ch" forName="wedge2Tx" refType="w" fact="0.25"/>
              <dgm:constr type="h" for="ch" forName="wedge2Tx" refType="h" fact="0.211"/>
              <dgm:constr type="l" for="ch" forName="wedge3" refType="w" fact="0.08"/>
              <dgm:constr type="t" for="ch" forName="wedge3" refType="w" fact="0.08"/>
              <dgm:constr type="w" for="ch" forName="wedge3" refType="w" fact="0.84"/>
              <dgm:constr type="h" for="ch" forName="wedge3" refType="h" fact="0.84"/>
              <dgm:constr type="l" for="ch" forName="wedge3Tx" refType="w" fact="0.35"/>
              <dgm:constr type="t" for="ch" forName="wedge3Tx" refType="h" fact="0.71"/>
              <dgm:constr type="w" for="ch" forName="wedge3Tx" refType="w" fact="0.3"/>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12"/>
              <dgm:constr type="t" for="ch" forName="wedge4Tx" refType="h" fact="0.46"/>
              <dgm:constr type="w" for="ch" forName="wedge4Tx" refType="w" fact="0.25"/>
              <dgm:constr type="h" for="ch" forName="wedge4Tx" refType="h" fact="0.211"/>
              <dgm:constr type="l" for="ch" forName="wedge5" refType="w" fact="0.08"/>
              <dgm:constr type="t" for="ch" forName="wedge5" refType="h" fact="0.08"/>
              <dgm:constr type="w" for="ch" forName="wedge5" refType="w" fact="0.84"/>
              <dgm:constr type="h" for="ch" forName="wedge5" refType="h" fact="0.84"/>
              <dgm:constr type="l" for="ch" forName="wedge5Tx" refType="w" fact="0.2025"/>
              <dgm:constr type="t" for="ch" forName="wedge5Tx" refType="h" fact="0.208"/>
              <dgm:constr type="w" for="ch" forName="wedge5Tx" refType="w" fact="0.285"/>
              <dgm:constr type="h" for="ch" forName="wedge5Tx" refType="h" fact="0.195"/>
              <dgm:constr type="primFontSz" for="ch" ptType="node" op="equ"/>
            </dgm:constrLst>
          </dgm:if>
          <dgm:else name="Name14">
            <dgm:constrLst>
              <dgm:constr type="l" for="ch" forName="wedge1" refType="w" fact="0.08"/>
              <dgm:constr type="t" for="ch" forName="wedge1" refType="w" fact="0.08"/>
              <dgm:constr type="w" for="ch" forName="wedge1" refType="w" fact="0.84"/>
              <dgm:constr type="h" for="ch" forName="wedge1" refType="h" fact="0.84"/>
              <dgm:constr type="l" for="ch" forName="wedge1Tx" refType="w" fact="0.51"/>
              <dgm:constr type="t" for="ch" forName="wedge1Tx" refType="h" fact="0.208"/>
              <dgm:constr type="w" for="ch" forName="wedge1Tx" refType="w" fact="0.285"/>
              <dgm:constr type="h" for="ch" forName="wedge1Tx" refType="h" fact="0.195"/>
              <dgm:constr type="l" for="ch" forName="wedge2" refType="w" fact="0.08"/>
              <dgm:constr type="t" for="ch" forName="wedge2" refType="w" fact="0.08"/>
              <dgm:constr type="w" for="ch" forName="wedge2" refType="w" fact="0.84"/>
              <dgm:constr type="h" for="ch" forName="wedge2" refType="h" fact="0.84"/>
              <dgm:constr type="l" for="ch" forName="wedge2Tx" refType="w" fact="0.629"/>
              <dgm:constr type="t" for="ch" forName="wedge2Tx" refType="h" fact="0.46"/>
              <dgm:constr type="w" for="ch" forName="wedge2Tx" refType="w" fact="0.25"/>
              <dgm:constr type="h" for="ch" forName="wedge2Tx" refType="h" fact="0.211"/>
              <dgm:constr type="l" for="ch" forName="wedge3" refType="w" fact="0.08"/>
              <dgm:constr type="t" for="ch" forName="wedge3" refType="w" fact="0.08"/>
              <dgm:constr type="w" for="ch" forName="wedge3" refType="w" fact="0.84"/>
              <dgm:constr type="h" for="ch" forName="wedge3" refType="h" fact="0.84"/>
              <dgm:constr type="l" for="ch" forName="wedge3Tx" refType="w" fact="0.35"/>
              <dgm:constr type="t" for="ch" forName="wedge3Tx" refType="h" fact="0.71"/>
              <dgm:constr type="w" for="ch" forName="wedge3Tx" refType="w" fact="0.3"/>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12"/>
              <dgm:constr type="t" for="ch" forName="wedge4Tx" refType="h" fact="0.46"/>
              <dgm:constr type="w" for="ch" forName="wedge4Tx" refType="w" fact="0.25"/>
              <dgm:constr type="h" for="ch" forName="wedge4Tx" refType="h" fact="0.211"/>
              <dgm:constr type="l" for="ch" forName="wedge5" refType="w" fact="0.0506"/>
              <dgm:constr type="t" for="ch" forName="wedge5" refType="h" fact="0.0395"/>
              <dgm:constr type="w" for="ch" forName="wedge5" refType="w" fact="0.84"/>
              <dgm:constr type="h" for="ch" forName="wedge5" refType="h" fact="0.84"/>
              <dgm:constr type="l" for="ch" forName="wedge5Tx" refType="w" fact="0.18"/>
              <dgm:constr type="t" for="ch" forName="wedge5Tx" refType="h" fact="0.165"/>
              <dgm:constr type="w" for="ch" forName="wedge5Tx" refType="w" fact="0.285"/>
              <dgm:constr type="h" for="ch" forName="wedge5Tx" refType="h" fact="0.195"/>
              <dgm:constr type="primFontSz" for="ch" ptType="node" op="equ"/>
            </dgm:constrLst>
          </dgm:else>
        </dgm:choose>
      </dgm:if>
      <dgm:if name="Name15" axis="ch" ptType="node" func="cnt" op="equ" val="6">
        <dgm:choose name="Name16">
          <dgm:if name="Name17" func="var" arg="dir" op="equ" val="norm">
            <dgm:constrLst>
              <dgm:constr type="l" for="ch" forName="wedge1" refType="w" fact="0.105"/>
              <dgm:constr type="t" for="ch" forName="wedge1" refType="w" fact="0.0367"/>
              <dgm:constr type="w" for="ch" forName="wedge1" refType="w" fact="0.84"/>
              <dgm:constr type="h" for="ch" forName="wedge1" refType="h" fact="0.84"/>
              <dgm:constr type="l" for="ch" forName="wedge1Tx" refType="w" fact="0.534"/>
              <dgm:constr type="t" for="ch" forName="wedge1Tx" refType="h" fact="0.1267"/>
              <dgm:constr type="w" for="ch" forName="wedge1Tx" refType="w" fact="0.245"/>
              <dgm:constr type="h" for="ch" forName="wedge1Tx" refType="h" fact="0.18"/>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415"/>
              <dgm:constr type="w" for="ch" forName="wedge2Tx" refType="w" fact="0.254"/>
              <dgm:constr type="h" for="ch" forName="wedge2Tx" refType="h" fact="0.17"/>
              <dgm:constr type="l" for="ch" forName="wedge3" refType="w" fact="0.08"/>
              <dgm:constr type="t" for="ch" forName="wedge3" refType="w" fact="0.08"/>
              <dgm:constr type="w" for="ch" forName="wedge3" refType="w" fact="0.84"/>
              <dgm:constr type="h" for="ch" forName="wedge3" refType="h" fact="0.84"/>
              <dgm:constr type="l" for="ch" forName="wedge3Tx" refType="w" fact="0.509"/>
              <dgm:constr type="t" for="ch" forName="wedge3Tx" refType="h" fact="0.65"/>
              <dgm:constr type="w" for="ch" forName="wedge3Tx" refType="w" fact="0.245"/>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246"/>
              <dgm:constr type="t" for="ch" forName="wedge4Tx" refType="h" fact="0.65"/>
              <dgm:constr type="w" for="ch" forName="wedge4Tx" refType="w" fact="0.245"/>
              <dgm:constr type="h" for="ch" forName="wedge4Tx" refType="h" fact="0.18"/>
              <dgm:constr type="l" for="ch" forName="wedge5" refType="w" fact="0.08"/>
              <dgm:constr type="t" for="ch" forName="wedge5" refType="h" fact="0.08"/>
              <dgm:constr type="w" for="ch" forName="wedge5" refType="w" fact="0.84"/>
              <dgm:constr type="h" for="ch" forName="wedge5" refType="h" fact="0.84"/>
              <dgm:constr type="l" for="ch" forName="wedge5Tx" refType="w" fact="0.093"/>
              <dgm:constr type="t" for="ch" forName="wedge5Tx" refType="h" fact="0.415"/>
              <dgm:constr type="w" for="ch" forName="wedge5Tx" refType="w" fact="0.254"/>
              <dgm:constr type="h" for="ch" forName="wedge5Tx" refType="h" fact="0.17"/>
              <dgm:constr type="l" for="ch" forName="wedge6" refType="w" fact="0.08"/>
              <dgm:constr type="t" for="ch" forName="wedge6" refType="h" fact="0.08"/>
              <dgm:constr type="w" for="ch" forName="wedge6" refType="w" fact="0.84"/>
              <dgm:constr type="h" for="ch" forName="wedge6" refType="h" fact="0.84"/>
              <dgm:constr type="l" for="ch" forName="wedge6Tx" refType="w" fact="0.246"/>
              <dgm:constr type="t" for="ch" forName="wedge6Tx" refType="h" fact="0.17"/>
              <dgm:constr type="w" for="ch" forName="wedge6Tx" refType="w" fact="0.245"/>
              <dgm:constr type="h" for="ch" forName="wedge6Tx" refType="h" fact="0.18"/>
              <dgm:constr type="primFontSz" for="ch" ptType="node" op="equ"/>
            </dgm:constrLst>
          </dgm:if>
          <dgm:else name="Name18">
            <dgm:constrLst>
              <dgm:constr type="l" for="ch" forName="wedge1" refType="w" fact="0.08"/>
              <dgm:constr type="t" for="ch" forName="wedge1" refType="w" fact="0.08"/>
              <dgm:constr type="w" for="ch" forName="wedge1" refType="w" fact="0.84"/>
              <dgm:constr type="h" for="ch" forName="wedge1" refType="h" fact="0.84"/>
              <dgm:constr type="l" for="ch" forName="wedge1Tx" refType="w" fact="0.509"/>
              <dgm:constr type="t" for="ch" forName="wedge1Tx" refType="h" fact="0.17"/>
              <dgm:constr type="w" for="ch" forName="wedge1Tx" refType="w" fact="0.245"/>
              <dgm:constr type="h" for="ch" forName="wedge1Tx" refType="h" fact="0.18"/>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415"/>
              <dgm:constr type="w" for="ch" forName="wedge2Tx" refType="w" fact="0.254"/>
              <dgm:constr type="h" for="ch" forName="wedge2Tx" refType="h" fact="0.17"/>
              <dgm:constr type="l" for="ch" forName="wedge3" refType="w" fact="0.08"/>
              <dgm:constr type="t" for="ch" forName="wedge3" refType="w" fact="0.08"/>
              <dgm:constr type="w" for="ch" forName="wedge3" refType="w" fact="0.84"/>
              <dgm:constr type="h" for="ch" forName="wedge3" refType="h" fact="0.84"/>
              <dgm:constr type="l" for="ch" forName="wedge3Tx" refType="w" fact="0.509"/>
              <dgm:constr type="t" for="ch" forName="wedge3Tx" refType="h" fact="0.65"/>
              <dgm:constr type="w" for="ch" forName="wedge3Tx" refType="w" fact="0.245"/>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246"/>
              <dgm:constr type="t" for="ch" forName="wedge4Tx" refType="h" fact="0.65"/>
              <dgm:constr type="w" for="ch" forName="wedge4Tx" refType="w" fact="0.245"/>
              <dgm:constr type="h" for="ch" forName="wedge4Tx" refType="h" fact="0.18"/>
              <dgm:constr type="l" for="ch" forName="wedge5" refType="w" fact="0.08"/>
              <dgm:constr type="t" for="ch" forName="wedge5" refType="h" fact="0.08"/>
              <dgm:constr type="w" for="ch" forName="wedge5" refType="w" fact="0.84"/>
              <dgm:constr type="h" for="ch" forName="wedge5" refType="h" fact="0.84"/>
              <dgm:constr type="l" for="ch" forName="wedge5Tx" refType="w" fact="0.093"/>
              <dgm:constr type="t" for="ch" forName="wedge5Tx" refType="h" fact="0.415"/>
              <dgm:constr type="w" for="ch" forName="wedge5Tx" refType="w" fact="0.254"/>
              <dgm:constr type="h" for="ch" forName="wedge5Tx" refType="h" fact="0.17"/>
              <dgm:constr type="l" for="ch" forName="wedge6" refType="w" fact="0.055"/>
              <dgm:constr type="t" for="ch" forName="wedge6" refType="h" fact="0.0367"/>
              <dgm:constr type="w" for="ch" forName="wedge6" refType="w" fact="0.84"/>
              <dgm:constr type="h" for="ch" forName="wedge6" refType="h" fact="0.84"/>
              <dgm:constr type="l" for="ch" forName="wedge6Tx" refType="w" fact="0.221"/>
              <dgm:constr type="t" for="ch" forName="wedge6Tx" refType="h" fact="0.1267"/>
              <dgm:constr type="w" for="ch" forName="wedge6Tx" refType="w" fact="0.245"/>
              <dgm:constr type="h" for="ch" forName="wedge6Tx" refType="h" fact="0.18"/>
              <dgm:constr type="primFontSz" for="ch" ptType="node" op="equ"/>
            </dgm:constrLst>
          </dgm:else>
        </dgm:choose>
      </dgm:if>
      <dgm:else name="Name19">
        <dgm:choose name="Name20">
          <dgm:if name="Name21" func="var" arg="dir" op="equ" val="norm">
            <dgm:constrLst>
              <dgm:constr type="l" for="ch" forName="wedge1" refType="w" fact="0.1017"/>
              <dgm:constr type="t" for="ch" forName="wedge1" refType="w" fact="0.035"/>
              <dgm:constr type="w" for="ch" forName="wedge1" refType="w" fact="0.84"/>
              <dgm:constr type="h" for="ch" forName="wedge1" refType="h" fact="0.84"/>
              <dgm:constr type="l" for="ch" forName="wedge1Tx" refType="w" fact="0.53"/>
              <dgm:constr type="t" for="ch" forName="wedge1Tx" refType="h" fact="0.115"/>
              <dgm:constr type="w" for="ch" forName="wedge1Tx" refType="w" fact="0.23"/>
              <dgm:constr type="h" for="ch" forName="wedge1Tx" refType="h" fact="0.145"/>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38"/>
              <dgm:constr type="w" for="ch" forName="wedge2Tx" refType="w" fact="0.244"/>
              <dgm:constr type="h" for="ch" forName="wedge2Tx" refType="h" fact="0.155"/>
              <dgm:constr type="l" for="ch" forName="wedge3" refType="w" fact="0.08"/>
              <dgm:constr type="t" for="ch" forName="wedge3" refType="w" fact="0.08"/>
              <dgm:constr type="w" for="ch" forName="wedge3" refType="w" fact="0.84"/>
              <dgm:constr type="h" for="ch" forName="wedge3" refType="h" fact="0.84"/>
              <dgm:constr type="l" for="ch" forName="wedge3Tx" refType="w" fact="0.62"/>
              <dgm:constr type="t" for="ch" forName="wedge3Tx" refType="h" fact="0.58"/>
              <dgm:constr type="w" for="ch" forName="wedge3Tx" refType="w" fact="0.22"/>
              <dgm:constr type="h" for="ch" forName="wedge3Tx" refType="h" fact="0.16"/>
              <dgm:constr type="l" for="ch" forName="wedge4" refType="w" fact="0.08"/>
              <dgm:constr type="t" for="ch" forName="wedge4" refType="h" fact="0.08"/>
              <dgm:constr type="w" for="ch" forName="wedge4" refType="w" fact="0.84"/>
              <dgm:constr type="h" for="ch" forName="wedge4" refType="h" fact="0.84"/>
              <dgm:constr type="l" for="ch" forName="wedge4Tx" refType="w" fact="0.3875"/>
              <dgm:constr type="t" for="ch" forName="wedge4Tx" refType="h" fact="0.74"/>
              <dgm:constr type="w" for="ch" forName="wedge4Tx" refType="w" fact="0.225"/>
              <dgm:constr type="h" for="ch" forName="wedge4Tx" refType="h" fact="0.16"/>
              <dgm:constr type="l" for="ch" forName="wedge5" refType="w" fact="0.08"/>
              <dgm:constr type="t" for="ch" forName="wedge5" refType="h" fact="0.08"/>
              <dgm:constr type="w" for="ch" forName="wedge5" refType="w" fact="0.84"/>
              <dgm:constr type="h" for="ch" forName="wedge5" refType="h" fact="0.84"/>
              <dgm:constr type="l" for="ch" forName="wedge5Tx" refType="w" fact="0.16"/>
              <dgm:constr type="t" for="ch" forName="wedge5Tx" refType="h" fact="0.58"/>
              <dgm:constr type="w" for="ch" forName="wedge5Tx" refType="w" fact="0.22"/>
              <dgm:constr type="h" for="ch" forName="wedge5Tx" refType="h" fact="0.16"/>
              <dgm:constr type="l" for="ch" forName="wedge6" refType="w" fact="0.08"/>
              <dgm:constr type="t" for="ch" forName="wedge6" refType="h" fact="0.08"/>
              <dgm:constr type="w" for="ch" forName="wedge6" refType="w" fact="0.84"/>
              <dgm:constr type="h" for="ch" forName="wedge6" refType="h" fact="0.84"/>
              <dgm:constr type="l" for="ch" forName="wedge6Tx" refType="w" fact="0.101"/>
              <dgm:constr type="t" for="ch" forName="wedge6Tx" refType="h" fact="0.38"/>
              <dgm:constr type="w" for="ch" forName="wedge6Tx" refType="w" fact="0.244"/>
              <dgm:constr type="h" for="ch" forName="wedge6Tx" refType="h" fact="0.155"/>
              <dgm:constr type="l" for="ch" forName="wedge7" refType="w" fact="0.08"/>
              <dgm:constr type="t" for="ch" forName="wedge7" refType="h" fact="0.08"/>
              <dgm:constr type="w" for="ch" forName="wedge7" refType="w" fact="0.84"/>
              <dgm:constr type="h" for="ch" forName="wedge7" refType="h" fact="0.84"/>
              <dgm:constr type="l" for="ch" forName="wedge7Tx" refType="w" fact="0.262"/>
              <dgm:constr type="t" for="ch" forName="wedge7Tx" refType="h" fact="0.16"/>
              <dgm:constr type="w" for="ch" forName="wedge7Tx" refType="w" fact="0.23"/>
              <dgm:constr type="h" for="ch" forName="wedge7Tx" refType="h" fact="0.145"/>
              <dgm:constr type="primFontSz" for="ch" ptType="node" op="equ"/>
            </dgm:constrLst>
          </dgm:if>
          <dgm:else name="Name22">
            <dgm:constrLst>
              <dgm:constr type="l" for="ch" forName="wedge1" refType="w" fact="0.08"/>
              <dgm:constr type="t" for="ch" forName="wedge1" refType="w" fact="0.08"/>
              <dgm:constr type="w" for="ch" forName="wedge1" refType="w" fact="0.84"/>
              <dgm:constr type="h" for="ch" forName="wedge1" refType="h" fact="0.84"/>
              <dgm:constr type="l" for="ch" forName="wedge1Tx" refType="w" fact="0.508"/>
              <dgm:constr type="t" for="ch" forName="wedge1Tx" refType="h" fact="0.16"/>
              <dgm:constr type="w" for="ch" forName="wedge1Tx" refType="w" fact="0.23"/>
              <dgm:constr type="h" for="ch" forName="wedge1Tx" refType="h" fact="0.145"/>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38"/>
              <dgm:constr type="w" for="ch" forName="wedge2Tx" refType="w" fact="0.244"/>
              <dgm:constr type="h" for="ch" forName="wedge2Tx" refType="h" fact="0.155"/>
              <dgm:constr type="l" for="ch" forName="wedge3" refType="w" fact="0.08"/>
              <dgm:constr type="t" for="ch" forName="wedge3" refType="w" fact="0.08"/>
              <dgm:constr type="w" for="ch" forName="wedge3" refType="w" fact="0.84"/>
              <dgm:constr type="h" for="ch" forName="wedge3" refType="h" fact="0.84"/>
              <dgm:constr type="l" for="ch" forName="wedge3Tx" refType="w" fact="0.62"/>
              <dgm:constr type="t" for="ch" forName="wedge3Tx" refType="h" fact="0.58"/>
              <dgm:constr type="w" for="ch" forName="wedge3Tx" refType="w" fact="0.22"/>
              <dgm:constr type="h" for="ch" forName="wedge3Tx" refType="h" fact="0.16"/>
              <dgm:constr type="l" for="ch" forName="wedge4" refType="w" fact="0.08"/>
              <dgm:constr type="t" for="ch" forName="wedge4" refType="h" fact="0.08"/>
              <dgm:constr type="w" for="ch" forName="wedge4" refType="w" fact="0.84"/>
              <dgm:constr type="h" for="ch" forName="wedge4" refType="h" fact="0.84"/>
              <dgm:constr type="l" for="ch" forName="wedge4Tx" refType="w" fact="0.3875"/>
              <dgm:constr type="t" for="ch" forName="wedge4Tx" refType="h" fact="0.74"/>
              <dgm:constr type="w" for="ch" forName="wedge4Tx" refType="w" fact="0.225"/>
              <dgm:constr type="h" for="ch" forName="wedge4Tx" refType="h" fact="0.16"/>
              <dgm:constr type="l" for="ch" forName="wedge5" refType="w" fact="0.08"/>
              <dgm:constr type="t" for="ch" forName="wedge5" refType="h" fact="0.08"/>
              <dgm:constr type="w" for="ch" forName="wedge5" refType="w" fact="0.84"/>
              <dgm:constr type="h" for="ch" forName="wedge5" refType="h" fact="0.84"/>
              <dgm:constr type="l" for="ch" forName="wedge5Tx" refType="w" fact="0.16"/>
              <dgm:constr type="t" for="ch" forName="wedge5Tx" refType="h" fact="0.58"/>
              <dgm:constr type="w" for="ch" forName="wedge5Tx" refType="w" fact="0.22"/>
              <dgm:constr type="h" for="ch" forName="wedge5Tx" refType="h" fact="0.16"/>
              <dgm:constr type="l" for="ch" forName="wedge6" refType="w" fact="0.08"/>
              <dgm:constr type="t" for="ch" forName="wedge6" refType="h" fact="0.08"/>
              <dgm:constr type="w" for="ch" forName="wedge6" refType="w" fact="0.84"/>
              <dgm:constr type="h" for="ch" forName="wedge6" refType="h" fact="0.84"/>
              <dgm:constr type="l" for="ch" forName="wedge6Tx" refType="w" fact="0.101"/>
              <dgm:constr type="t" for="ch" forName="wedge6Tx" refType="h" fact="0.38"/>
              <dgm:constr type="w" for="ch" forName="wedge6Tx" refType="w" fact="0.244"/>
              <dgm:constr type="h" for="ch" forName="wedge6Tx" refType="h" fact="0.155"/>
              <dgm:constr type="l" for="ch" forName="wedge7" refType="w" fact="0.0583"/>
              <dgm:constr type="t" for="ch" forName="wedge7" refType="h" fact="0.035"/>
              <dgm:constr type="w" for="ch" forName="wedge7" refType="w" fact="0.84"/>
              <dgm:constr type="h" for="ch" forName="wedge7" refType="h" fact="0.84"/>
              <dgm:constr type="l" for="ch" forName="wedge7Tx" refType="w" fact="0.2403"/>
              <dgm:constr type="t" for="ch" forName="wedge7Tx" refType="h" fact="0.115"/>
              <dgm:constr type="w" for="ch" forName="wedge7Tx" refType="w" fact="0.23"/>
              <dgm:constr type="h" for="ch" forName="wedge7Tx" refType="h" fact="0.145"/>
              <dgm:constr type="primFontSz" for="ch" ptType="node" op="equ"/>
            </dgm:constrLst>
          </dgm:else>
        </dgm:choose>
      </dgm:else>
    </dgm:choose>
    <dgm:ruleLst/>
    <dgm:choose name="Name23">
      <dgm:if name="Name24" axis="ch" ptType="node" func="cnt" op="gte" val="1">
        <dgm:layoutNode name="wedge1">
          <dgm:alg type="sp"/>
          <dgm:choose name="Name25">
            <dgm:if name="Name26" axis="ch" ptType="node" func="cnt" op="equ" val="1">
              <dgm:shape xmlns:r="http://schemas.openxmlformats.org/officeDocument/2006/relationships" type="ellipse" r:blip="">
                <dgm:adjLst/>
              </dgm:shape>
            </dgm:if>
            <dgm:if name="Name27" axis="ch" ptType="node" func="cnt" op="equ" val="2">
              <dgm:shape xmlns:r="http://schemas.openxmlformats.org/officeDocument/2006/relationships" type="pie" r:blip="">
                <dgm:adjLst>
                  <dgm:adj idx="1" val="270"/>
                  <dgm:adj idx="2" val="90"/>
                </dgm:adjLst>
              </dgm:shape>
            </dgm:if>
            <dgm:if name="Name28" axis="ch" ptType="node" func="cnt" op="equ" val="3">
              <dgm:shape xmlns:r="http://schemas.openxmlformats.org/officeDocument/2006/relationships" type="pie" r:blip="">
                <dgm:adjLst>
                  <dgm:adj idx="1" val="270"/>
                  <dgm:adj idx="2" val="30"/>
                </dgm:adjLst>
              </dgm:shape>
            </dgm:if>
            <dgm:if name="Name29" axis="ch" ptType="node" func="cnt" op="equ" val="4">
              <dgm:shape xmlns:r="http://schemas.openxmlformats.org/officeDocument/2006/relationships" type="pie" r:blip="">
                <dgm:adjLst>
                  <dgm:adj idx="1" val="270"/>
                  <dgm:adj idx="2" val="0"/>
                </dgm:adjLst>
              </dgm:shape>
            </dgm:if>
            <dgm:if name="Name30" axis="ch" ptType="node" func="cnt" op="equ" val="5">
              <dgm:shape xmlns:r="http://schemas.openxmlformats.org/officeDocument/2006/relationships" type="pie" r:blip="">
                <dgm:adjLst>
                  <dgm:adj idx="1" val="270"/>
                  <dgm:adj idx="2" val="342"/>
                </dgm:adjLst>
              </dgm:shape>
            </dgm:if>
            <dgm:if name="Name31" axis="ch" ptType="node" func="cnt" op="equ" val="6">
              <dgm:shape xmlns:r="http://schemas.openxmlformats.org/officeDocument/2006/relationships" type="pie" r:blip="">
                <dgm:adjLst>
                  <dgm:adj idx="1" val="270"/>
                  <dgm:adj idx="2" val="330"/>
                </dgm:adjLst>
              </dgm:shape>
            </dgm:if>
            <dgm:else name="Name32">
              <dgm:shape xmlns:r="http://schemas.openxmlformats.org/officeDocument/2006/relationships" type="pie" r:blip="">
                <dgm:adjLst>
                  <dgm:adj idx="1" val="270"/>
                  <dgm:adj idx="2" val="321.4286"/>
                </dgm:adjLst>
              </dgm:shape>
            </dgm:else>
          </dgm:choose>
          <dgm:choose name="Name33">
            <dgm:if name="Name34" func="var" arg="dir" op="equ" val="norm">
              <dgm:presOf axis="ch desOrSelf" ptType="node node" st="1 1" cnt="1 0"/>
            </dgm:if>
            <dgm:else name="Name35">
              <dgm:choose name="Name36">
                <dgm:if name="Name37" axis="ch" ptType="node" func="cnt" op="equ" val="1">
                  <dgm:presOf axis="ch desOrSelf" ptType="node node" st="1 1" cnt="1 0"/>
                </dgm:if>
                <dgm:if name="Name38" axis="ch" ptType="node" func="cnt" op="equ" val="2">
                  <dgm:presOf axis="ch desOrSelf" ptType="node node" st="2 1" cnt="1 0"/>
                </dgm:if>
                <dgm:if name="Name39" axis="ch" ptType="node" func="cnt" op="equ" val="3">
                  <dgm:presOf axis="ch desOrSelf" ptType="node node" st="3 1" cnt="1 0"/>
                </dgm:if>
                <dgm:if name="Name40" axis="ch" ptType="node" func="cnt" op="equ" val="4">
                  <dgm:presOf axis="ch desOrSelf" ptType="node node" st="4 1" cnt="1 0"/>
                </dgm:if>
                <dgm:if name="Name41" axis="ch" ptType="node" func="cnt" op="equ" val="5">
                  <dgm:presOf axis="ch desOrSelf" ptType="node node" st="5 1" cnt="1 0"/>
                </dgm:if>
                <dgm:if name="Name42" axis="ch" ptType="node" func="cnt" op="equ" val="6">
                  <dgm:presOf axis="ch desOrSelf" ptType="node node" st="6 1" cnt="1 0"/>
                </dgm:if>
                <dgm:else name="Name43">
                  <dgm:presOf axis="ch desOrSelf" ptType="node node" st="7 1" cnt="1 0"/>
                </dgm:else>
              </dgm:choose>
            </dgm:else>
          </dgm:choose>
          <dgm:constrLst/>
          <dgm:ruleLst/>
        </dgm:layoutNode>
        <dgm:layoutNode name="wedge1Tx" moveWith="wedge1">
          <dgm:varLst>
            <dgm:chMax val="0"/>
            <dgm:chPref val="0"/>
            <dgm:bulletEnabled val="1"/>
          </dgm:varLst>
          <dgm:alg type="tx"/>
          <dgm:shape xmlns:r="http://schemas.openxmlformats.org/officeDocument/2006/relationships" type="rect" r:blip="" hideGeom="1">
            <dgm:adjLst/>
          </dgm:shape>
          <dgm:choose name="Name44">
            <dgm:if name="Name45" func="var" arg="dir" op="equ" val="norm">
              <dgm:presOf axis="ch desOrSelf" ptType="node node" st="1 1" cnt="1 0"/>
            </dgm:if>
            <dgm:else name="Name46">
              <dgm:choose name="Name47">
                <dgm:if name="Name48" axis="ch" ptType="node" func="cnt" op="equ" val="1">
                  <dgm:presOf axis="ch desOrSelf" ptType="node node" st="1 1" cnt="1 0"/>
                </dgm:if>
                <dgm:if name="Name49" axis="ch" ptType="node" func="cnt" op="equ" val="2">
                  <dgm:presOf axis="ch desOrSelf" ptType="node node" st="2 1" cnt="1 0"/>
                </dgm:if>
                <dgm:if name="Name50" axis="ch" ptType="node" func="cnt" op="equ" val="3">
                  <dgm:presOf axis="ch desOrSelf" ptType="node node" st="3 1" cnt="1 0"/>
                </dgm:if>
                <dgm:if name="Name51" axis="ch" ptType="node" func="cnt" op="equ" val="4">
                  <dgm:presOf axis="ch desOrSelf" ptType="node node" st="4 1" cnt="1 0"/>
                </dgm:if>
                <dgm:if name="Name52" axis="ch" ptType="node" func="cnt" op="equ" val="5">
                  <dgm:presOf axis="ch desOrSelf" ptType="node node" st="5 1" cnt="1 0"/>
                </dgm:if>
                <dgm:if name="Name53" axis="ch" ptType="node" func="cnt" op="equ" val="6">
                  <dgm:presOf axis="ch desOrSelf" ptType="node node" st="6 1" cnt="1 0"/>
                </dgm:if>
                <dgm:else name="Name54">
                  <dgm:presOf axis="ch desOrSelf" ptType="node node" st="7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55"/>
    </dgm:choose>
    <dgm:choose name="Name56">
      <dgm:if name="Name57" axis="ch" ptType="node" func="cnt" op="gte" val="2">
        <dgm:layoutNode name="wedge2">
          <dgm:alg type="sp"/>
          <dgm:choose name="Name58">
            <dgm:if name="Name59" axis="ch" ptType="node" func="cnt" op="equ" val="2">
              <dgm:shape xmlns:r="http://schemas.openxmlformats.org/officeDocument/2006/relationships" type="pie" r:blip="">
                <dgm:adjLst>
                  <dgm:adj idx="1" val="90"/>
                  <dgm:adj idx="2" val="270"/>
                </dgm:adjLst>
              </dgm:shape>
            </dgm:if>
            <dgm:if name="Name60" axis="ch" ptType="node" func="cnt" op="equ" val="3">
              <dgm:shape xmlns:r="http://schemas.openxmlformats.org/officeDocument/2006/relationships" type="pie" r:blip="">
                <dgm:adjLst>
                  <dgm:adj idx="1" val="30"/>
                  <dgm:adj idx="2" val="150"/>
                </dgm:adjLst>
              </dgm:shape>
            </dgm:if>
            <dgm:if name="Name61" axis="ch" ptType="node" func="cnt" op="equ" val="4">
              <dgm:shape xmlns:r="http://schemas.openxmlformats.org/officeDocument/2006/relationships" type="pie" r:blip="">
                <dgm:adjLst>
                  <dgm:adj idx="1" val="0"/>
                  <dgm:adj idx="2" val="90"/>
                </dgm:adjLst>
              </dgm:shape>
            </dgm:if>
            <dgm:if name="Name62" axis="ch" ptType="node" func="cnt" op="equ" val="5">
              <dgm:shape xmlns:r="http://schemas.openxmlformats.org/officeDocument/2006/relationships" type="pie" r:blip="">
                <dgm:adjLst>
                  <dgm:adj idx="1" val="342"/>
                  <dgm:adj idx="2" val="54"/>
                </dgm:adjLst>
              </dgm:shape>
            </dgm:if>
            <dgm:if name="Name63" axis="ch" ptType="node" func="cnt" op="equ" val="6">
              <dgm:shape xmlns:r="http://schemas.openxmlformats.org/officeDocument/2006/relationships" type="pie" r:blip="">
                <dgm:adjLst>
                  <dgm:adj idx="1" val="330"/>
                  <dgm:adj idx="2" val="30"/>
                </dgm:adjLst>
              </dgm:shape>
            </dgm:if>
            <dgm:else name="Name64">
              <dgm:shape xmlns:r="http://schemas.openxmlformats.org/officeDocument/2006/relationships" type="pie" r:blip="">
                <dgm:adjLst>
                  <dgm:adj idx="1" val="321.4286"/>
                  <dgm:adj idx="2" val="12.85714"/>
                </dgm:adjLst>
              </dgm:shape>
            </dgm:else>
          </dgm:choose>
          <dgm:choose name="Name65">
            <dgm:if name="Name66" func="var" arg="dir" op="equ" val="norm">
              <dgm:presOf axis="ch desOrSelf" ptType="node node" st="2 1" cnt="1 0"/>
            </dgm:if>
            <dgm:else name="Name67">
              <dgm:choose name="Name68">
                <dgm:if name="Name69" axis="ch" ptType="node" func="cnt" op="equ" val="2">
                  <dgm:presOf axis="ch desOrSelf" ptType="node node" st="1 1" cnt="1 0"/>
                </dgm:if>
                <dgm:if name="Name70" axis="ch" ptType="node" func="cnt" op="equ" val="3">
                  <dgm:presOf axis="ch desOrSelf" ptType="node node" st="2 1" cnt="1 0"/>
                </dgm:if>
                <dgm:if name="Name71" axis="ch" ptType="node" func="cnt" op="equ" val="4">
                  <dgm:presOf axis="ch desOrSelf" ptType="node node" st="3 1" cnt="1 0"/>
                </dgm:if>
                <dgm:if name="Name72" axis="ch" ptType="node" func="cnt" op="equ" val="5">
                  <dgm:presOf axis="ch desOrSelf" ptType="node node" st="4 1" cnt="1 0"/>
                </dgm:if>
                <dgm:if name="Name73" axis="ch" ptType="node" func="cnt" op="equ" val="6">
                  <dgm:presOf axis="ch desOrSelf" ptType="node node" st="5 1" cnt="1 0"/>
                </dgm:if>
                <dgm:else name="Name74">
                  <dgm:presOf axis="ch desOrSelf" ptType="node node" st="6 1" cnt="1 0"/>
                </dgm:else>
              </dgm:choose>
            </dgm:else>
          </dgm:choose>
          <dgm:constrLst/>
          <dgm:ruleLst/>
        </dgm:layoutNode>
        <dgm:layoutNode name="wedge2Tx" moveWith="wedge2">
          <dgm:varLst>
            <dgm:chMax val="0"/>
            <dgm:chPref val="0"/>
            <dgm:bulletEnabled val="1"/>
          </dgm:varLst>
          <dgm:alg type="tx"/>
          <dgm:shape xmlns:r="http://schemas.openxmlformats.org/officeDocument/2006/relationships" type="rect" r:blip="" hideGeom="1">
            <dgm:adjLst/>
          </dgm:shape>
          <dgm:choose name="Name75">
            <dgm:if name="Name76" func="var" arg="dir" op="equ" val="norm">
              <dgm:presOf axis="ch desOrSelf" ptType="node node" st="2 1" cnt="1 0"/>
            </dgm:if>
            <dgm:else name="Name77">
              <dgm:choose name="Name78">
                <dgm:if name="Name79" axis="ch" ptType="node" func="cnt" op="equ" val="2">
                  <dgm:presOf axis="ch desOrSelf" ptType="node node" st="1 1" cnt="1 0"/>
                </dgm:if>
                <dgm:if name="Name80" axis="ch" ptType="node" func="cnt" op="equ" val="3">
                  <dgm:presOf axis="ch desOrSelf" ptType="node node" st="2 1" cnt="1 0"/>
                </dgm:if>
                <dgm:if name="Name81" axis="ch" ptType="node" func="cnt" op="equ" val="4">
                  <dgm:presOf axis="ch desOrSelf" ptType="node node" st="3 1" cnt="1 0"/>
                </dgm:if>
                <dgm:if name="Name82" axis="ch" ptType="node" func="cnt" op="equ" val="5">
                  <dgm:presOf axis="ch desOrSelf" ptType="node node" st="4 1" cnt="1 0"/>
                </dgm:if>
                <dgm:if name="Name83" axis="ch" ptType="node" func="cnt" op="equ" val="6">
                  <dgm:presOf axis="ch desOrSelf" ptType="node node" st="5 1" cnt="1 0"/>
                </dgm:if>
                <dgm:else name="Name84">
                  <dgm:presOf axis="ch desOrSelf" ptType="node node" st="6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85"/>
    </dgm:choose>
    <dgm:choose name="Name86">
      <dgm:if name="Name87" axis="ch" ptType="node" func="cnt" op="gte" val="3">
        <dgm:layoutNode name="wedge3">
          <dgm:alg type="sp"/>
          <dgm:choose name="Name88">
            <dgm:if name="Name89" axis="ch" ptType="node" func="cnt" op="equ" val="3">
              <dgm:shape xmlns:r="http://schemas.openxmlformats.org/officeDocument/2006/relationships" type="pie" r:blip="">
                <dgm:adjLst>
                  <dgm:adj idx="1" val="150"/>
                  <dgm:adj idx="2" val="270"/>
                </dgm:adjLst>
              </dgm:shape>
            </dgm:if>
            <dgm:if name="Name90" axis="ch" ptType="node" func="cnt" op="equ" val="4">
              <dgm:shape xmlns:r="http://schemas.openxmlformats.org/officeDocument/2006/relationships" type="pie" r:blip="">
                <dgm:adjLst>
                  <dgm:adj idx="1" val="90"/>
                  <dgm:adj idx="2" val="180"/>
                </dgm:adjLst>
              </dgm:shape>
            </dgm:if>
            <dgm:if name="Name91" axis="ch" ptType="node" func="cnt" op="equ" val="5">
              <dgm:shape xmlns:r="http://schemas.openxmlformats.org/officeDocument/2006/relationships" type="pie" r:blip="">
                <dgm:adjLst>
                  <dgm:adj idx="1" val="54"/>
                  <dgm:adj idx="2" val="126"/>
                </dgm:adjLst>
              </dgm:shape>
            </dgm:if>
            <dgm:if name="Name92" axis="ch" ptType="node" func="cnt" op="equ" val="6">
              <dgm:shape xmlns:r="http://schemas.openxmlformats.org/officeDocument/2006/relationships" type="pie" r:blip="">
                <dgm:adjLst>
                  <dgm:adj idx="1" val="30"/>
                  <dgm:adj idx="2" val="90"/>
                </dgm:adjLst>
              </dgm:shape>
            </dgm:if>
            <dgm:else name="Name93">
              <dgm:shape xmlns:r="http://schemas.openxmlformats.org/officeDocument/2006/relationships" type="pie" r:blip="">
                <dgm:adjLst>
                  <dgm:adj idx="1" val="12.85714"/>
                  <dgm:adj idx="2" val="64.28571"/>
                </dgm:adjLst>
              </dgm:shape>
            </dgm:else>
          </dgm:choose>
          <dgm:choose name="Name94">
            <dgm:if name="Name95" func="var" arg="dir" op="equ" val="norm">
              <dgm:presOf axis="ch desOrSelf" ptType="node node" st="3 1" cnt="1 0"/>
            </dgm:if>
            <dgm:else name="Name96">
              <dgm:choose name="Name97">
                <dgm:if name="Name98" axis="ch" ptType="node" func="cnt" op="equ" val="3">
                  <dgm:presOf axis="ch desOrSelf" ptType="node node" st="1 1" cnt="1 0"/>
                </dgm:if>
                <dgm:if name="Name99" axis="ch" ptType="node" func="cnt" op="equ" val="4">
                  <dgm:presOf axis="ch desOrSelf" ptType="node node" st="2 1" cnt="1 0"/>
                </dgm:if>
                <dgm:if name="Name100" axis="ch" ptType="node" func="cnt" op="equ" val="5">
                  <dgm:presOf axis="ch desOrSelf" ptType="node node" st="3 1" cnt="1 0"/>
                </dgm:if>
                <dgm:if name="Name101" axis="ch" ptType="node" func="cnt" op="equ" val="6">
                  <dgm:presOf axis="ch desOrSelf" ptType="node node" st="4 1" cnt="1 0"/>
                </dgm:if>
                <dgm:else name="Name102">
                  <dgm:presOf axis="ch desOrSelf" ptType="node node" st="5 1" cnt="1 0"/>
                </dgm:else>
              </dgm:choose>
            </dgm:else>
          </dgm:choose>
          <dgm:constrLst/>
          <dgm:ruleLst/>
        </dgm:layoutNode>
        <dgm:layoutNode name="wedge3Tx" moveWith="wedge3">
          <dgm:varLst>
            <dgm:chMax val="0"/>
            <dgm:chPref val="0"/>
            <dgm:bulletEnabled val="1"/>
          </dgm:varLst>
          <dgm:alg type="tx"/>
          <dgm:shape xmlns:r="http://schemas.openxmlformats.org/officeDocument/2006/relationships" type="rect" r:blip="" hideGeom="1">
            <dgm:adjLst/>
          </dgm:shape>
          <dgm:choose name="Name103">
            <dgm:if name="Name104" func="var" arg="dir" op="equ" val="norm">
              <dgm:presOf axis="ch desOrSelf" ptType="node node" st="3 1" cnt="1 0"/>
            </dgm:if>
            <dgm:else name="Name105">
              <dgm:choose name="Name106">
                <dgm:if name="Name107" axis="ch" ptType="node" func="cnt" op="equ" val="3">
                  <dgm:presOf axis="ch desOrSelf" ptType="node node" st="1 1" cnt="1 0"/>
                </dgm:if>
                <dgm:if name="Name108" axis="ch" ptType="node" func="cnt" op="equ" val="4">
                  <dgm:presOf axis="ch desOrSelf" ptType="node node" st="2 1" cnt="1 0"/>
                </dgm:if>
                <dgm:if name="Name109" axis="ch" ptType="node" func="cnt" op="equ" val="5">
                  <dgm:presOf axis="ch desOrSelf" ptType="node node" st="3 1" cnt="1 0"/>
                </dgm:if>
                <dgm:if name="Name110" axis="ch" ptType="node" func="cnt" op="equ" val="6">
                  <dgm:presOf axis="ch desOrSelf" ptType="node node" st="4 1" cnt="1 0"/>
                </dgm:if>
                <dgm:else name="Name111">
                  <dgm:presOf axis="ch desOrSelf" ptType="node node" st="5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12"/>
    </dgm:choose>
    <dgm:choose name="Name113">
      <dgm:if name="Name114" axis="ch" ptType="node" func="cnt" op="gte" val="4">
        <dgm:layoutNode name="wedge4">
          <dgm:alg type="sp"/>
          <dgm:choose name="Name115">
            <dgm:if name="Name116" axis="ch" ptType="node" func="cnt" op="equ" val="4">
              <dgm:shape xmlns:r="http://schemas.openxmlformats.org/officeDocument/2006/relationships" type="pie" r:blip="">
                <dgm:adjLst>
                  <dgm:adj idx="1" val="180"/>
                  <dgm:adj idx="2" val="270"/>
                </dgm:adjLst>
              </dgm:shape>
            </dgm:if>
            <dgm:if name="Name117" axis="ch" ptType="node" func="cnt" op="equ" val="5">
              <dgm:shape xmlns:r="http://schemas.openxmlformats.org/officeDocument/2006/relationships" type="pie" r:blip="">
                <dgm:adjLst>
                  <dgm:adj idx="1" val="126"/>
                  <dgm:adj idx="2" val="198"/>
                </dgm:adjLst>
              </dgm:shape>
            </dgm:if>
            <dgm:if name="Name118" axis="ch" ptType="node" func="cnt" op="equ" val="6">
              <dgm:shape xmlns:r="http://schemas.openxmlformats.org/officeDocument/2006/relationships" type="pie" r:blip="">
                <dgm:adjLst>
                  <dgm:adj idx="1" val="90"/>
                  <dgm:adj idx="2" val="150"/>
                </dgm:adjLst>
              </dgm:shape>
            </dgm:if>
            <dgm:else name="Name119">
              <dgm:shape xmlns:r="http://schemas.openxmlformats.org/officeDocument/2006/relationships" type="pie" r:blip="">
                <dgm:adjLst>
                  <dgm:adj idx="1" val="64.2871"/>
                  <dgm:adj idx="2" val="115.7143"/>
                </dgm:adjLst>
              </dgm:shape>
            </dgm:else>
          </dgm:choose>
          <dgm:choose name="Name120">
            <dgm:if name="Name121" func="var" arg="dir" op="equ" val="norm">
              <dgm:presOf axis="ch desOrSelf" ptType="node node" st="4 1" cnt="1 0"/>
            </dgm:if>
            <dgm:else name="Name122">
              <dgm:choose name="Name123">
                <dgm:if name="Name124" axis="ch" ptType="node" func="cnt" op="equ" val="4">
                  <dgm:presOf axis="ch desOrSelf" ptType="node node" st="1 1" cnt="1 0"/>
                </dgm:if>
                <dgm:if name="Name125" axis="ch" ptType="node" func="cnt" op="equ" val="5">
                  <dgm:presOf axis="ch desOrSelf" ptType="node node" st="2 1" cnt="1 0"/>
                </dgm:if>
                <dgm:if name="Name126" axis="ch" ptType="node" func="cnt" op="equ" val="6">
                  <dgm:presOf axis="ch desOrSelf" ptType="node node" st="3 1" cnt="1 0"/>
                </dgm:if>
                <dgm:else name="Name127">
                  <dgm:presOf axis="ch desOrSelf" ptType="node node" st="4 1" cnt="1 0"/>
                </dgm:else>
              </dgm:choose>
            </dgm:else>
          </dgm:choose>
          <dgm:constrLst/>
          <dgm:ruleLst/>
        </dgm:layoutNode>
        <dgm:layoutNode name="wedge4Tx" moveWith="wedge4">
          <dgm:varLst>
            <dgm:chMax val="0"/>
            <dgm:chPref val="0"/>
            <dgm:bulletEnabled val="1"/>
          </dgm:varLst>
          <dgm:alg type="tx"/>
          <dgm:shape xmlns:r="http://schemas.openxmlformats.org/officeDocument/2006/relationships" type="rect" r:blip="" hideGeom="1">
            <dgm:adjLst/>
          </dgm:shape>
          <dgm:choose name="Name128">
            <dgm:if name="Name129" func="var" arg="dir" op="equ" val="norm">
              <dgm:presOf axis="ch desOrSelf" ptType="node node" st="4 1" cnt="1 0"/>
            </dgm:if>
            <dgm:else name="Name130">
              <dgm:choose name="Name131">
                <dgm:if name="Name132" axis="ch" ptType="node" func="cnt" op="equ" val="4">
                  <dgm:presOf axis="ch desOrSelf" ptType="node node" st="1 1" cnt="1 0"/>
                </dgm:if>
                <dgm:if name="Name133" axis="ch" ptType="node" func="cnt" op="equ" val="5">
                  <dgm:presOf axis="ch desOrSelf" ptType="node node" st="2 1" cnt="1 0"/>
                </dgm:if>
                <dgm:if name="Name134" axis="ch" ptType="node" func="cnt" op="equ" val="6">
                  <dgm:presOf axis="ch desOrSelf" ptType="node node" st="3 1" cnt="1 0"/>
                </dgm:if>
                <dgm:else name="Name135">
                  <dgm:presOf axis="ch desOrSelf" ptType="node node" st="4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36"/>
    </dgm:choose>
    <dgm:choose name="Name137">
      <dgm:if name="Name138" axis="ch" ptType="node" func="cnt" op="gte" val="5">
        <dgm:layoutNode name="wedge5">
          <dgm:alg type="sp"/>
          <dgm:choose name="Name139">
            <dgm:if name="Name140" axis="ch" ptType="node" func="cnt" op="equ" val="5">
              <dgm:shape xmlns:r="http://schemas.openxmlformats.org/officeDocument/2006/relationships" type="pie" r:blip="">
                <dgm:adjLst>
                  <dgm:adj idx="1" val="198"/>
                  <dgm:adj idx="2" val="270"/>
                </dgm:adjLst>
              </dgm:shape>
            </dgm:if>
            <dgm:if name="Name141" axis="ch" ptType="node" func="cnt" op="equ" val="6">
              <dgm:shape xmlns:r="http://schemas.openxmlformats.org/officeDocument/2006/relationships" type="pie" r:blip="">
                <dgm:adjLst>
                  <dgm:adj idx="1" val="150"/>
                  <dgm:adj idx="2" val="210"/>
                </dgm:adjLst>
              </dgm:shape>
            </dgm:if>
            <dgm:else name="Name142">
              <dgm:shape xmlns:r="http://schemas.openxmlformats.org/officeDocument/2006/relationships" type="pie" r:blip="">
                <dgm:adjLst>
                  <dgm:adj idx="1" val="115.7143"/>
                  <dgm:adj idx="2" val="167.1429"/>
                </dgm:adjLst>
              </dgm:shape>
            </dgm:else>
          </dgm:choose>
          <dgm:choose name="Name143">
            <dgm:if name="Name144" func="var" arg="dir" op="equ" val="norm">
              <dgm:presOf axis="ch desOrSelf" ptType="node node" st="5 1" cnt="1 0"/>
            </dgm:if>
            <dgm:else name="Name145">
              <dgm:choose name="Name146">
                <dgm:if name="Name147" axis="ch" ptType="node" func="cnt" op="equ" val="5">
                  <dgm:presOf axis="ch desOrSelf" ptType="node node" st="1 1" cnt="1 0"/>
                </dgm:if>
                <dgm:if name="Name148" axis="ch" ptType="node" func="cnt" op="equ" val="6">
                  <dgm:presOf axis="ch desOrSelf" ptType="node node" st="2 1" cnt="1 0"/>
                </dgm:if>
                <dgm:else name="Name149">
                  <dgm:presOf axis="ch desOrSelf" ptType="node node" st="3 1" cnt="1 0"/>
                </dgm:else>
              </dgm:choose>
            </dgm:else>
          </dgm:choose>
          <dgm:constrLst/>
          <dgm:ruleLst/>
        </dgm:layoutNode>
        <dgm:layoutNode name="wedge5Tx" moveWith="wedge5">
          <dgm:varLst>
            <dgm:chMax val="0"/>
            <dgm:chPref val="0"/>
            <dgm:bulletEnabled val="1"/>
          </dgm:varLst>
          <dgm:alg type="tx"/>
          <dgm:shape xmlns:r="http://schemas.openxmlformats.org/officeDocument/2006/relationships" type="rect" r:blip="" hideGeom="1">
            <dgm:adjLst/>
          </dgm:shape>
          <dgm:choose name="Name150">
            <dgm:if name="Name151" func="var" arg="dir" op="equ" val="norm">
              <dgm:presOf axis="ch desOrSelf" ptType="node node" st="5 1" cnt="1 0"/>
            </dgm:if>
            <dgm:else name="Name152">
              <dgm:choose name="Name153">
                <dgm:if name="Name154" axis="ch" ptType="node" func="cnt" op="equ" val="5">
                  <dgm:presOf axis="ch desOrSelf" ptType="node node" st="1 1" cnt="1 0"/>
                </dgm:if>
                <dgm:if name="Name155" axis="ch" ptType="node" func="cnt" op="equ" val="6">
                  <dgm:presOf axis="ch desOrSelf" ptType="node node" st="2 1" cnt="1 0"/>
                </dgm:if>
                <dgm:else name="Name156">
                  <dgm:presOf axis="ch desOrSelf" ptType="node node" st="3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57"/>
    </dgm:choose>
    <dgm:choose name="Name158">
      <dgm:if name="Name159" axis="ch" ptType="node" func="cnt" op="gte" val="6">
        <dgm:layoutNode name="wedge6">
          <dgm:alg type="sp"/>
          <dgm:choose name="Name160">
            <dgm:if name="Name161" axis="ch" ptType="node" func="cnt" op="equ" val="6">
              <dgm:shape xmlns:r="http://schemas.openxmlformats.org/officeDocument/2006/relationships" type="pie" r:blip="">
                <dgm:adjLst>
                  <dgm:adj idx="1" val="210"/>
                  <dgm:adj idx="2" val="270"/>
                </dgm:adjLst>
              </dgm:shape>
            </dgm:if>
            <dgm:else name="Name162">
              <dgm:shape xmlns:r="http://schemas.openxmlformats.org/officeDocument/2006/relationships" type="pie" r:blip="">
                <dgm:adjLst>
                  <dgm:adj idx="1" val="167.1429"/>
                  <dgm:adj idx="2" val="218.5714"/>
                </dgm:adjLst>
              </dgm:shape>
            </dgm:else>
          </dgm:choose>
          <dgm:choose name="Name163">
            <dgm:if name="Name164" func="var" arg="dir" op="equ" val="norm">
              <dgm:presOf axis="ch desOrSelf" ptType="node node" st="6 1" cnt="1 0"/>
            </dgm:if>
            <dgm:else name="Name165">
              <dgm:choose name="Name166">
                <dgm:if name="Name167" axis="ch" ptType="node" func="cnt" op="equ" val="6">
                  <dgm:presOf axis="ch desOrSelf" ptType="node node" st="1 1" cnt="1 0"/>
                </dgm:if>
                <dgm:else name="Name168">
                  <dgm:presOf axis="ch desOrSelf" ptType="node node" st="2 1" cnt="1 0"/>
                </dgm:else>
              </dgm:choose>
            </dgm:else>
          </dgm:choose>
          <dgm:constrLst/>
          <dgm:ruleLst/>
        </dgm:layoutNode>
        <dgm:layoutNode name="wedge6Tx" moveWith="wedge6">
          <dgm:varLst>
            <dgm:chMax val="0"/>
            <dgm:chPref val="0"/>
            <dgm:bulletEnabled val="1"/>
          </dgm:varLst>
          <dgm:alg type="tx"/>
          <dgm:shape xmlns:r="http://schemas.openxmlformats.org/officeDocument/2006/relationships" type="rect" r:blip="" hideGeom="1">
            <dgm:adjLst/>
          </dgm:shape>
          <dgm:choose name="Name169">
            <dgm:if name="Name170" func="var" arg="dir" op="equ" val="norm">
              <dgm:presOf axis="ch desOrSelf" ptType="node node" st="6 1" cnt="1 0"/>
            </dgm:if>
            <dgm:else name="Name171">
              <dgm:choose name="Name172">
                <dgm:if name="Name173" axis="ch" ptType="node" func="cnt" op="equ" val="6">
                  <dgm:presOf axis="ch desOrSelf" ptType="node node" st="1 1" cnt="1 0"/>
                </dgm:if>
                <dgm:else name="Name174">
                  <dgm:presOf axis="ch desOrSelf" ptType="node node" st="2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75"/>
    </dgm:choose>
    <dgm:choose name="Name176">
      <dgm:if name="Name177" axis="ch" ptType="node" func="cnt" op="gte" val="7">
        <dgm:layoutNode name="wedge7">
          <dgm:alg type="sp"/>
          <dgm:shape xmlns:r="http://schemas.openxmlformats.org/officeDocument/2006/relationships" type="pie" r:blip="">
            <dgm:adjLst>
              <dgm:adj idx="1" val="218.5714"/>
              <dgm:adj idx="2" val="270"/>
            </dgm:adjLst>
          </dgm:shape>
          <dgm:choose name="Name178">
            <dgm:if name="Name179" func="var" arg="dir" op="equ" val="norm">
              <dgm:presOf axis="ch desOrSelf" ptType="node node" st="7 1" cnt="1 0"/>
            </dgm:if>
            <dgm:else name="Name180">
              <dgm:presOf axis="ch desOrSelf" ptType="node node" st="1 1" cnt="1 0"/>
            </dgm:else>
          </dgm:choose>
          <dgm:constrLst/>
          <dgm:ruleLst/>
        </dgm:layoutNode>
        <dgm:layoutNode name="wedge7Tx" moveWith="wedge7">
          <dgm:varLst>
            <dgm:chMax val="0"/>
            <dgm:chPref val="0"/>
            <dgm:bulletEnabled val="1"/>
          </dgm:varLst>
          <dgm:alg type="tx"/>
          <dgm:shape xmlns:r="http://schemas.openxmlformats.org/officeDocument/2006/relationships" type="rect" r:blip="" hideGeom="1">
            <dgm:adjLst/>
          </dgm:shape>
          <dgm:choose name="Name181">
            <dgm:if name="Name182" func="var" arg="dir" op="equ" val="norm">
              <dgm:presOf axis="ch desOrSelf" ptType="node node" st="7 1" cnt="1 0"/>
            </dgm:if>
            <dgm:else name="Name183">
              <dgm:presOf axis="ch desOrSelf" ptType="node node" st="1 1" cnt="1 0"/>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84"/>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9394"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nSpc>
                <a:spcPct val="100000"/>
              </a:lnSpc>
              <a:spcBef>
                <a:spcPct val="0"/>
              </a:spcBef>
              <a:buFontTx/>
              <a:buNone/>
              <a:defRPr sz="1200">
                <a:latin typeface="Times New Roman" pitchFamily="18" charset="0"/>
              </a:defRPr>
            </a:lvl1pPr>
          </a:lstStyle>
          <a:p>
            <a:pPr>
              <a:defRPr/>
            </a:pPr>
            <a:endParaRPr lang="en-US"/>
          </a:p>
        </p:txBody>
      </p:sp>
      <p:sp>
        <p:nvSpPr>
          <p:cNvPr id="59395" name="Rectangle 3"/>
          <p:cNvSpPr>
            <a:spLocks noGrp="1" noChangeArrowheads="1"/>
          </p:cNvSpPr>
          <p:nvPr>
            <p:ph type="dt" sz="quarter"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lnSpc>
                <a:spcPct val="100000"/>
              </a:lnSpc>
              <a:spcBef>
                <a:spcPct val="0"/>
              </a:spcBef>
              <a:buFontTx/>
              <a:buNone/>
              <a:defRPr sz="1200">
                <a:latin typeface="Times New Roman" pitchFamily="18" charset="0"/>
              </a:defRPr>
            </a:lvl1pPr>
          </a:lstStyle>
          <a:p>
            <a:pPr>
              <a:defRPr/>
            </a:pPr>
            <a:endParaRPr lang="en-US"/>
          </a:p>
        </p:txBody>
      </p:sp>
      <p:sp>
        <p:nvSpPr>
          <p:cNvPr id="59396" name="Rectangle 4"/>
          <p:cNvSpPr>
            <a:spLocks noGrp="1" noChangeArrowheads="1"/>
          </p:cNvSpPr>
          <p:nvPr>
            <p:ph type="ftr" sz="quarter" idx="2"/>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nSpc>
                <a:spcPct val="100000"/>
              </a:lnSpc>
              <a:spcBef>
                <a:spcPct val="0"/>
              </a:spcBef>
              <a:buFontTx/>
              <a:buNone/>
              <a:defRPr sz="1200">
                <a:latin typeface="Times New Roman" pitchFamily="18" charset="0"/>
              </a:defRPr>
            </a:lvl1pPr>
          </a:lstStyle>
          <a:p>
            <a:pPr>
              <a:defRPr/>
            </a:pPr>
            <a:endParaRPr lang="en-US"/>
          </a:p>
        </p:txBody>
      </p:sp>
      <p:sp>
        <p:nvSpPr>
          <p:cNvPr id="59397" name="Rectangle 5"/>
          <p:cNvSpPr>
            <a:spLocks noGrp="1" noChangeArrowheads="1"/>
          </p:cNvSpPr>
          <p:nvPr>
            <p:ph type="sldNum" sz="quarter" idx="3"/>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Times New Roman" panose="02020603050405020304" pitchFamily="18" charset="0"/>
              </a:defRPr>
            </a:lvl1pPr>
          </a:lstStyle>
          <a:p>
            <a:fld id="{371F6BA6-6711-4103-91A6-F37002B1C922}" type="slidenum">
              <a:rPr lang="en-US" altLang="en-US"/>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6866"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nSpc>
                <a:spcPct val="100000"/>
              </a:lnSpc>
              <a:spcBef>
                <a:spcPct val="0"/>
              </a:spcBef>
              <a:buFontTx/>
              <a:buNone/>
              <a:defRPr sz="1200">
                <a:latin typeface="Times New Roman" pitchFamily="18" charset="0"/>
              </a:defRPr>
            </a:lvl1pPr>
          </a:lstStyle>
          <a:p>
            <a:pPr>
              <a:defRPr/>
            </a:pPr>
            <a:endParaRPr lang="en-US"/>
          </a:p>
        </p:txBody>
      </p:sp>
      <p:sp>
        <p:nvSpPr>
          <p:cNvPr id="36867"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lnSpc>
                <a:spcPct val="100000"/>
              </a:lnSpc>
              <a:spcBef>
                <a:spcPct val="0"/>
              </a:spcBef>
              <a:buFontTx/>
              <a:buNone/>
              <a:defRPr sz="1200">
                <a:latin typeface="Times New Roman" pitchFamily="18" charset="0"/>
              </a:defRPr>
            </a:lvl1pPr>
          </a:lstStyle>
          <a:p>
            <a:pPr>
              <a:defRPr/>
            </a:pPr>
            <a:endParaRPr lang="en-US"/>
          </a:p>
        </p:txBody>
      </p:sp>
      <p:sp>
        <p:nvSpPr>
          <p:cNvPr id="58372"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6869"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6870"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nSpc>
                <a:spcPct val="100000"/>
              </a:lnSpc>
              <a:spcBef>
                <a:spcPct val="0"/>
              </a:spcBef>
              <a:buFontTx/>
              <a:buNone/>
              <a:defRPr sz="1200">
                <a:latin typeface="Times New Roman" pitchFamily="18" charset="0"/>
              </a:defRPr>
            </a:lvl1pPr>
          </a:lstStyle>
          <a:p>
            <a:pPr>
              <a:defRPr/>
            </a:pPr>
            <a:endParaRPr lang="en-US"/>
          </a:p>
        </p:txBody>
      </p:sp>
      <p:sp>
        <p:nvSpPr>
          <p:cNvPr id="36871"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Times New Roman" panose="02020603050405020304" pitchFamily="18" charset="0"/>
              </a:defRPr>
            </a:lvl1pPr>
          </a:lstStyle>
          <a:p>
            <a:fld id="{DB5A5470-F4BF-4470-B6F0-103E4D7F1547}" type="slidenum">
              <a:rPr lang="en-US" altLang="en-US"/>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Slide Image Placeholder 1"/>
          <p:cNvSpPr>
            <a:spLocks noGrp="1" noRot="1" noChangeAspect="1" noTextEdit="1"/>
          </p:cNvSpPr>
          <p:nvPr>
            <p:ph type="sldImg"/>
          </p:nvPr>
        </p:nvSpPr>
        <p:spPr>
          <a:ln/>
        </p:spPr>
      </p:sp>
      <p:sp>
        <p:nvSpPr>
          <p:cNvPr id="5939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
        <p:nvSpPr>
          <p:cNvPr id="5939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200">
                <a:solidFill>
                  <a:schemeClr val="tx1"/>
                </a:solidFill>
                <a:latin typeface="Arial" panose="020B0604020202020204" pitchFamily="34" charset="0"/>
              </a:defRPr>
            </a:lvl1pPr>
            <a:lvl2pPr marL="742950" indent="-285750" eaLnBrk="0" hangingPunct="0">
              <a:defRPr sz="2200">
                <a:solidFill>
                  <a:schemeClr val="tx1"/>
                </a:solidFill>
                <a:latin typeface="Arial" panose="020B0604020202020204" pitchFamily="34" charset="0"/>
              </a:defRPr>
            </a:lvl2pPr>
            <a:lvl3pPr marL="1143000" indent="-228600" eaLnBrk="0" hangingPunct="0">
              <a:defRPr sz="2200">
                <a:solidFill>
                  <a:schemeClr val="tx1"/>
                </a:solidFill>
                <a:latin typeface="Arial" panose="020B0604020202020204" pitchFamily="34" charset="0"/>
              </a:defRPr>
            </a:lvl3pPr>
            <a:lvl4pPr marL="1600200" indent="-228600" eaLnBrk="0" hangingPunct="0">
              <a:defRPr sz="2200">
                <a:solidFill>
                  <a:schemeClr val="tx1"/>
                </a:solidFill>
                <a:latin typeface="Arial" panose="020B0604020202020204" pitchFamily="34" charset="0"/>
              </a:defRPr>
            </a:lvl4pPr>
            <a:lvl5pPr marL="2057400" indent="-228600" eaLnBrk="0" hangingPunct="0">
              <a:defRPr sz="2200">
                <a:solidFill>
                  <a:schemeClr val="tx1"/>
                </a:solidFill>
                <a:latin typeface="Arial" panose="020B0604020202020204" pitchFamily="34" charset="0"/>
              </a:defRPr>
            </a:lvl5pPr>
            <a:lvl6pPr marL="2514600" indent="-228600" eaLnBrk="0" fontAlgn="base" hangingPunct="0">
              <a:spcBef>
                <a:spcPct val="0"/>
              </a:spcBef>
              <a:spcAft>
                <a:spcPct val="0"/>
              </a:spcAft>
              <a:defRPr sz="2200">
                <a:solidFill>
                  <a:schemeClr val="tx1"/>
                </a:solidFill>
                <a:latin typeface="Arial" panose="020B0604020202020204" pitchFamily="34" charset="0"/>
              </a:defRPr>
            </a:lvl6pPr>
            <a:lvl7pPr marL="2971800" indent="-228600" eaLnBrk="0" fontAlgn="base" hangingPunct="0">
              <a:spcBef>
                <a:spcPct val="0"/>
              </a:spcBef>
              <a:spcAft>
                <a:spcPct val="0"/>
              </a:spcAft>
              <a:defRPr sz="2200">
                <a:solidFill>
                  <a:schemeClr val="tx1"/>
                </a:solidFill>
                <a:latin typeface="Arial" panose="020B0604020202020204" pitchFamily="34" charset="0"/>
              </a:defRPr>
            </a:lvl7pPr>
            <a:lvl8pPr marL="3429000" indent="-228600" eaLnBrk="0" fontAlgn="base" hangingPunct="0">
              <a:spcBef>
                <a:spcPct val="0"/>
              </a:spcBef>
              <a:spcAft>
                <a:spcPct val="0"/>
              </a:spcAft>
              <a:defRPr sz="2200">
                <a:solidFill>
                  <a:schemeClr val="tx1"/>
                </a:solidFill>
                <a:latin typeface="Arial" panose="020B0604020202020204" pitchFamily="34" charset="0"/>
              </a:defRPr>
            </a:lvl8pPr>
            <a:lvl9pPr marL="3886200" indent="-228600" eaLnBrk="0" fontAlgn="base" hangingPunct="0">
              <a:spcBef>
                <a:spcPct val="0"/>
              </a:spcBef>
              <a:spcAft>
                <a:spcPct val="0"/>
              </a:spcAft>
              <a:defRPr sz="2200">
                <a:solidFill>
                  <a:schemeClr val="tx1"/>
                </a:solidFill>
                <a:latin typeface="Arial" panose="020B0604020202020204" pitchFamily="34" charset="0"/>
              </a:defRPr>
            </a:lvl9pPr>
          </a:lstStyle>
          <a:p>
            <a:pPr eaLnBrk="1" hangingPunct="1"/>
            <a:fld id="{6C816D0C-4BE5-4596-A7CC-82B1C53595E9}" type="slidenum">
              <a:rPr lang="en-US" altLang="en-US" sz="1200">
                <a:latin typeface="Times New Roman" panose="02020603050405020304" pitchFamily="18" charset="0"/>
              </a:rPr>
              <a:pPr eaLnBrk="1" hangingPunct="1"/>
              <a:t>1</a:t>
            </a:fld>
            <a:endParaRPr lang="en-US" altLang="en-US" sz="1200">
              <a:latin typeface="Times New Roman" panose="02020603050405020304" pitchFamily="18"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https://www.simplilearn.com/top-technology-trends-and-jobs-article</a:t>
            </a:r>
          </a:p>
          <a:p>
            <a:r>
              <a:rPr lang="en-US" b="0" i="0" dirty="0">
                <a:solidFill>
                  <a:srgbClr val="1F1F1F"/>
                </a:solidFill>
                <a:effectLst/>
                <a:latin typeface="Google Sans"/>
              </a:rPr>
              <a:t>Quantum computing is </a:t>
            </a:r>
            <a:r>
              <a:rPr lang="en-US" b="0" i="0" dirty="0">
                <a:solidFill>
                  <a:srgbClr val="040C28"/>
                </a:solidFill>
                <a:effectLst/>
                <a:latin typeface="Google Sans"/>
              </a:rPr>
              <a:t>a multidisciplinary field comprising aspects of computer science, physics, and mathematics that utilizes quantum mechanics to solve complex problems faster than on classical computers</a:t>
            </a:r>
            <a:r>
              <a:rPr lang="en-US" b="0" i="0" dirty="0">
                <a:solidFill>
                  <a:srgbClr val="1F1F1F"/>
                </a:solidFill>
                <a:effectLst/>
                <a:latin typeface="Google Sans"/>
              </a:rPr>
              <a:t>. The field of quantum computing includes hardware research and application development.</a:t>
            </a:r>
          </a:p>
          <a:p>
            <a:r>
              <a:rPr lang="en-US" b="0" i="0" dirty="0">
                <a:effectLst/>
                <a:latin typeface="SF-Pro-Text"/>
              </a:rPr>
              <a:t>AR enhances the real world by overlaying digital information, as demonstrated by applications like IKEA's visualization tool for home products and Snapchat's filter features. In contrast, VR immerses users entirely in a simulated environment, allowing experiences like walking on the moon.</a:t>
            </a:r>
          </a:p>
          <a:p>
            <a:r>
              <a:rPr lang="en-US" b="0" i="0" dirty="0">
                <a:solidFill>
                  <a:srgbClr val="001D35"/>
                </a:solidFill>
                <a:effectLst/>
                <a:latin typeface="Google Sans"/>
              </a:rPr>
              <a:t>Edge computing is a distributed computing framework where processing and storage functions are moved closer to the data source, like IoT devices or local servers, rather than relying solely on centralized data centers, enabling faster, more efficient data processing and real-time insights. </a:t>
            </a:r>
            <a:endParaRPr lang="en-PK" dirty="0"/>
          </a:p>
        </p:txBody>
      </p:sp>
      <p:sp>
        <p:nvSpPr>
          <p:cNvPr id="4" name="Slide Number Placeholder 3"/>
          <p:cNvSpPr>
            <a:spLocks noGrp="1"/>
          </p:cNvSpPr>
          <p:nvPr>
            <p:ph type="sldNum" sz="quarter" idx="5"/>
          </p:nvPr>
        </p:nvSpPr>
        <p:spPr/>
        <p:txBody>
          <a:bodyPr/>
          <a:lstStyle/>
          <a:p>
            <a:fld id="{DB5A5470-F4BF-4470-B6F0-103E4D7F1547}" type="slidenum">
              <a:rPr lang="en-US" altLang="en-US" smtClean="0"/>
              <a:pPr/>
              <a:t>4</a:t>
            </a:fld>
            <a:endParaRPr lang="en-US" altLang="en-US"/>
          </a:p>
        </p:txBody>
      </p:sp>
    </p:spTree>
    <p:extLst>
      <p:ext uri="{BB962C8B-B14F-4D97-AF65-F5344CB8AC3E}">
        <p14:creationId xmlns:p14="http://schemas.microsoft.com/office/powerpoint/2010/main" val="215534242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Projects are often defined broadly when they begin, and as time passes, the specific details of the project become clearer. Therefore, projects should be developed in increments. A project team should develop initial plans and then update them with more detail based on new information. </a:t>
            </a:r>
          </a:p>
          <a:p>
            <a:r>
              <a:rPr lang="en-US" dirty="0"/>
              <a:t>6. Because every project is unique, it is sometimes difficult to define its objectives clearly, estimate how long it will take to complete, or determine how much it will cost. External factors also cause uncertainty, such as a supplier going out of business or a project team member needing unplanned time off. This uncertainty is one of the main reasons project management is so challenging, especially on projects involving new technologies.</a:t>
            </a:r>
          </a:p>
        </p:txBody>
      </p:sp>
      <p:sp>
        <p:nvSpPr>
          <p:cNvPr id="4" name="Slide Number Placeholder 3"/>
          <p:cNvSpPr>
            <a:spLocks noGrp="1"/>
          </p:cNvSpPr>
          <p:nvPr>
            <p:ph type="sldNum" sz="quarter" idx="5"/>
          </p:nvPr>
        </p:nvSpPr>
        <p:spPr/>
        <p:txBody>
          <a:bodyPr/>
          <a:lstStyle/>
          <a:p>
            <a:fld id="{DB5A5470-F4BF-4470-B6F0-103E4D7F1547}" type="slidenum">
              <a:rPr lang="en-US" altLang="en-US" smtClean="0"/>
              <a:pPr/>
              <a:t>6</a:t>
            </a:fld>
            <a:endParaRPr lang="en-US" altLang="en-US"/>
          </a:p>
        </p:txBody>
      </p:sp>
    </p:spTree>
    <p:extLst>
      <p:ext uri="{BB962C8B-B14F-4D97-AF65-F5344CB8AC3E}">
        <p14:creationId xmlns:p14="http://schemas.microsoft.com/office/powerpoint/2010/main" val="15179074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Scope: What work will be done as part of the project? What unique product, service, or result does the customer or sponsor expect from the project? How will the scope be verified? </a:t>
            </a:r>
          </a:p>
          <a:p>
            <a:r>
              <a:rPr lang="en-US" dirty="0"/>
              <a:t>Time: How long should it take to complete the project? What is the project’s schedule? How will the team track actual schedule performance? Who can approve changes to the schedule?</a:t>
            </a:r>
          </a:p>
          <a:p>
            <a:r>
              <a:rPr lang="en-US" dirty="0"/>
              <a:t>Cost: What should it cost to complete the project? What is the project’s budget? How will costs be tracked? Who can authorize changes to the budget?</a:t>
            </a:r>
          </a:p>
        </p:txBody>
      </p:sp>
      <p:sp>
        <p:nvSpPr>
          <p:cNvPr id="4" name="Slide Number Placeholder 3"/>
          <p:cNvSpPr>
            <a:spLocks noGrp="1"/>
          </p:cNvSpPr>
          <p:nvPr>
            <p:ph type="sldNum" sz="quarter" idx="5"/>
          </p:nvPr>
        </p:nvSpPr>
        <p:spPr/>
        <p:txBody>
          <a:bodyPr/>
          <a:lstStyle/>
          <a:p>
            <a:fld id="{DB5A5470-F4BF-4470-B6F0-103E4D7F1547}" type="slidenum">
              <a:rPr lang="en-US" altLang="en-US" smtClean="0"/>
              <a:pPr/>
              <a:t>7</a:t>
            </a:fld>
            <a:endParaRPr lang="en-US" altLang="en-US"/>
          </a:p>
        </p:txBody>
      </p:sp>
    </p:spTree>
    <p:extLst>
      <p:ext uri="{BB962C8B-B14F-4D97-AF65-F5344CB8AC3E}">
        <p14:creationId xmlns:p14="http://schemas.microsoft.com/office/powerpoint/2010/main" val="424239860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Managing the triple constraint involves making trade-offs between scope, time, and cost goals for a project. For example, you might need to increase the budget for a project to meet scope and time goals. Alternatively, you might have to reduce the scope of a project to meet time and cost goals. Experienced project managers know that you must decide which aspect of the triple constraint is most important. If time is most important, you must often change the initial scope and cost goals to meet the schedule. If scope goals are most important, you may need to adjust time and cost goals.</a:t>
            </a:r>
          </a:p>
        </p:txBody>
      </p:sp>
      <p:sp>
        <p:nvSpPr>
          <p:cNvPr id="4" name="Slide Number Placeholder 3"/>
          <p:cNvSpPr>
            <a:spLocks noGrp="1"/>
          </p:cNvSpPr>
          <p:nvPr>
            <p:ph type="sldNum" sz="quarter" idx="5"/>
          </p:nvPr>
        </p:nvSpPr>
        <p:spPr/>
        <p:txBody>
          <a:bodyPr/>
          <a:lstStyle/>
          <a:p>
            <a:fld id="{DB5A5470-F4BF-4470-B6F0-103E4D7F1547}" type="slidenum">
              <a:rPr lang="en-US" altLang="en-US" smtClean="0"/>
              <a:pPr/>
              <a:t>8</a:t>
            </a:fld>
            <a:endParaRPr lang="en-US" altLang="en-US"/>
          </a:p>
        </p:txBody>
      </p:sp>
    </p:spTree>
    <p:extLst>
      <p:ext uri="{BB962C8B-B14F-4D97-AF65-F5344CB8AC3E}">
        <p14:creationId xmlns:p14="http://schemas.microsoft.com/office/powerpoint/2010/main" val="72223441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https://www.educationedge.ca/blog/project-management-triangle</a:t>
            </a:r>
            <a:endParaRPr lang="en-PK" dirty="0"/>
          </a:p>
        </p:txBody>
      </p:sp>
      <p:sp>
        <p:nvSpPr>
          <p:cNvPr id="4" name="Slide Number Placeholder 3"/>
          <p:cNvSpPr>
            <a:spLocks noGrp="1"/>
          </p:cNvSpPr>
          <p:nvPr>
            <p:ph type="sldNum" sz="quarter" idx="5"/>
          </p:nvPr>
        </p:nvSpPr>
        <p:spPr/>
        <p:txBody>
          <a:bodyPr/>
          <a:lstStyle/>
          <a:p>
            <a:fld id="{DB5A5470-F4BF-4470-B6F0-103E4D7F1547}" type="slidenum">
              <a:rPr lang="en-US" altLang="en-US" smtClean="0"/>
              <a:pPr/>
              <a:t>10</a:t>
            </a:fld>
            <a:endParaRPr lang="en-US" altLang="en-US"/>
          </a:p>
        </p:txBody>
      </p:sp>
    </p:spTree>
    <p:extLst>
      <p:ext uri="{BB962C8B-B14F-4D97-AF65-F5344CB8AC3E}">
        <p14:creationId xmlns:p14="http://schemas.microsoft.com/office/powerpoint/2010/main" val="20277866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4D5156"/>
                </a:solidFill>
                <a:effectLst/>
                <a:latin typeface="Google Sans"/>
              </a:rPr>
              <a:t>A kickoff meeting is </a:t>
            </a:r>
            <a:r>
              <a:rPr lang="en-US" b="0" i="0" dirty="0">
                <a:solidFill>
                  <a:srgbClr val="040C28"/>
                </a:solidFill>
                <a:effectLst/>
                <a:latin typeface="Google Sans"/>
              </a:rPr>
              <a:t>the first official team meeting at the start of a project</a:t>
            </a:r>
            <a:r>
              <a:rPr lang="en-US" b="0" i="0" dirty="0">
                <a:solidFill>
                  <a:srgbClr val="4D5156"/>
                </a:solidFill>
                <a:effectLst/>
                <a:latin typeface="Google Sans"/>
              </a:rPr>
              <a:t>. During the meeting, important team members and leaders finalize a plan for project completion.</a:t>
            </a:r>
            <a:endParaRPr lang="en-US" dirty="0"/>
          </a:p>
        </p:txBody>
      </p:sp>
      <p:sp>
        <p:nvSpPr>
          <p:cNvPr id="4" name="Slide Number Placeholder 3"/>
          <p:cNvSpPr>
            <a:spLocks noGrp="1"/>
          </p:cNvSpPr>
          <p:nvPr>
            <p:ph type="sldNum" sz="quarter" idx="5"/>
          </p:nvPr>
        </p:nvSpPr>
        <p:spPr/>
        <p:txBody>
          <a:bodyPr/>
          <a:lstStyle/>
          <a:p>
            <a:fld id="{DB5A5470-F4BF-4470-B6F0-103E4D7F1547}" type="slidenum">
              <a:rPr lang="en-US" altLang="en-US" smtClean="0"/>
              <a:pPr/>
              <a:t>27</a:t>
            </a:fld>
            <a:endParaRPr lang="en-US" altLang="en-US"/>
          </a:p>
        </p:txBody>
      </p:sp>
    </p:spTree>
    <p:extLst>
      <p:ext uri="{BB962C8B-B14F-4D97-AF65-F5344CB8AC3E}">
        <p14:creationId xmlns:p14="http://schemas.microsoft.com/office/powerpoint/2010/main" val="255253941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dirty="0"/>
          </a:p>
        </p:txBody>
      </p:sp>
      <p:sp>
        <p:nvSpPr>
          <p:cNvPr id="4" name="Slide Number Placeholder 3"/>
          <p:cNvSpPr>
            <a:spLocks noGrp="1"/>
          </p:cNvSpPr>
          <p:nvPr>
            <p:ph type="sldNum" sz="quarter" idx="10"/>
          </p:nvPr>
        </p:nvSpPr>
        <p:spPr/>
        <p:txBody>
          <a:bodyPr/>
          <a:lstStyle/>
          <a:p>
            <a:fld id="{8D77D040-0D9B-4028-A42B-08F61A7ECAB9}" type="slidenum">
              <a:rPr lang="en-US" smtClean="0"/>
              <a:t>35</a:t>
            </a:fld>
            <a:endParaRPr lang="en-US"/>
          </a:p>
        </p:txBody>
      </p:sp>
    </p:spTree>
    <p:extLst>
      <p:ext uri="{BB962C8B-B14F-4D97-AF65-F5344CB8AC3E}">
        <p14:creationId xmlns:p14="http://schemas.microsoft.com/office/powerpoint/2010/main" val="17507786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https://www.techtarget.com/searchcio/definition/PPM-project-and-portfolio-management</a:t>
            </a:r>
            <a:endParaRPr lang="en-PK" dirty="0"/>
          </a:p>
        </p:txBody>
      </p:sp>
      <p:sp>
        <p:nvSpPr>
          <p:cNvPr id="4" name="Slide Number Placeholder 3"/>
          <p:cNvSpPr>
            <a:spLocks noGrp="1"/>
          </p:cNvSpPr>
          <p:nvPr>
            <p:ph type="sldNum" sz="quarter" idx="5"/>
          </p:nvPr>
        </p:nvSpPr>
        <p:spPr/>
        <p:txBody>
          <a:bodyPr/>
          <a:lstStyle/>
          <a:p>
            <a:fld id="{DB5A5470-F4BF-4470-B6F0-103E4D7F1547}" type="slidenum">
              <a:rPr lang="en-US" altLang="en-US" smtClean="0"/>
              <a:pPr/>
              <a:t>40</a:t>
            </a:fld>
            <a:endParaRPr lang="en-US" altLang="en-US"/>
          </a:p>
        </p:txBody>
      </p:sp>
    </p:spTree>
    <p:extLst>
      <p:ext uri="{BB962C8B-B14F-4D97-AF65-F5344CB8AC3E}">
        <p14:creationId xmlns:p14="http://schemas.microsoft.com/office/powerpoint/2010/main" val="236320126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ctr"/>
            <a:r>
              <a:rPr lang="en-US" dirty="0"/>
              <a:t>https://template22.com/</a:t>
            </a:r>
            <a:br>
              <a:rPr lang="en-US" dirty="0"/>
            </a:br>
            <a:r>
              <a:rPr lang="en-US" b="0" i="0" dirty="0">
                <a:solidFill>
                  <a:srgbClr val="000000"/>
                </a:solidFill>
                <a:effectLst/>
                <a:latin typeface="Arial" panose="020B0604020202020204" pitchFamily="34" charset="0"/>
              </a:rPr>
              <a:t>The Most Advanced Project Planning Tool In The Industry</a:t>
            </a:r>
          </a:p>
          <a:p>
            <a:pPr algn="just"/>
            <a:r>
              <a:rPr lang="en-US" b="0" i="0" dirty="0">
                <a:solidFill>
                  <a:srgbClr val="000000"/>
                </a:solidFill>
                <a:effectLst/>
                <a:latin typeface="Arial" panose="020B0604020202020204" pitchFamily="34" charset="0"/>
              </a:rPr>
              <a:t>Template22 Project Plan Templates, trusted for over 7 years, is the #1 Excel solution for project and portfolio management. Loved for its powerful features, limitless designs, and excellent support, it delivers an unmatched planning experience. Discover why Template22 sets the standard for project planning.</a:t>
            </a:r>
            <a:endParaRPr lang="en-US" b="0" i="0" dirty="0">
              <a:solidFill>
                <a:srgbClr val="333333"/>
              </a:solidFill>
              <a:effectLst/>
              <a:latin typeface="Arial" panose="020B0604020202020204" pitchFamily="34" charset="0"/>
            </a:endParaRPr>
          </a:p>
        </p:txBody>
      </p:sp>
      <p:sp>
        <p:nvSpPr>
          <p:cNvPr id="4" name="Slide Number Placeholder 3"/>
          <p:cNvSpPr>
            <a:spLocks noGrp="1"/>
          </p:cNvSpPr>
          <p:nvPr>
            <p:ph type="sldNum" sz="quarter" idx="5"/>
          </p:nvPr>
        </p:nvSpPr>
        <p:spPr/>
        <p:txBody>
          <a:bodyPr/>
          <a:lstStyle/>
          <a:p>
            <a:fld id="{DB5A5470-F4BF-4470-B6F0-103E4D7F1547}" type="slidenum">
              <a:rPr lang="en-US" altLang="en-US" smtClean="0"/>
              <a:pPr/>
              <a:t>41</a:t>
            </a:fld>
            <a:endParaRPr lang="en-US" altLang="en-US"/>
          </a:p>
        </p:txBody>
      </p:sp>
    </p:spTree>
    <p:extLst>
      <p:ext uri="{BB962C8B-B14F-4D97-AF65-F5344CB8AC3E}">
        <p14:creationId xmlns:p14="http://schemas.microsoft.com/office/powerpoint/2010/main" val="15254830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https://www.proofhub.com/articles/project-manager-roles-responsibilities</a:t>
            </a:r>
          </a:p>
        </p:txBody>
      </p:sp>
      <p:sp>
        <p:nvSpPr>
          <p:cNvPr id="4" name="Slide Number Placeholder 3"/>
          <p:cNvSpPr>
            <a:spLocks noGrp="1"/>
          </p:cNvSpPr>
          <p:nvPr>
            <p:ph type="sldNum" sz="quarter" idx="10"/>
          </p:nvPr>
        </p:nvSpPr>
        <p:spPr/>
        <p:txBody>
          <a:bodyPr/>
          <a:lstStyle/>
          <a:p>
            <a:fld id="{8D77D040-0D9B-4028-A42B-08F61A7ECAB9}" type="slidenum">
              <a:rPr lang="en-US" smtClean="0"/>
              <a:t>44</a:t>
            </a:fld>
            <a:endParaRPr lang="en-US"/>
          </a:p>
        </p:txBody>
      </p:sp>
    </p:spTree>
    <p:extLst>
      <p:ext uri="{BB962C8B-B14F-4D97-AF65-F5344CB8AC3E}">
        <p14:creationId xmlns:p14="http://schemas.microsoft.com/office/powerpoint/2010/main" val="80842113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dirty="0"/>
          </a:p>
        </p:txBody>
      </p:sp>
      <p:sp>
        <p:nvSpPr>
          <p:cNvPr id="4" name="Slide Number Placeholder 3"/>
          <p:cNvSpPr>
            <a:spLocks noGrp="1"/>
          </p:cNvSpPr>
          <p:nvPr>
            <p:ph type="sldNum" sz="quarter" idx="10"/>
          </p:nvPr>
        </p:nvSpPr>
        <p:spPr/>
        <p:txBody>
          <a:bodyPr/>
          <a:lstStyle/>
          <a:p>
            <a:fld id="{8D77D040-0D9B-4028-A42B-08F61A7ECAB9}" type="slidenum">
              <a:rPr lang="en-US" smtClean="0"/>
              <a:t>51</a:t>
            </a:fld>
            <a:endParaRPr lang="en-US"/>
          </a:p>
        </p:txBody>
      </p:sp>
    </p:spTree>
    <p:extLst>
      <p:ext uri="{BB962C8B-B14F-4D97-AF65-F5344CB8AC3E}">
        <p14:creationId xmlns:p14="http://schemas.microsoft.com/office/powerpoint/2010/main" val="88521190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dirty="0"/>
          </a:p>
        </p:txBody>
      </p:sp>
      <p:sp>
        <p:nvSpPr>
          <p:cNvPr id="4" name="Slide Number Placeholder 3"/>
          <p:cNvSpPr>
            <a:spLocks noGrp="1"/>
          </p:cNvSpPr>
          <p:nvPr>
            <p:ph type="sldNum" sz="quarter" idx="10"/>
          </p:nvPr>
        </p:nvSpPr>
        <p:spPr/>
        <p:txBody>
          <a:bodyPr/>
          <a:lstStyle/>
          <a:p>
            <a:fld id="{8D77D040-0D9B-4028-A42B-08F61A7ECAB9}" type="slidenum">
              <a:rPr lang="en-US" smtClean="0"/>
              <a:t>52</a:t>
            </a:fld>
            <a:endParaRPr lang="en-US"/>
          </a:p>
        </p:txBody>
      </p:sp>
    </p:spTree>
    <p:extLst>
      <p:ext uri="{BB962C8B-B14F-4D97-AF65-F5344CB8AC3E}">
        <p14:creationId xmlns:p14="http://schemas.microsoft.com/office/powerpoint/2010/main" val="253327867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DB5A5470-F4BF-4470-B6F0-103E4D7F1547}" type="slidenum">
              <a:rPr lang="en-US" altLang="en-US" smtClean="0"/>
              <a:pPr/>
              <a:t>53</a:t>
            </a:fld>
            <a:endParaRPr lang="en-US" altLang="en-US"/>
          </a:p>
        </p:txBody>
      </p:sp>
    </p:spTree>
    <p:extLst>
      <p:ext uri="{BB962C8B-B14F-4D97-AF65-F5344CB8AC3E}">
        <p14:creationId xmlns:p14="http://schemas.microsoft.com/office/powerpoint/2010/main" val="154174169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Rot="1" noChangeAspect="1" noChangeArrowheads="1" noTextEdit="1"/>
          </p:cNvSpPr>
          <p:nvPr>
            <p:ph type="sldImg"/>
          </p:nvPr>
        </p:nvSpPr>
        <p:spPr>
          <a:ln/>
        </p:spPr>
      </p:sp>
      <p:sp>
        <p:nvSpPr>
          <p:cNvPr id="6041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pPr>
              <a:defRPr/>
            </a:pPr>
            <a:fld id="{8987870D-B5CF-4CA8-9F81-397EA668FF11}" type="datetime1">
              <a:rPr lang="en-US" smtClean="0"/>
              <a:t>2/23/2026</a:t>
            </a:fld>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a:t>Information Technology Project Management, Fifth Edition, Copyright 2007                  </a:t>
            </a:r>
          </a:p>
        </p:txBody>
      </p:sp>
      <p:sp>
        <p:nvSpPr>
          <p:cNvPr id="6" name="Slide Number Placeholder 5"/>
          <p:cNvSpPr>
            <a:spLocks noGrp="1"/>
          </p:cNvSpPr>
          <p:nvPr>
            <p:ph type="sldNum" sz="quarter" idx="12"/>
          </p:nvPr>
        </p:nvSpPr>
        <p:spPr/>
        <p:txBody>
          <a:bodyPr/>
          <a:lstStyle>
            <a:lvl1pPr>
              <a:defRPr/>
            </a:lvl1pPr>
          </a:lstStyle>
          <a:p>
            <a:fld id="{725FA007-F3D6-4FEA-98FC-48DB8D7C47F6}" type="slidenum">
              <a:rPr lang="en-US" altLang="en-US"/>
              <a:pPr/>
              <a:t>‹#›</a:t>
            </a:fld>
            <a:endParaRPr lang="en-US" altLang="en-US"/>
          </a:p>
        </p:txBody>
      </p:sp>
    </p:spTree>
    <p:extLst>
      <p:ext uri="{BB962C8B-B14F-4D97-AF65-F5344CB8AC3E}">
        <p14:creationId xmlns:p14="http://schemas.microsoft.com/office/powerpoint/2010/main" val="33340923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FCCE5359-2BB9-424C-B87E-55B1D3E57232}" type="datetime1">
              <a:rPr lang="en-US" smtClean="0"/>
              <a:t>2/23/2026</a:t>
            </a:fld>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a:t>Information Technology Project Management, Fifth Edition, Copyright 2007                  </a:t>
            </a:r>
          </a:p>
        </p:txBody>
      </p:sp>
      <p:sp>
        <p:nvSpPr>
          <p:cNvPr id="6" name="Slide Number Placeholder 5"/>
          <p:cNvSpPr>
            <a:spLocks noGrp="1"/>
          </p:cNvSpPr>
          <p:nvPr>
            <p:ph type="sldNum" sz="quarter" idx="12"/>
          </p:nvPr>
        </p:nvSpPr>
        <p:spPr/>
        <p:txBody>
          <a:bodyPr/>
          <a:lstStyle>
            <a:lvl1pPr>
              <a:defRPr/>
            </a:lvl1pPr>
          </a:lstStyle>
          <a:p>
            <a:fld id="{71E8A75C-5FCB-4A67-95B7-E38DAF6010C7}" type="slidenum">
              <a:rPr lang="en-US" altLang="en-US"/>
              <a:pPr/>
              <a:t>‹#›</a:t>
            </a:fld>
            <a:endParaRPr lang="en-US" altLang="en-US"/>
          </a:p>
        </p:txBody>
      </p:sp>
    </p:spTree>
    <p:extLst>
      <p:ext uri="{BB962C8B-B14F-4D97-AF65-F5344CB8AC3E}">
        <p14:creationId xmlns:p14="http://schemas.microsoft.com/office/powerpoint/2010/main" val="13348773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fld id="{36D2FC8C-F5BF-4489-986B-E12944D0AAE6}" type="datetime1">
              <a:rPr lang="en-US" smtClean="0"/>
              <a:t>2/23/2026</a:t>
            </a:fld>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a:t>Information Technology Project Management, Fifth Edition, Copyright 2007                  </a:t>
            </a:r>
          </a:p>
        </p:txBody>
      </p:sp>
      <p:sp>
        <p:nvSpPr>
          <p:cNvPr id="6" name="Slide Number Placeholder 5"/>
          <p:cNvSpPr>
            <a:spLocks noGrp="1"/>
          </p:cNvSpPr>
          <p:nvPr>
            <p:ph type="sldNum" sz="quarter" idx="12"/>
          </p:nvPr>
        </p:nvSpPr>
        <p:spPr/>
        <p:txBody>
          <a:bodyPr/>
          <a:lstStyle>
            <a:lvl1pPr>
              <a:defRPr/>
            </a:lvl1pPr>
          </a:lstStyle>
          <a:p>
            <a:fld id="{1A08EB90-D175-4978-8AD2-59CB6B4F2FF3}" type="slidenum">
              <a:rPr lang="en-US" altLang="en-US"/>
              <a:pPr/>
              <a:t>‹#›</a:t>
            </a:fld>
            <a:endParaRPr lang="en-US" altLang="en-US"/>
          </a:p>
        </p:txBody>
      </p:sp>
    </p:spTree>
    <p:extLst>
      <p:ext uri="{BB962C8B-B14F-4D97-AF65-F5344CB8AC3E}">
        <p14:creationId xmlns:p14="http://schemas.microsoft.com/office/powerpoint/2010/main" val="31050347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fld id="{FF9ECB27-E458-42E5-A7C5-01F14455194B}" type="datetime1">
              <a:rPr lang="en-US" smtClean="0"/>
              <a:t>2/23/2026</a:t>
            </a:fld>
            <a:endParaRPr lang="en-US" dirty="0"/>
          </a:p>
        </p:txBody>
      </p:sp>
      <p:sp>
        <p:nvSpPr>
          <p:cNvPr id="6" name="Footer Placeholder 4"/>
          <p:cNvSpPr>
            <a:spLocks noGrp="1"/>
          </p:cNvSpPr>
          <p:nvPr>
            <p:ph type="ftr" sz="quarter" idx="11"/>
          </p:nvPr>
        </p:nvSpPr>
        <p:spPr/>
        <p:txBody>
          <a:bodyPr/>
          <a:lstStyle>
            <a:lvl1pPr>
              <a:defRPr/>
            </a:lvl1pPr>
          </a:lstStyle>
          <a:p>
            <a:pPr>
              <a:defRPr/>
            </a:pPr>
            <a:r>
              <a:rPr lang="en-US"/>
              <a:t>Information Technology Project Management, Fifth Edition, Copyright 2007                  </a:t>
            </a:r>
          </a:p>
        </p:txBody>
      </p:sp>
      <p:sp>
        <p:nvSpPr>
          <p:cNvPr id="7" name="Slide Number Placeholder 5"/>
          <p:cNvSpPr>
            <a:spLocks noGrp="1"/>
          </p:cNvSpPr>
          <p:nvPr>
            <p:ph type="sldNum" sz="quarter" idx="12"/>
          </p:nvPr>
        </p:nvSpPr>
        <p:spPr/>
        <p:txBody>
          <a:bodyPr/>
          <a:lstStyle>
            <a:lvl1pPr>
              <a:defRPr/>
            </a:lvl1pPr>
          </a:lstStyle>
          <a:p>
            <a:fld id="{B433C316-21CB-41F1-945D-CB9525ADCC1F}" type="slidenum">
              <a:rPr lang="en-US" altLang="en-US"/>
              <a:pPr/>
              <a:t>‹#›</a:t>
            </a:fld>
            <a:endParaRPr lang="en-US" altLang="en-US"/>
          </a:p>
        </p:txBody>
      </p:sp>
    </p:spTree>
    <p:extLst>
      <p:ext uri="{BB962C8B-B14F-4D97-AF65-F5344CB8AC3E}">
        <p14:creationId xmlns:p14="http://schemas.microsoft.com/office/powerpoint/2010/main" val="22057765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pPr>
              <a:defRPr/>
            </a:pPr>
            <a:fld id="{2634A99A-3E4E-48A1-9186-561F4CA6AE0E}" type="datetime1">
              <a:rPr lang="en-US" smtClean="0"/>
              <a:t>2/23/2026</a:t>
            </a:fld>
            <a:endParaRPr lang="en-US" dirty="0"/>
          </a:p>
        </p:txBody>
      </p:sp>
      <p:sp>
        <p:nvSpPr>
          <p:cNvPr id="8" name="Footer Placeholder 4"/>
          <p:cNvSpPr>
            <a:spLocks noGrp="1"/>
          </p:cNvSpPr>
          <p:nvPr>
            <p:ph type="ftr" sz="quarter" idx="11"/>
          </p:nvPr>
        </p:nvSpPr>
        <p:spPr/>
        <p:txBody>
          <a:bodyPr/>
          <a:lstStyle>
            <a:lvl1pPr>
              <a:defRPr/>
            </a:lvl1pPr>
          </a:lstStyle>
          <a:p>
            <a:pPr>
              <a:defRPr/>
            </a:pPr>
            <a:r>
              <a:rPr lang="en-US"/>
              <a:t>Information Technology Project Management, Fifth Edition, Copyright 2007                  </a:t>
            </a:r>
          </a:p>
        </p:txBody>
      </p:sp>
      <p:sp>
        <p:nvSpPr>
          <p:cNvPr id="9" name="Slide Number Placeholder 5"/>
          <p:cNvSpPr>
            <a:spLocks noGrp="1"/>
          </p:cNvSpPr>
          <p:nvPr>
            <p:ph type="sldNum" sz="quarter" idx="12"/>
          </p:nvPr>
        </p:nvSpPr>
        <p:spPr/>
        <p:txBody>
          <a:bodyPr/>
          <a:lstStyle>
            <a:lvl1pPr>
              <a:defRPr/>
            </a:lvl1pPr>
          </a:lstStyle>
          <a:p>
            <a:fld id="{629187A0-A6D6-4957-B2BF-165EA3EA3BB5}" type="slidenum">
              <a:rPr lang="en-US" altLang="en-US"/>
              <a:pPr/>
              <a:t>‹#›</a:t>
            </a:fld>
            <a:endParaRPr lang="en-US" altLang="en-US"/>
          </a:p>
        </p:txBody>
      </p:sp>
    </p:spTree>
    <p:extLst>
      <p:ext uri="{BB962C8B-B14F-4D97-AF65-F5344CB8AC3E}">
        <p14:creationId xmlns:p14="http://schemas.microsoft.com/office/powerpoint/2010/main" val="33239779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a:defRPr/>
            </a:pPr>
            <a:fld id="{2468D096-39CF-439A-84FE-0EC252A1CF4E}" type="datetime1">
              <a:rPr lang="en-US" smtClean="0"/>
              <a:t>2/23/2026</a:t>
            </a:fld>
            <a:endParaRPr lang="en-US" dirty="0"/>
          </a:p>
        </p:txBody>
      </p:sp>
      <p:sp>
        <p:nvSpPr>
          <p:cNvPr id="4" name="Footer Placeholder 4"/>
          <p:cNvSpPr>
            <a:spLocks noGrp="1"/>
          </p:cNvSpPr>
          <p:nvPr>
            <p:ph type="ftr" sz="quarter" idx="11"/>
          </p:nvPr>
        </p:nvSpPr>
        <p:spPr/>
        <p:txBody>
          <a:bodyPr/>
          <a:lstStyle>
            <a:lvl1pPr>
              <a:defRPr/>
            </a:lvl1pPr>
          </a:lstStyle>
          <a:p>
            <a:pPr>
              <a:defRPr/>
            </a:pPr>
            <a:r>
              <a:rPr lang="en-US"/>
              <a:t>Information Technology Project Management, Fifth Edition, Copyright 2007                  </a:t>
            </a:r>
          </a:p>
        </p:txBody>
      </p:sp>
      <p:sp>
        <p:nvSpPr>
          <p:cNvPr id="5" name="Slide Number Placeholder 5"/>
          <p:cNvSpPr>
            <a:spLocks noGrp="1"/>
          </p:cNvSpPr>
          <p:nvPr>
            <p:ph type="sldNum" sz="quarter" idx="12"/>
          </p:nvPr>
        </p:nvSpPr>
        <p:spPr/>
        <p:txBody>
          <a:bodyPr/>
          <a:lstStyle>
            <a:lvl1pPr>
              <a:defRPr/>
            </a:lvl1pPr>
          </a:lstStyle>
          <a:p>
            <a:fld id="{001EF339-C6E1-4D0C-837B-F377CDA96C68}" type="slidenum">
              <a:rPr lang="en-US" altLang="en-US"/>
              <a:pPr/>
              <a:t>‹#›</a:t>
            </a:fld>
            <a:endParaRPr lang="en-US" altLang="en-US"/>
          </a:p>
        </p:txBody>
      </p:sp>
    </p:spTree>
    <p:extLst>
      <p:ext uri="{BB962C8B-B14F-4D97-AF65-F5344CB8AC3E}">
        <p14:creationId xmlns:p14="http://schemas.microsoft.com/office/powerpoint/2010/main" val="28080293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81564D95-D825-4191-B267-36350FCC2B76}" type="datetime1">
              <a:rPr lang="en-US" smtClean="0"/>
              <a:t>2/23/2026</a:t>
            </a:fld>
            <a:endParaRPr lang="en-US" dirty="0"/>
          </a:p>
        </p:txBody>
      </p:sp>
      <p:sp>
        <p:nvSpPr>
          <p:cNvPr id="3" name="Footer Placeholder 4"/>
          <p:cNvSpPr>
            <a:spLocks noGrp="1"/>
          </p:cNvSpPr>
          <p:nvPr>
            <p:ph type="ftr" sz="quarter" idx="11"/>
          </p:nvPr>
        </p:nvSpPr>
        <p:spPr/>
        <p:txBody>
          <a:bodyPr/>
          <a:lstStyle>
            <a:lvl1pPr>
              <a:defRPr/>
            </a:lvl1pPr>
          </a:lstStyle>
          <a:p>
            <a:pPr>
              <a:defRPr/>
            </a:pPr>
            <a:r>
              <a:rPr lang="en-US"/>
              <a:t>Information Technology Project Management, Fifth Edition, Copyright 2007                  </a:t>
            </a:r>
          </a:p>
        </p:txBody>
      </p:sp>
      <p:sp>
        <p:nvSpPr>
          <p:cNvPr id="4" name="Slide Number Placeholder 5"/>
          <p:cNvSpPr>
            <a:spLocks noGrp="1"/>
          </p:cNvSpPr>
          <p:nvPr>
            <p:ph type="sldNum" sz="quarter" idx="12"/>
          </p:nvPr>
        </p:nvSpPr>
        <p:spPr/>
        <p:txBody>
          <a:bodyPr/>
          <a:lstStyle>
            <a:lvl1pPr>
              <a:defRPr/>
            </a:lvl1pPr>
          </a:lstStyle>
          <a:p>
            <a:fld id="{2200F50A-75D3-4EA1-A096-32DB7607C758}" type="slidenum">
              <a:rPr lang="en-US" altLang="en-US"/>
              <a:pPr/>
              <a:t>‹#›</a:t>
            </a:fld>
            <a:endParaRPr lang="en-US" altLang="en-US"/>
          </a:p>
        </p:txBody>
      </p:sp>
    </p:spTree>
    <p:extLst>
      <p:ext uri="{BB962C8B-B14F-4D97-AF65-F5344CB8AC3E}">
        <p14:creationId xmlns:p14="http://schemas.microsoft.com/office/powerpoint/2010/main" val="12903216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3CCC0004-65BE-45C6-9A7B-3CBF9F45FE05}" type="datetime1">
              <a:rPr lang="en-US" smtClean="0"/>
              <a:t>2/23/2026</a:t>
            </a:fld>
            <a:endParaRPr lang="en-US" dirty="0"/>
          </a:p>
        </p:txBody>
      </p:sp>
      <p:sp>
        <p:nvSpPr>
          <p:cNvPr id="6" name="Footer Placeholder 4"/>
          <p:cNvSpPr>
            <a:spLocks noGrp="1"/>
          </p:cNvSpPr>
          <p:nvPr>
            <p:ph type="ftr" sz="quarter" idx="11"/>
          </p:nvPr>
        </p:nvSpPr>
        <p:spPr/>
        <p:txBody>
          <a:bodyPr/>
          <a:lstStyle>
            <a:lvl1pPr>
              <a:defRPr/>
            </a:lvl1pPr>
          </a:lstStyle>
          <a:p>
            <a:pPr>
              <a:defRPr/>
            </a:pPr>
            <a:r>
              <a:rPr lang="en-US"/>
              <a:t>Information Technology Project Management, Fifth Edition, Copyright 2007                  </a:t>
            </a:r>
          </a:p>
        </p:txBody>
      </p:sp>
      <p:sp>
        <p:nvSpPr>
          <p:cNvPr id="7" name="Slide Number Placeholder 5"/>
          <p:cNvSpPr>
            <a:spLocks noGrp="1"/>
          </p:cNvSpPr>
          <p:nvPr>
            <p:ph type="sldNum" sz="quarter" idx="12"/>
          </p:nvPr>
        </p:nvSpPr>
        <p:spPr/>
        <p:txBody>
          <a:bodyPr/>
          <a:lstStyle>
            <a:lvl1pPr>
              <a:defRPr/>
            </a:lvl1pPr>
          </a:lstStyle>
          <a:p>
            <a:fld id="{B9D20346-7EE3-4608-864A-AC35B1846A49}" type="slidenum">
              <a:rPr lang="en-US" altLang="en-US"/>
              <a:pPr/>
              <a:t>‹#›</a:t>
            </a:fld>
            <a:endParaRPr lang="en-US" altLang="en-US"/>
          </a:p>
        </p:txBody>
      </p:sp>
    </p:spTree>
    <p:extLst>
      <p:ext uri="{BB962C8B-B14F-4D97-AF65-F5344CB8AC3E}">
        <p14:creationId xmlns:p14="http://schemas.microsoft.com/office/powerpoint/2010/main" val="25615555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2786BEA9-93B8-4427-BC46-45DCAAD370DA}" type="datetime1">
              <a:rPr lang="en-US" smtClean="0"/>
              <a:t>2/23/2026</a:t>
            </a:fld>
            <a:endParaRPr lang="en-US" dirty="0"/>
          </a:p>
        </p:txBody>
      </p:sp>
      <p:sp>
        <p:nvSpPr>
          <p:cNvPr id="6" name="Footer Placeholder 4"/>
          <p:cNvSpPr>
            <a:spLocks noGrp="1"/>
          </p:cNvSpPr>
          <p:nvPr>
            <p:ph type="ftr" sz="quarter" idx="11"/>
          </p:nvPr>
        </p:nvSpPr>
        <p:spPr/>
        <p:txBody>
          <a:bodyPr/>
          <a:lstStyle>
            <a:lvl1pPr>
              <a:defRPr/>
            </a:lvl1pPr>
          </a:lstStyle>
          <a:p>
            <a:pPr>
              <a:defRPr/>
            </a:pPr>
            <a:r>
              <a:rPr lang="en-US"/>
              <a:t>Information Technology Project Management, Fifth Edition, Copyright 2007                  </a:t>
            </a:r>
          </a:p>
        </p:txBody>
      </p:sp>
      <p:sp>
        <p:nvSpPr>
          <p:cNvPr id="7" name="Slide Number Placeholder 5"/>
          <p:cNvSpPr>
            <a:spLocks noGrp="1"/>
          </p:cNvSpPr>
          <p:nvPr>
            <p:ph type="sldNum" sz="quarter" idx="12"/>
          </p:nvPr>
        </p:nvSpPr>
        <p:spPr/>
        <p:txBody>
          <a:bodyPr/>
          <a:lstStyle>
            <a:lvl1pPr>
              <a:defRPr/>
            </a:lvl1pPr>
          </a:lstStyle>
          <a:p>
            <a:fld id="{85230342-AF83-4A0A-B921-5AD433620365}" type="slidenum">
              <a:rPr lang="en-US" altLang="en-US"/>
              <a:pPr/>
              <a:t>‹#›</a:t>
            </a:fld>
            <a:endParaRPr lang="en-US" altLang="en-US"/>
          </a:p>
        </p:txBody>
      </p:sp>
    </p:spTree>
    <p:extLst>
      <p:ext uri="{BB962C8B-B14F-4D97-AF65-F5344CB8AC3E}">
        <p14:creationId xmlns:p14="http://schemas.microsoft.com/office/powerpoint/2010/main" val="27419224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B49B703D-83DF-490A-BF2C-87711B2876A9}" type="datetime1">
              <a:rPr lang="en-US" smtClean="0"/>
              <a:t>2/23/2026</a:t>
            </a:fld>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a:t>Information Technology Project Management, Fifth Edition, Copyright 2007                  </a:t>
            </a:r>
          </a:p>
        </p:txBody>
      </p:sp>
      <p:sp>
        <p:nvSpPr>
          <p:cNvPr id="6" name="Slide Number Placeholder 5"/>
          <p:cNvSpPr>
            <a:spLocks noGrp="1"/>
          </p:cNvSpPr>
          <p:nvPr>
            <p:ph type="sldNum" sz="quarter" idx="12"/>
          </p:nvPr>
        </p:nvSpPr>
        <p:spPr/>
        <p:txBody>
          <a:bodyPr/>
          <a:lstStyle>
            <a:lvl1pPr>
              <a:defRPr/>
            </a:lvl1pPr>
          </a:lstStyle>
          <a:p>
            <a:fld id="{6197D41B-38F2-47B1-B133-8A69B551D13A}" type="slidenum">
              <a:rPr lang="en-US" altLang="en-US"/>
              <a:pPr/>
              <a:t>‹#›</a:t>
            </a:fld>
            <a:endParaRPr lang="en-US" altLang="en-US"/>
          </a:p>
        </p:txBody>
      </p:sp>
    </p:spTree>
    <p:extLst>
      <p:ext uri="{BB962C8B-B14F-4D97-AF65-F5344CB8AC3E}">
        <p14:creationId xmlns:p14="http://schemas.microsoft.com/office/powerpoint/2010/main" val="11162821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36220326-B109-4146-B83E-56AE802D37C2}" type="datetime1">
              <a:rPr lang="en-US" smtClean="0"/>
              <a:t>2/23/2026</a:t>
            </a:fld>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a:t>Information Technology Project Management, Fifth Edition, Copyright 2007                  </a:t>
            </a:r>
          </a:p>
        </p:txBody>
      </p:sp>
      <p:sp>
        <p:nvSpPr>
          <p:cNvPr id="6" name="Slide Number Placeholder 5"/>
          <p:cNvSpPr>
            <a:spLocks noGrp="1"/>
          </p:cNvSpPr>
          <p:nvPr>
            <p:ph type="sldNum" sz="quarter" idx="12"/>
          </p:nvPr>
        </p:nvSpPr>
        <p:spPr/>
        <p:txBody>
          <a:bodyPr/>
          <a:lstStyle>
            <a:lvl1pPr>
              <a:defRPr/>
            </a:lvl1pPr>
          </a:lstStyle>
          <a:p>
            <a:fld id="{11517074-FEE5-4E25-970F-4636BF611F8E}" type="slidenum">
              <a:rPr lang="en-US" altLang="en-US"/>
              <a:pPr/>
              <a:t>‹#›</a:t>
            </a:fld>
            <a:endParaRPr lang="en-US" altLang="en-US"/>
          </a:p>
        </p:txBody>
      </p:sp>
    </p:spTree>
    <p:extLst>
      <p:ext uri="{BB962C8B-B14F-4D97-AF65-F5344CB8AC3E}">
        <p14:creationId xmlns:p14="http://schemas.microsoft.com/office/powerpoint/2010/main" val="46266665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8091" y="3085765"/>
            <a:ext cx="8240108"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2" y="990600"/>
            <a:ext cx="7989752" cy="1504844"/>
          </a:xfrm>
          <a:effectLst/>
        </p:spPr>
        <p:txBody>
          <a:bodyPr anchor="b">
            <a:normAutofit/>
          </a:bodyPr>
          <a:lstStyle>
            <a:lvl1pPr>
              <a:defRPr sz="36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581192" y="2495444"/>
            <a:ext cx="7989752"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pPr>
              <a:defRPr/>
            </a:pPr>
            <a:fld id="{E0E6473C-9B9A-4986-99F2-CE4BD0EC12BB}" type="datetime1">
              <a:rPr lang="en-US" smtClean="0"/>
              <a:t>2/23/2026</a:t>
            </a:fld>
            <a:endParaRPr lang="en-US" dirty="0"/>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pPr>
              <a:defRPr/>
            </a:pPr>
            <a:r>
              <a:rPr lang="en-US"/>
              <a:t>Information Technology Project Management, Fifth Edition, Copyright 2007                  </a:t>
            </a:r>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AC11F236-7D6B-448F-BCEE-522EC90669FF}" type="slidenum">
              <a:rPr lang="en-US" altLang="en-US" smtClean="0"/>
              <a:pPr/>
              <a:t>‹#›</a:t>
            </a:fld>
            <a:endParaRPr lang="en-US" altLang="en-US"/>
          </a:p>
        </p:txBody>
      </p:sp>
    </p:spTree>
    <p:extLst>
      <p:ext uri="{BB962C8B-B14F-4D97-AF65-F5344CB8AC3E}">
        <p14:creationId xmlns:p14="http://schemas.microsoft.com/office/powerpoint/2010/main" val="409644590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8092" y="599725"/>
            <a:ext cx="8238707"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581192" y="2228003"/>
            <a:ext cx="7989752" cy="36307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C5B5F9A-C786-4321-8D2C-5EEC3DA69126}" type="datetime1">
              <a:rPr lang="en-US" smtClean="0"/>
              <a:t>2/23/2026</a:t>
            </a:fld>
            <a:endParaRPr lang="en-US" dirty="0"/>
          </a:p>
        </p:txBody>
      </p:sp>
      <p:sp>
        <p:nvSpPr>
          <p:cNvPr id="5" name="Footer Placeholder 4"/>
          <p:cNvSpPr>
            <a:spLocks noGrp="1"/>
          </p:cNvSpPr>
          <p:nvPr>
            <p:ph type="ftr" sz="quarter" idx="11"/>
          </p:nvPr>
        </p:nvSpPr>
        <p:spPr/>
        <p:txBody>
          <a:bodyPr/>
          <a:lstStyle/>
          <a:p>
            <a:pPr>
              <a:defRPr/>
            </a:pPr>
            <a:r>
              <a:rPr lang="en-US"/>
              <a:t>Information Technology Project Management, Fifth Edition, Copyright 2007                  </a:t>
            </a:r>
          </a:p>
        </p:txBody>
      </p:sp>
      <p:sp>
        <p:nvSpPr>
          <p:cNvPr id="6" name="Slide Number Placeholder 5"/>
          <p:cNvSpPr>
            <a:spLocks noGrp="1"/>
          </p:cNvSpPr>
          <p:nvPr>
            <p:ph type="sldNum" sz="quarter" idx="12"/>
          </p:nvPr>
        </p:nvSpPr>
        <p:spPr/>
        <p:txBody>
          <a:bodyPr/>
          <a:lstStyle/>
          <a:p>
            <a:fld id="{E613A24B-D97F-4C29-986C-9987C2CB21FD}" type="slidenum">
              <a:rPr lang="en-US" altLang="en-US" smtClean="0"/>
              <a:pPr/>
              <a:t>‹#›</a:t>
            </a:fld>
            <a:endParaRPr lang="en-US" altLang="en-US"/>
          </a:p>
        </p:txBody>
      </p:sp>
    </p:spTree>
    <p:extLst>
      <p:ext uri="{BB962C8B-B14F-4D97-AF65-F5344CB8AC3E}">
        <p14:creationId xmlns:p14="http://schemas.microsoft.com/office/powerpoint/2010/main" val="356899144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52646" y="5141973"/>
            <a:ext cx="8238707"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36573"/>
            <a:ext cx="7989751" cy="1504844"/>
          </a:xfrm>
        </p:spPr>
        <p:txBody>
          <a:bodyPr anchor="b">
            <a:normAutofit/>
          </a:bodyPr>
          <a:lstStyle>
            <a:lvl1pPr algn="l">
              <a:defRPr sz="3600" b="0" cap="all">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3" y="4541417"/>
            <a:ext cx="7989751"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pPr>
              <a:defRPr/>
            </a:pPr>
            <a:fld id="{16A13A49-2CD3-40FE-BA27-2185D96164F8}" type="datetime1">
              <a:rPr lang="en-US" smtClean="0"/>
              <a:t>2/23/2026</a:t>
            </a:fld>
            <a:endParaRPr lang="en-US" dirty="0"/>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pPr>
              <a:defRPr/>
            </a:pPr>
            <a:r>
              <a:rPr lang="en-US"/>
              <a:t>Information Technology Project Management, Fifth Edition, Copyright 2007                  </a:t>
            </a:r>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495A44F4-DE81-4CFB-BBB1-73204A542F6C}" type="slidenum">
              <a:rPr lang="en-US" altLang="en-US" smtClean="0"/>
              <a:pPr/>
              <a:t>‹#›</a:t>
            </a:fld>
            <a:endParaRPr lang="en-US" altLang="en-US"/>
          </a:p>
        </p:txBody>
      </p:sp>
    </p:spTree>
    <p:extLst>
      <p:ext uri="{BB962C8B-B14F-4D97-AF65-F5344CB8AC3E}">
        <p14:creationId xmlns:p14="http://schemas.microsoft.com/office/powerpoint/2010/main" val="98598224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8092" y="599725"/>
            <a:ext cx="8238707"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581192" y="2228002"/>
            <a:ext cx="3899527"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63282" y="2228003"/>
            <a:ext cx="3907662"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pPr>
              <a:defRPr/>
            </a:pPr>
            <a:fld id="{673AC3D9-8620-4C37-91ED-34C9E267E1F7}" type="datetime1">
              <a:rPr lang="en-US" smtClean="0"/>
              <a:t>2/23/2026</a:t>
            </a:fld>
            <a:endParaRPr lang="en-US" dirty="0"/>
          </a:p>
        </p:txBody>
      </p:sp>
      <p:sp>
        <p:nvSpPr>
          <p:cNvPr id="6" name="Footer Placeholder 5"/>
          <p:cNvSpPr>
            <a:spLocks noGrp="1"/>
          </p:cNvSpPr>
          <p:nvPr>
            <p:ph type="ftr" sz="quarter" idx="11"/>
          </p:nvPr>
        </p:nvSpPr>
        <p:spPr/>
        <p:txBody>
          <a:bodyPr/>
          <a:lstStyle/>
          <a:p>
            <a:pPr>
              <a:defRPr/>
            </a:pPr>
            <a:r>
              <a:rPr lang="en-US"/>
              <a:t>Information Technology Project Management, Fifth Edition, Copyright 2007                  </a:t>
            </a:r>
          </a:p>
        </p:txBody>
      </p:sp>
      <p:sp>
        <p:nvSpPr>
          <p:cNvPr id="7" name="Slide Number Placeholder 6"/>
          <p:cNvSpPr>
            <a:spLocks noGrp="1"/>
          </p:cNvSpPr>
          <p:nvPr>
            <p:ph type="sldNum" sz="quarter" idx="12"/>
          </p:nvPr>
        </p:nvSpPr>
        <p:spPr/>
        <p:txBody>
          <a:bodyPr/>
          <a:lstStyle/>
          <a:p>
            <a:fld id="{47E47575-54F7-4C1B-BA2A-1A7DDF8CF76C}" type="slidenum">
              <a:rPr lang="en-US" altLang="en-US" smtClean="0"/>
              <a:pPr/>
              <a:t>‹#›</a:t>
            </a:fld>
            <a:endParaRPr lang="en-US" altLang="en-US"/>
          </a:p>
        </p:txBody>
      </p:sp>
    </p:spTree>
    <p:extLst>
      <p:ext uri="{BB962C8B-B14F-4D97-AF65-F5344CB8AC3E}">
        <p14:creationId xmlns:p14="http://schemas.microsoft.com/office/powerpoint/2010/main" val="30013901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Rectangle 9"/>
          <p:cNvSpPr>
            <a:spLocks noChangeAspect="1"/>
          </p:cNvSpPr>
          <p:nvPr/>
        </p:nvSpPr>
        <p:spPr>
          <a:xfrm>
            <a:off x="448092" y="599725"/>
            <a:ext cx="8238707"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887219" y="2228003"/>
            <a:ext cx="3593500" cy="576262"/>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2" y="2926051"/>
            <a:ext cx="3899527"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969308" y="2228003"/>
            <a:ext cx="3601635" cy="576262"/>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63282" y="2926051"/>
            <a:ext cx="3907662"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pPr>
              <a:defRPr/>
            </a:pPr>
            <a:fld id="{4F7B9973-9358-43F4-8075-CC4BAA63AF45}" type="datetime1">
              <a:rPr lang="en-US" smtClean="0"/>
              <a:t>2/23/2026</a:t>
            </a:fld>
            <a:endParaRPr lang="en-US" dirty="0"/>
          </a:p>
        </p:txBody>
      </p:sp>
      <p:sp>
        <p:nvSpPr>
          <p:cNvPr id="8" name="Footer Placeholder 7"/>
          <p:cNvSpPr>
            <a:spLocks noGrp="1"/>
          </p:cNvSpPr>
          <p:nvPr>
            <p:ph type="ftr" sz="quarter" idx="11"/>
          </p:nvPr>
        </p:nvSpPr>
        <p:spPr/>
        <p:txBody>
          <a:bodyPr/>
          <a:lstStyle/>
          <a:p>
            <a:pPr>
              <a:defRPr/>
            </a:pPr>
            <a:r>
              <a:rPr lang="en-US"/>
              <a:t>Information Technology Project Management, Fifth Edition, Copyright 2007                  </a:t>
            </a:r>
          </a:p>
        </p:txBody>
      </p:sp>
      <p:sp>
        <p:nvSpPr>
          <p:cNvPr id="9" name="Slide Number Placeholder 8"/>
          <p:cNvSpPr>
            <a:spLocks noGrp="1"/>
          </p:cNvSpPr>
          <p:nvPr>
            <p:ph type="sldNum" sz="quarter" idx="12"/>
          </p:nvPr>
        </p:nvSpPr>
        <p:spPr/>
        <p:txBody>
          <a:bodyPr/>
          <a:lstStyle/>
          <a:p>
            <a:fld id="{442BA6B4-2D60-41D0-BB7F-805B9D1ADE16}" type="slidenum">
              <a:rPr lang="en-US" altLang="en-US" smtClean="0"/>
              <a:pPr/>
              <a:t>‹#›</a:t>
            </a:fld>
            <a:endParaRPr lang="en-US" altLang="en-US"/>
          </a:p>
        </p:txBody>
      </p:sp>
    </p:spTree>
    <p:extLst>
      <p:ext uri="{BB962C8B-B14F-4D97-AF65-F5344CB8AC3E}">
        <p14:creationId xmlns:p14="http://schemas.microsoft.com/office/powerpoint/2010/main" val="377813741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Rectangle 5"/>
          <p:cNvSpPr>
            <a:spLocks noChangeAspect="1"/>
          </p:cNvSpPr>
          <p:nvPr/>
        </p:nvSpPr>
        <p:spPr>
          <a:xfrm>
            <a:off x="448092" y="599725"/>
            <a:ext cx="8238707"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pPr>
              <a:defRPr/>
            </a:pPr>
            <a:fld id="{82997DE2-0882-4294-A260-59DE4D62FC11}" type="datetime1">
              <a:rPr lang="en-US" smtClean="0"/>
              <a:t>2/23/2026</a:t>
            </a:fld>
            <a:endParaRPr lang="en-US" dirty="0"/>
          </a:p>
        </p:txBody>
      </p:sp>
      <p:sp>
        <p:nvSpPr>
          <p:cNvPr id="4" name="Footer Placeholder 3"/>
          <p:cNvSpPr>
            <a:spLocks noGrp="1"/>
          </p:cNvSpPr>
          <p:nvPr>
            <p:ph type="ftr" sz="quarter" idx="11"/>
          </p:nvPr>
        </p:nvSpPr>
        <p:spPr/>
        <p:txBody>
          <a:bodyPr/>
          <a:lstStyle/>
          <a:p>
            <a:pPr>
              <a:defRPr/>
            </a:pPr>
            <a:r>
              <a:rPr lang="en-US"/>
              <a:t>Information Technology Project Management, Fifth Edition, Copyright 2007                  </a:t>
            </a:r>
          </a:p>
        </p:txBody>
      </p:sp>
      <p:sp>
        <p:nvSpPr>
          <p:cNvPr id="5" name="Slide Number Placeholder 4"/>
          <p:cNvSpPr>
            <a:spLocks noGrp="1"/>
          </p:cNvSpPr>
          <p:nvPr>
            <p:ph type="sldNum" sz="quarter" idx="12"/>
          </p:nvPr>
        </p:nvSpPr>
        <p:spPr/>
        <p:txBody>
          <a:bodyPr/>
          <a:lstStyle/>
          <a:p>
            <a:fld id="{3E842CA9-657F-4E90-9190-CDDE00874F93}" type="slidenum">
              <a:rPr lang="en-US" altLang="en-US" smtClean="0"/>
              <a:pPr/>
              <a:t>‹#›</a:t>
            </a:fld>
            <a:endParaRPr lang="en-US" altLang="en-US"/>
          </a:p>
        </p:txBody>
      </p:sp>
    </p:spTree>
    <p:extLst>
      <p:ext uri="{BB962C8B-B14F-4D97-AF65-F5344CB8AC3E}">
        <p14:creationId xmlns:p14="http://schemas.microsoft.com/office/powerpoint/2010/main" val="355164868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fld id="{FB66CC3F-1A9F-4235-B716-FA982244484D}" type="datetime1">
              <a:rPr lang="en-US" smtClean="0"/>
              <a:t>2/23/2026</a:t>
            </a:fld>
            <a:endParaRPr lang="en-US" dirty="0"/>
          </a:p>
        </p:txBody>
      </p:sp>
      <p:sp>
        <p:nvSpPr>
          <p:cNvPr id="3" name="Footer Placeholder 2"/>
          <p:cNvSpPr>
            <a:spLocks noGrp="1"/>
          </p:cNvSpPr>
          <p:nvPr>
            <p:ph type="ftr" sz="quarter" idx="11"/>
          </p:nvPr>
        </p:nvSpPr>
        <p:spPr/>
        <p:txBody>
          <a:bodyPr/>
          <a:lstStyle/>
          <a:p>
            <a:pPr>
              <a:defRPr/>
            </a:pPr>
            <a:r>
              <a:rPr lang="en-US"/>
              <a:t>Information Technology Project Management, Fifth Edition, Copyright 2007                  </a:t>
            </a:r>
          </a:p>
        </p:txBody>
      </p:sp>
      <p:sp>
        <p:nvSpPr>
          <p:cNvPr id="4" name="Slide Number Placeholder 3"/>
          <p:cNvSpPr>
            <a:spLocks noGrp="1"/>
          </p:cNvSpPr>
          <p:nvPr>
            <p:ph type="sldNum" sz="quarter" idx="12"/>
          </p:nvPr>
        </p:nvSpPr>
        <p:spPr/>
        <p:txBody>
          <a:bodyPr/>
          <a:lstStyle/>
          <a:p>
            <a:fld id="{C880E1F4-62E7-4585-9ABA-963E6778F3C7}" type="slidenum">
              <a:rPr lang="en-US" altLang="en-US" smtClean="0"/>
              <a:pPr/>
              <a:t>‹#›</a:t>
            </a:fld>
            <a:endParaRPr lang="en-US" altLang="en-US"/>
          </a:p>
        </p:txBody>
      </p:sp>
    </p:spTree>
    <p:extLst>
      <p:ext uri="{BB962C8B-B14F-4D97-AF65-F5344CB8AC3E}">
        <p14:creationId xmlns:p14="http://schemas.microsoft.com/office/powerpoint/2010/main" val="274554324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52646" y="5141973"/>
            <a:ext cx="8238707"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352" y="5262296"/>
            <a:ext cx="3536625" cy="689514"/>
          </a:xfrm>
        </p:spPr>
        <p:txBody>
          <a:bodyPr anchor="ctr"/>
          <a:lstStyle>
            <a:lvl1pPr algn="l">
              <a:defRPr sz="2000" b="0">
                <a:solidFill>
                  <a:schemeClr val="accent1">
                    <a:lumMod val="75000"/>
                    <a:lumOff val="25000"/>
                  </a:schemeClr>
                </a:solidFill>
              </a:defRPr>
            </a:lvl1pPr>
          </a:lstStyle>
          <a:p>
            <a:r>
              <a:rPr lang="en-US"/>
              <a:t>Click to edit Master title style</a:t>
            </a:r>
            <a:endParaRPr lang="en-US" dirty="0"/>
          </a:p>
        </p:txBody>
      </p:sp>
      <p:sp>
        <p:nvSpPr>
          <p:cNvPr id="3" name="Content Placeholder 2"/>
          <p:cNvSpPr>
            <a:spLocks noGrp="1"/>
          </p:cNvSpPr>
          <p:nvPr>
            <p:ph idx="1"/>
          </p:nvPr>
        </p:nvSpPr>
        <p:spPr>
          <a:xfrm>
            <a:off x="446399" y="601200"/>
            <a:ext cx="824040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305617" y="5262295"/>
            <a:ext cx="426532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pPr>
              <a:defRPr/>
            </a:pPr>
            <a:fld id="{3C296171-7C9F-4909-A465-2785D530AF49}" type="datetime1">
              <a:rPr lang="en-US" smtClean="0"/>
              <a:t>2/23/2026</a:t>
            </a:fld>
            <a:endParaRPr lang="en-US" dirty="0"/>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pPr>
              <a:defRPr/>
            </a:pPr>
            <a:r>
              <a:rPr lang="en-US"/>
              <a:t>Information Technology Project Management, Fifth Edition, Copyright 2007                  </a:t>
            </a:r>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FB1597ED-AAD2-464D-8F1D-2445A265C6F6}" type="slidenum">
              <a:rPr lang="en-US" altLang="en-US" smtClean="0"/>
              <a:pPr/>
              <a:t>‹#›</a:t>
            </a:fld>
            <a:endParaRPr lang="en-US" altLang="en-US"/>
          </a:p>
        </p:txBody>
      </p:sp>
    </p:spTree>
    <p:extLst>
      <p:ext uri="{BB962C8B-B14F-4D97-AF65-F5344CB8AC3E}">
        <p14:creationId xmlns:p14="http://schemas.microsoft.com/office/powerpoint/2010/main" val="6557418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2" y="4693389"/>
            <a:ext cx="7989752" cy="566738"/>
          </a:xfrm>
        </p:spPr>
        <p:txBody>
          <a:bodyPr anchor="b">
            <a:normAutofit/>
          </a:bodyPr>
          <a:lstStyle>
            <a:lvl1pPr algn="l">
              <a:defRPr sz="2400" b="0">
                <a:solidFill>
                  <a:schemeClr val="accent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8093" y="599725"/>
            <a:ext cx="8238706"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581192" y="5260126"/>
            <a:ext cx="7989752"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fld id="{3C281817-8F7A-407F-BD2F-4F09256523E6}" type="datetime1">
              <a:rPr lang="en-US" smtClean="0"/>
              <a:t>2/23/2026</a:t>
            </a:fld>
            <a:endParaRPr lang="en-US" dirty="0"/>
          </a:p>
        </p:txBody>
      </p:sp>
      <p:sp>
        <p:nvSpPr>
          <p:cNvPr id="6" name="Footer Placeholder 5"/>
          <p:cNvSpPr>
            <a:spLocks noGrp="1"/>
          </p:cNvSpPr>
          <p:nvPr>
            <p:ph type="ftr" sz="quarter" idx="11"/>
          </p:nvPr>
        </p:nvSpPr>
        <p:spPr/>
        <p:txBody>
          <a:bodyPr/>
          <a:lstStyle/>
          <a:p>
            <a:pPr>
              <a:defRPr/>
            </a:pPr>
            <a:r>
              <a:rPr lang="en-US"/>
              <a:t>Information Technology Project Management, Fifth Edition, Copyright 2007                  </a:t>
            </a:r>
          </a:p>
        </p:txBody>
      </p:sp>
      <p:sp>
        <p:nvSpPr>
          <p:cNvPr id="7" name="Slide Number Placeholder 6"/>
          <p:cNvSpPr>
            <a:spLocks noGrp="1"/>
          </p:cNvSpPr>
          <p:nvPr>
            <p:ph type="sldNum" sz="quarter" idx="12"/>
          </p:nvPr>
        </p:nvSpPr>
        <p:spPr/>
        <p:txBody>
          <a:bodyPr/>
          <a:lstStyle/>
          <a:p>
            <a:fld id="{D7EAC2AD-784B-4E2C-B605-B01924612FCB}" type="slidenum">
              <a:rPr lang="en-US" altLang="en-US" smtClean="0"/>
              <a:pPr/>
              <a:t>‹#›</a:t>
            </a:fld>
            <a:endParaRPr lang="en-US" altLang="en-US"/>
          </a:p>
        </p:txBody>
      </p:sp>
    </p:spTree>
    <p:extLst>
      <p:ext uri="{BB962C8B-B14F-4D97-AF65-F5344CB8AC3E}">
        <p14:creationId xmlns:p14="http://schemas.microsoft.com/office/powerpoint/2010/main" val="305912690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Rectangle 6"/>
          <p:cNvSpPr>
            <a:spLocks noChangeAspect="1"/>
          </p:cNvSpPr>
          <p:nvPr/>
        </p:nvSpPr>
        <p:spPr>
          <a:xfrm>
            <a:off x="448092" y="599725"/>
            <a:ext cx="8238707"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fld id="{6399E554-7217-42FF-AE64-CB538191654A}" type="datetime1">
              <a:rPr lang="en-US" smtClean="0"/>
              <a:t>2/23/2026</a:t>
            </a:fld>
            <a:endParaRPr lang="en-US" dirty="0"/>
          </a:p>
        </p:txBody>
      </p:sp>
      <p:sp>
        <p:nvSpPr>
          <p:cNvPr id="5" name="Footer Placeholder 4"/>
          <p:cNvSpPr>
            <a:spLocks noGrp="1"/>
          </p:cNvSpPr>
          <p:nvPr>
            <p:ph type="ftr" sz="quarter" idx="11"/>
          </p:nvPr>
        </p:nvSpPr>
        <p:spPr/>
        <p:txBody>
          <a:bodyPr/>
          <a:lstStyle/>
          <a:p>
            <a:pPr>
              <a:defRPr/>
            </a:pPr>
            <a:r>
              <a:rPr lang="en-US"/>
              <a:t>Information Technology Project Management, Fifth Edition, Copyright 2007                  </a:t>
            </a:r>
          </a:p>
        </p:txBody>
      </p:sp>
      <p:sp>
        <p:nvSpPr>
          <p:cNvPr id="6" name="Slide Number Placeholder 5"/>
          <p:cNvSpPr>
            <a:spLocks noGrp="1"/>
          </p:cNvSpPr>
          <p:nvPr>
            <p:ph type="sldNum" sz="quarter" idx="12"/>
          </p:nvPr>
        </p:nvSpPr>
        <p:spPr/>
        <p:txBody>
          <a:bodyPr/>
          <a:lstStyle/>
          <a:p>
            <a:fld id="{02A945AD-E7E9-42A0-9B75-5E0524A37580}" type="slidenum">
              <a:rPr lang="en-US" altLang="en-US" smtClean="0"/>
              <a:pPr/>
              <a:t>‹#›</a:t>
            </a:fld>
            <a:endParaRPr lang="en-US" altLang="en-US"/>
          </a:p>
        </p:txBody>
      </p:sp>
    </p:spTree>
    <p:extLst>
      <p:ext uri="{BB962C8B-B14F-4D97-AF65-F5344CB8AC3E}">
        <p14:creationId xmlns:p14="http://schemas.microsoft.com/office/powerpoint/2010/main" val="221062820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6629400" y="599725"/>
            <a:ext cx="2057399"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6629400" y="675725"/>
            <a:ext cx="1503123" cy="518307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581192" y="675725"/>
            <a:ext cx="5922209" cy="518307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6745255" y="5956136"/>
            <a:ext cx="947672" cy="365125"/>
          </a:xfrm>
        </p:spPr>
        <p:txBody>
          <a:bodyPr/>
          <a:lstStyle>
            <a:lvl1pPr>
              <a:defRPr>
                <a:solidFill>
                  <a:schemeClr val="accent1">
                    <a:lumMod val="75000"/>
                    <a:lumOff val="25000"/>
                  </a:schemeClr>
                </a:solidFill>
              </a:defRPr>
            </a:lvl1pPr>
          </a:lstStyle>
          <a:p>
            <a:pPr>
              <a:defRPr/>
            </a:pPr>
            <a:fld id="{B2D180C4-7A3F-4044-AE6D-1E5FAA3A5858}" type="datetime1">
              <a:rPr lang="en-US" smtClean="0"/>
              <a:t>2/23/2026</a:t>
            </a:fld>
            <a:endParaRPr lang="en-US" dirty="0"/>
          </a:p>
        </p:txBody>
      </p:sp>
      <p:sp>
        <p:nvSpPr>
          <p:cNvPr id="5" name="Footer Placeholder 4"/>
          <p:cNvSpPr>
            <a:spLocks noGrp="1"/>
          </p:cNvSpPr>
          <p:nvPr>
            <p:ph type="ftr" sz="quarter" idx="11"/>
          </p:nvPr>
        </p:nvSpPr>
        <p:spPr>
          <a:xfrm>
            <a:off x="581192" y="5951810"/>
            <a:ext cx="5922209" cy="365125"/>
          </a:xfrm>
        </p:spPr>
        <p:txBody>
          <a:bodyPr/>
          <a:lstStyle/>
          <a:p>
            <a:pPr>
              <a:defRPr/>
            </a:pPr>
            <a:r>
              <a:rPr lang="en-US"/>
              <a:t>Information Technology Project Management, Fifth Edition, Copyright 2007                  </a:t>
            </a:r>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280B6CE6-34C0-4130-B4FD-523FD797501B}" type="slidenum">
              <a:rPr lang="en-US" altLang="en-US" smtClean="0"/>
              <a:pPr/>
              <a:t>‹#›</a:t>
            </a:fld>
            <a:endParaRPr lang="en-US" altLang="en-US"/>
          </a:p>
        </p:txBody>
      </p:sp>
    </p:spTree>
    <p:extLst>
      <p:ext uri="{BB962C8B-B14F-4D97-AF65-F5344CB8AC3E}">
        <p14:creationId xmlns:p14="http://schemas.microsoft.com/office/powerpoint/2010/main" val="11191101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Text Placeholder 2"/>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wrap="square" lIns="91440" tIns="45720" rIns="91440" bIns="45720" numCol="1" anchor="ctr" anchorCtr="0" compatLnSpc="1">
            <a:prstTxWarp prst="textNoShape">
              <a:avLst/>
            </a:prstTxWarp>
          </a:bodyPr>
          <a:lstStyle>
            <a:lvl1pPr>
              <a:lnSpc>
                <a:spcPct val="90000"/>
              </a:lnSpc>
              <a:spcBef>
                <a:spcPct val="20000"/>
              </a:spcBef>
              <a:buFontTx/>
              <a:buChar char="•"/>
              <a:defRPr sz="1200">
                <a:solidFill>
                  <a:srgbClr val="898989"/>
                </a:solidFill>
                <a:latin typeface="Times New Roman" pitchFamily="18" charset="0"/>
              </a:defRPr>
            </a:lvl1pPr>
          </a:lstStyle>
          <a:p>
            <a:pPr>
              <a:defRPr/>
            </a:pPr>
            <a:fld id="{EBD2D260-62C6-4AF3-B1D1-DB31606AE63D}" type="datetime1">
              <a:rPr lang="en-US" smtClean="0"/>
              <a:t>2/23/2026</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wrap="square" lIns="91440" tIns="45720" rIns="91440" bIns="45720" numCol="1" anchor="ctr" anchorCtr="0" compatLnSpc="1">
            <a:prstTxWarp prst="textNoShape">
              <a:avLst/>
            </a:prstTxWarp>
          </a:bodyPr>
          <a:lstStyle>
            <a:lvl1pPr algn="ctr">
              <a:lnSpc>
                <a:spcPct val="90000"/>
              </a:lnSpc>
              <a:spcBef>
                <a:spcPct val="20000"/>
              </a:spcBef>
              <a:buFontTx/>
              <a:buChar char="•"/>
              <a:defRPr sz="1200">
                <a:solidFill>
                  <a:srgbClr val="898989"/>
                </a:solidFill>
                <a:latin typeface="Times New Roman" pitchFamily="18" charset="0"/>
              </a:defRPr>
            </a:lvl1pPr>
          </a:lstStyle>
          <a:p>
            <a:pPr>
              <a:defRPr/>
            </a:pPr>
            <a:r>
              <a:rPr lang="en-US"/>
              <a:t>Information Technology Project Management, Fifth Edition, Copyright 2007                  </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a:lnSpc>
                <a:spcPct val="90000"/>
              </a:lnSpc>
              <a:spcBef>
                <a:spcPct val="20000"/>
              </a:spcBef>
              <a:buFontTx/>
              <a:buChar char="•"/>
              <a:defRPr sz="1200">
                <a:solidFill>
                  <a:srgbClr val="898989"/>
                </a:solidFill>
                <a:latin typeface="Times New Roman" panose="02020603050405020304" pitchFamily="18" charset="0"/>
              </a:defRPr>
            </a:lvl1pPr>
          </a:lstStyle>
          <a:p>
            <a:fld id="{952582D3-5D65-4259-9CEF-C17A85A175D5}"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3863" r:id="rId1"/>
    <p:sldLayoutId id="2147483864" r:id="rId2"/>
    <p:sldLayoutId id="2147483865" r:id="rId3"/>
    <p:sldLayoutId id="2147483866" r:id="rId4"/>
    <p:sldLayoutId id="2147483867" r:id="rId5"/>
    <p:sldLayoutId id="2147483868" r:id="rId6"/>
    <p:sldLayoutId id="2147483869" r:id="rId7"/>
    <p:sldLayoutId id="2147483870" r:id="rId8"/>
    <p:sldLayoutId id="2147483871" r:id="rId9"/>
    <p:sldLayoutId id="2147483872" r:id="rId10"/>
    <p:sldLayoutId id="2147483873" r:id="rId11"/>
  </p:sldLayoutIdLst>
  <p:hf sldNum="0" hdr="0" ft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687474"/>
            <a:ext cx="7989752" cy="1083329"/>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228003"/>
            <a:ext cx="7989752" cy="3630794"/>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559327" y="5956136"/>
            <a:ext cx="2133600" cy="365125"/>
          </a:xfrm>
          <a:prstGeom prst="rect">
            <a:avLst/>
          </a:prstGeom>
        </p:spPr>
        <p:txBody>
          <a:bodyPr vert="horz" lIns="91440" tIns="45720" rIns="91440" bIns="45720" rtlCol="0" anchor="ctr"/>
          <a:lstStyle>
            <a:lvl1pPr algn="r">
              <a:defRPr sz="900">
                <a:solidFill>
                  <a:schemeClr val="accent2"/>
                </a:solidFill>
              </a:defRPr>
            </a:lvl1pPr>
          </a:lstStyle>
          <a:p>
            <a:pPr>
              <a:defRPr/>
            </a:pPr>
            <a:fld id="{77366396-8534-417E-8E6B-733743ED61A0}" type="datetime1">
              <a:rPr lang="en-US" smtClean="0"/>
              <a:t>2/23/2026</a:t>
            </a:fld>
            <a:endParaRPr lang="en-US" dirty="0"/>
          </a:p>
        </p:txBody>
      </p:sp>
      <p:sp>
        <p:nvSpPr>
          <p:cNvPr id="5" name="Footer Placeholder 4"/>
          <p:cNvSpPr>
            <a:spLocks noGrp="1"/>
          </p:cNvSpPr>
          <p:nvPr>
            <p:ph type="ftr" sz="quarter" idx="3"/>
          </p:nvPr>
        </p:nvSpPr>
        <p:spPr>
          <a:xfrm>
            <a:off x="581192" y="5951810"/>
            <a:ext cx="4870585" cy="365125"/>
          </a:xfrm>
          <a:prstGeom prst="rect">
            <a:avLst/>
          </a:prstGeom>
        </p:spPr>
        <p:txBody>
          <a:bodyPr vert="horz" lIns="91440" tIns="45720" rIns="91440" bIns="45720" rtlCol="0" anchor="ctr"/>
          <a:lstStyle>
            <a:lvl1pPr algn="l">
              <a:defRPr sz="900" cap="all">
                <a:solidFill>
                  <a:schemeClr val="accent2"/>
                </a:solidFill>
              </a:defRPr>
            </a:lvl1pPr>
          </a:lstStyle>
          <a:p>
            <a:pPr>
              <a:defRPr/>
            </a:pPr>
            <a:r>
              <a:rPr lang="en-US"/>
              <a:t>Information Technology Project Management, Fifth Edition, Copyright 2007                  </a:t>
            </a:r>
          </a:p>
        </p:txBody>
      </p:sp>
      <p:sp>
        <p:nvSpPr>
          <p:cNvPr id="6" name="Slide Number Placeholder 5"/>
          <p:cNvSpPr>
            <a:spLocks noGrp="1"/>
          </p:cNvSpPr>
          <p:nvPr>
            <p:ph type="sldNum" sz="quarter" idx="4"/>
          </p:nvPr>
        </p:nvSpPr>
        <p:spPr>
          <a:xfrm>
            <a:off x="7800476" y="5956136"/>
            <a:ext cx="770468" cy="365125"/>
          </a:xfrm>
          <a:prstGeom prst="rect">
            <a:avLst/>
          </a:prstGeom>
        </p:spPr>
        <p:txBody>
          <a:bodyPr vert="horz" lIns="91440" tIns="45720" rIns="91440" bIns="45720" rtlCol="0" anchor="ctr"/>
          <a:lstStyle>
            <a:lvl1pPr algn="r">
              <a:defRPr sz="900">
                <a:solidFill>
                  <a:schemeClr val="accent2"/>
                </a:solidFill>
              </a:defRPr>
            </a:lvl1pPr>
          </a:lstStyle>
          <a:p>
            <a:fld id="{952582D3-5D65-4259-9CEF-C17A85A175D5}" type="slidenum">
              <a:rPr lang="en-US" altLang="en-US" smtClean="0"/>
              <a:pPr/>
              <a:t>‹#›</a:t>
            </a:fld>
            <a:endParaRPr lang="en-US" altLang="en-US"/>
          </a:p>
        </p:txBody>
      </p:sp>
      <p:sp>
        <p:nvSpPr>
          <p:cNvPr id="9" name="Rectangle 8"/>
          <p:cNvSpPr/>
          <p:nvPr/>
        </p:nvSpPr>
        <p:spPr>
          <a:xfrm>
            <a:off x="448091" y="441325"/>
            <a:ext cx="2719909" cy="108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5976001" y="441325"/>
            <a:ext cx="2710800" cy="108000"/>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3216601" y="441325"/>
            <a:ext cx="2710800" cy="10800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3835169903"/>
      </p:ext>
    </p:extLst>
  </p:cSld>
  <p:clrMap bg1="lt1" tx1="dk1" bg2="lt2" tx2="dk2" accent1="accent1" accent2="accent2" accent3="accent3" accent4="accent4" accent5="accent5" accent6="accent6" hlink="hlink" folHlink="folHlink"/>
  <p:sldLayoutIdLst>
    <p:sldLayoutId id="2147483916" r:id="rId1"/>
    <p:sldLayoutId id="2147483917" r:id="rId2"/>
    <p:sldLayoutId id="2147483918" r:id="rId3"/>
    <p:sldLayoutId id="2147483919" r:id="rId4"/>
    <p:sldLayoutId id="2147483920" r:id="rId5"/>
    <p:sldLayoutId id="2147483921" r:id="rId6"/>
    <p:sldLayoutId id="2147483922" r:id="rId7"/>
    <p:sldLayoutId id="2147483923" r:id="rId8"/>
    <p:sldLayoutId id="2147483924" r:id="rId9"/>
    <p:sldLayoutId id="2147483925" r:id="rId10"/>
    <p:sldLayoutId id="2147483926" r:id="rId11"/>
  </p:sldLayoutIdLst>
  <p:hf sldNum="0" hdr="0" ftr="0" dt="0"/>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5.png"/><Relationship Id="rId1" Type="http://schemas.openxmlformats.org/officeDocument/2006/relationships/slideLayout" Target="../slideLayouts/slideLayout1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2" Type="http://schemas.openxmlformats.org/officeDocument/2006/relationships/image" Target="../media/image7.wmf"/><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eg"/><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3.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1.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13.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5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53.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54.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13.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a:xfrm>
            <a:off x="581192" y="990600"/>
            <a:ext cx="8410408" cy="1504844"/>
          </a:xfrm>
        </p:spPr>
        <p:txBody>
          <a:bodyPr>
            <a:normAutofit/>
          </a:bodyPr>
          <a:lstStyle/>
          <a:p>
            <a:pPr eaLnBrk="1" fontAlgn="auto" hangingPunct="1">
              <a:spcAft>
                <a:spcPts val="0"/>
              </a:spcAft>
              <a:defRPr/>
            </a:pPr>
            <a:r>
              <a:rPr sz="3000" dirty="0">
                <a:effectLst>
                  <a:outerShdw blurRad="38100" dist="38100" dir="2700000" algn="tl">
                    <a:srgbClr val="FFFFFF"/>
                  </a:outerShdw>
                </a:effectLst>
                <a:latin typeface="Arial Rounded MT Bold" pitchFamily="34" charset="0"/>
              </a:rPr>
              <a:t>Introduction to Project Management</a:t>
            </a:r>
          </a:p>
        </p:txBody>
      </p:sp>
      <p:sp>
        <p:nvSpPr>
          <p:cNvPr id="2" name="Subtitle 1">
            <a:extLst>
              <a:ext uri="{FF2B5EF4-FFF2-40B4-BE49-F238E27FC236}">
                <a16:creationId xmlns:a16="http://schemas.microsoft.com/office/drawing/2014/main" id="{B15FF228-5F9A-4E01-82EB-043CA802825D}"/>
              </a:ext>
            </a:extLst>
          </p:cNvPr>
          <p:cNvSpPr>
            <a:spLocks noGrp="1"/>
          </p:cNvSpPr>
          <p:nvPr>
            <p:ph type="subTitle" idx="1"/>
          </p:nvPr>
        </p:nvSpPr>
        <p:spPr/>
        <p:txBody>
          <a:bodyPr>
            <a:normAutofit fontScale="85000" lnSpcReduction="20000"/>
          </a:bodyPr>
          <a:lstStyle/>
          <a:p>
            <a:r>
              <a:rPr lang="en-US" sz="1800" dirty="0">
                <a:effectLst>
                  <a:outerShdw blurRad="38100" dist="38100" dir="2700000" algn="tl">
                    <a:srgbClr val="FFFFFF"/>
                  </a:outerShdw>
                </a:effectLst>
                <a:latin typeface="Arial Rounded MT Bold" pitchFamily="34" charset="0"/>
              </a:rPr>
              <a:t>Lecture 1</a:t>
            </a:r>
          </a:p>
          <a:p>
            <a:r>
              <a:rPr lang="en-US" sz="1600" dirty="0"/>
              <a:t>Information Technology Project Management, Fifth Edition, Copyright 2007</a:t>
            </a:r>
          </a:p>
        </p:txBody>
      </p:sp>
      <p:sp>
        <p:nvSpPr>
          <p:cNvPr id="3075" name="Rectangle 3"/>
          <p:cNvSpPr>
            <a:spLocks noChangeArrowheads="1"/>
          </p:cNvSpPr>
          <p:nvPr/>
        </p:nvSpPr>
        <p:spPr bwMode="auto">
          <a:xfrm>
            <a:off x="304800" y="3810000"/>
            <a:ext cx="5791200" cy="1349375"/>
          </a:xfrm>
          <a:prstGeom prst="rect">
            <a:avLst/>
          </a:prstGeom>
          <a:noFill/>
          <a:ln w="9525">
            <a:noFill/>
            <a:miter lim="800000"/>
            <a:headEnd/>
            <a:tailEnd/>
          </a:ln>
          <a:effectLst/>
        </p:spPr>
        <p:txBody>
          <a:bodyPr/>
          <a:lstStyle/>
          <a:p>
            <a:pPr>
              <a:defRPr/>
            </a:pPr>
            <a:endParaRPr lang="en-US" sz="2800" dirty="0">
              <a:solidFill>
                <a:srgbClr val="666699"/>
              </a:solidFill>
              <a:effectLst>
                <a:outerShdw blurRad="38100" dist="38100" dir="2700000" algn="tl">
                  <a:srgbClr val="000000"/>
                </a:outerShdw>
              </a:effectLst>
              <a:latin typeface="Arial Black"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Rectangle 2"/>
          <p:cNvSpPr>
            <a:spLocks noGrp="1" noChangeArrowheads="1"/>
          </p:cNvSpPr>
          <p:nvPr>
            <p:ph type="title"/>
          </p:nvPr>
        </p:nvSpPr>
        <p:spPr>
          <a:xfrm>
            <a:off x="581192" y="687474"/>
            <a:ext cx="7989752" cy="1083329"/>
          </a:xfrm>
        </p:spPr>
        <p:txBody>
          <a:bodyPr/>
          <a:lstStyle/>
          <a:p>
            <a:r>
              <a:rPr lang="en-US" altLang="en-US" dirty="0"/>
              <a:t>Introduction</a:t>
            </a:r>
          </a:p>
        </p:txBody>
      </p:sp>
      <p:sp>
        <p:nvSpPr>
          <p:cNvPr id="11268" name="Rectangle 3"/>
          <p:cNvSpPr>
            <a:spLocks noGrp="1" noChangeArrowheads="1"/>
          </p:cNvSpPr>
          <p:nvPr>
            <p:ph idx="1"/>
          </p:nvPr>
        </p:nvSpPr>
        <p:spPr>
          <a:xfrm>
            <a:off x="581025" y="2227263"/>
            <a:ext cx="7800975" cy="3632200"/>
          </a:xfrm>
        </p:spPr>
        <p:txBody>
          <a:bodyPr>
            <a:normAutofit/>
          </a:bodyPr>
          <a:lstStyle/>
          <a:p>
            <a:pPr algn="just"/>
            <a:r>
              <a:rPr lang="en-US" altLang="en-US" dirty="0"/>
              <a:t>Many organizations today have a new or renewed interest in project management</a:t>
            </a:r>
          </a:p>
          <a:p>
            <a:pPr algn="just"/>
            <a:r>
              <a:rPr lang="en-US" dirty="0"/>
              <a:t>New technologies such as  c</a:t>
            </a:r>
            <a:r>
              <a:rPr lang="en-US" altLang="en-US" dirty="0"/>
              <a:t>omputer hardware, software, networks, and the use of interdisciplinary and global work teams have radically changed the work environment</a:t>
            </a:r>
          </a:p>
          <a:p>
            <a:pPr algn="just"/>
            <a:r>
              <a:rPr lang="en-US" altLang="en-US" dirty="0"/>
              <a:t>The U.S. spends $6.3 trillion on projects every year, which is </a:t>
            </a:r>
            <a:r>
              <a:rPr lang="en-PK" dirty="0"/>
              <a:t>25.1% </a:t>
            </a:r>
            <a:r>
              <a:rPr lang="en-US" altLang="en-US" dirty="0"/>
              <a:t>of its gross domestic product, and the world as a whole spends nearly $</a:t>
            </a:r>
            <a:r>
              <a:rPr lang="en-PK" dirty="0"/>
              <a:t>100.83</a:t>
            </a:r>
            <a:r>
              <a:rPr lang="en-US" altLang="en-US" dirty="0"/>
              <a:t> trillion of its gross product on projects of all kinds in 2022</a:t>
            </a:r>
          </a:p>
          <a:p>
            <a:pPr algn="just"/>
            <a:r>
              <a:rPr lang="en-US" dirty="0"/>
              <a:t>The global Information Technology market was valued at US$ 341.64 billion in 2022 and will grow at a compounded annual growth rate (CAGR) of 11.26% to reach a value of US$ 582.33 billion by 2027</a:t>
            </a:r>
            <a:endParaRPr lang="en-US" altLang="en-US" dirty="0"/>
          </a:p>
        </p:txBody>
      </p:sp>
      <p:sp>
        <p:nvSpPr>
          <p:cNvPr id="11269" name="Footer Placeholder 4"/>
          <p:cNvSpPr txBox="1">
            <a:spLocks noGrp="1"/>
          </p:cNvSpPr>
          <p:nvPr/>
        </p:nvSpPr>
        <p:spPr bwMode="auto">
          <a:xfrm>
            <a:off x="1524000" y="6400800"/>
            <a:ext cx="6248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2200">
                <a:solidFill>
                  <a:schemeClr val="tx1"/>
                </a:solidFill>
                <a:latin typeface="Arial" panose="020B0604020202020204" pitchFamily="34" charset="0"/>
              </a:defRPr>
            </a:lvl1pPr>
            <a:lvl2pPr marL="742950" indent="-285750" eaLnBrk="0" hangingPunct="0">
              <a:defRPr sz="2200">
                <a:solidFill>
                  <a:schemeClr val="tx1"/>
                </a:solidFill>
                <a:latin typeface="Arial" panose="020B0604020202020204" pitchFamily="34" charset="0"/>
              </a:defRPr>
            </a:lvl2pPr>
            <a:lvl3pPr marL="1143000" indent="-228600" eaLnBrk="0" hangingPunct="0">
              <a:defRPr sz="2200">
                <a:solidFill>
                  <a:schemeClr val="tx1"/>
                </a:solidFill>
                <a:latin typeface="Arial" panose="020B0604020202020204" pitchFamily="34" charset="0"/>
              </a:defRPr>
            </a:lvl3pPr>
            <a:lvl4pPr marL="1600200" indent="-228600" eaLnBrk="0" hangingPunct="0">
              <a:defRPr sz="2200">
                <a:solidFill>
                  <a:schemeClr val="tx1"/>
                </a:solidFill>
                <a:latin typeface="Arial" panose="020B0604020202020204" pitchFamily="34" charset="0"/>
              </a:defRPr>
            </a:lvl4pPr>
            <a:lvl5pPr marL="2057400" indent="-228600" eaLnBrk="0" hangingPunct="0">
              <a:defRPr sz="2200">
                <a:solidFill>
                  <a:schemeClr val="tx1"/>
                </a:solidFill>
                <a:latin typeface="Arial" panose="020B0604020202020204" pitchFamily="34" charset="0"/>
              </a:defRPr>
            </a:lvl5pPr>
            <a:lvl6pPr marL="2514600" indent="-228600" eaLnBrk="0" fontAlgn="base" hangingPunct="0">
              <a:spcBef>
                <a:spcPct val="0"/>
              </a:spcBef>
              <a:spcAft>
                <a:spcPct val="0"/>
              </a:spcAft>
              <a:defRPr sz="2200">
                <a:solidFill>
                  <a:schemeClr val="tx1"/>
                </a:solidFill>
                <a:latin typeface="Arial" panose="020B0604020202020204" pitchFamily="34" charset="0"/>
              </a:defRPr>
            </a:lvl6pPr>
            <a:lvl7pPr marL="2971800" indent="-228600" eaLnBrk="0" fontAlgn="base" hangingPunct="0">
              <a:spcBef>
                <a:spcPct val="0"/>
              </a:spcBef>
              <a:spcAft>
                <a:spcPct val="0"/>
              </a:spcAft>
              <a:defRPr sz="2200">
                <a:solidFill>
                  <a:schemeClr val="tx1"/>
                </a:solidFill>
                <a:latin typeface="Arial" panose="020B0604020202020204" pitchFamily="34" charset="0"/>
              </a:defRPr>
            </a:lvl7pPr>
            <a:lvl8pPr marL="3429000" indent="-228600" eaLnBrk="0" fontAlgn="base" hangingPunct="0">
              <a:spcBef>
                <a:spcPct val="0"/>
              </a:spcBef>
              <a:spcAft>
                <a:spcPct val="0"/>
              </a:spcAft>
              <a:defRPr sz="2200">
                <a:solidFill>
                  <a:schemeClr val="tx1"/>
                </a:solidFill>
                <a:latin typeface="Arial" panose="020B0604020202020204" pitchFamily="34" charset="0"/>
              </a:defRPr>
            </a:lvl8pPr>
            <a:lvl9pPr marL="3886200" indent="-228600" eaLnBrk="0" fontAlgn="base" hangingPunct="0">
              <a:spcBef>
                <a:spcPct val="0"/>
              </a:spcBef>
              <a:spcAft>
                <a:spcPct val="0"/>
              </a:spcAft>
              <a:defRPr sz="2200">
                <a:solidFill>
                  <a:schemeClr val="tx1"/>
                </a:solidFill>
                <a:latin typeface="Arial" panose="020B0604020202020204" pitchFamily="34" charset="0"/>
              </a:defRPr>
            </a:lvl9pPr>
          </a:lstStyle>
          <a:p>
            <a:pPr eaLnBrk="1" hangingPunct="1">
              <a:lnSpc>
                <a:spcPct val="90000"/>
              </a:lnSpc>
              <a:spcBef>
                <a:spcPct val="20000"/>
              </a:spcBef>
            </a:pPr>
            <a:r>
              <a:rPr lang="en-US" altLang="en-US" sz="1400">
                <a:solidFill>
                  <a:schemeClr val="tx2"/>
                </a:solidFill>
                <a:latin typeface="Times New Roman" panose="02020603050405020304" pitchFamily="18" charset="0"/>
              </a:rPr>
              <a:t>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2C614D-826D-43D1-AE61-82E8DCC2F624}"/>
              </a:ext>
            </a:extLst>
          </p:cNvPr>
          <p:cNvSpPr>
            <a:spLocks noGrp="1"/>
          </p:cNvSpPr>
          <p:nvPr>
            <p:ph type="title"/>
          </p:nvPr>
        </p:nvSpPr>
        <p:spPr>
          <a:xfrm>
            <a:off x="581192" y="687474"/>
            <a:ext cx="7989752" cy="1083329"/>
          </a:xfrm>
        </p:spPr>
        <p:txBody>
          <a:bodyPr/>
          <a:lstStyle/>
          <a:p>
            <a:r>
              <a:rPr lang="en-US" altLang="en-US" dirty="0"/>
              <a:t>Introduction</a:t>
            </a:r>
            <a:endParaRPr lang="en-US" dirty="0"/>
          </a:p>
        </p:txBody>
      </p:sp>
      <p:sp>
        <p:nvSpPr>
          <p:cNvPr id="3" name="Content Placeholder 2">
            <a:extLst>
              <a:ext uri="{FF2B5EF4-FFF2-40B4-BE49-F238E27FC236}">
                <a16:creationId xmlns:a16="http://schemas.microsoft.com/office/drawing/2014/main" id="{BE950CC5-25D7-41EB-82DC-FCF89E550552}"/>
              </a:ext>
            </a:extLst>
          </p:cNvPr>
          <p:cNvSpPr>
            <a:spLocks noGrp="1"/>
          </p:cNvSpPr>
          <p:nvPr>
            <p:ph idx="1"/>
          </p:nvPr>
        </p:nvSpPr>
        <p:spPr>
          <a:xfrm>
            <a:off x="581192" y="2228003"/>
            <a:ext cx="7989752" cy="3630795"/>
          </a:xfrm>
        </p:spPr>
        <p:txBody>
          <a:bodyPr>
            <a:normAutofit/>
          </a:bodyPr>
          <a:lstStyle/>
          <a:p>
            <a:pPr algn="just"/>
            <a:r>
              <a:rPr lang="en-US" dirty="0"/>
              <a:t>Today’s companies, governments, and nonprofit organizations are recognizing that to be successful, they need to use modern project management techniques, especially for IT projects.</a:t>
            </a:r>
          </a:p>
          <a:p>
            <a:pPr algn="just"/>
            <a:r>
              <a:rPr lang="en-US" dirty="0"/>
              <a:t>Individuals are realizing that to remain competitive in the workplace, they must develop skills to become good project team members and project managers. </a:t>
            </a:r>
          </a:p>
          <a:p>
            <a:pPr algn="just"/>
            <a:r>
              <a:rPr lang="en-US" dirty="0"/>
              <a:t>They also realize that many of the concepts of project management will help them in their everyday lives as they work with people and technology on a day-to-day basis.</a:t>
            </a:r>
          </a:p>
        </p:txBody>
      </p:sp>
    </p:spTree>
    <p:extLst>
      <p:ext uri="{BB962C8B-B14F-4D97-AF65-F5344CB8AC3E}">
        <p14:creationId xmlns:p14="http://schemas.microsoft.com/office/powerpoint/2010/main" val="19888878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F5362C6F-23C1-43B6-94B4-22BF80D18B38}"/>
              </a:ext>
            </a:extLst>
          </p:cNvPr>
          <p:cNvSpPr>
            <a:spLocks noGrp="1"/>
          </p:cNvSpPr>
          <p:nvPr>
            <p:ph type="title"/>
          </p:nvPr>
        </p:nvSpPr>
        <p:spPr>
          <a:xfrm>
            <a:off x="581192" y="687474"/>
            <a:ext cx="7989752" cy="1083329"/>
          </a:xfrm>
        </p:spPr>
        <p:txBody>
          <a:bodyPr/>
          <a:lstStyle/>
          <a:p>
            <a:r>
              <a:rPr lang="en-US" altLang="en-US" dirty="0"/>
              <a:t>Top Ten Technology Projects in 2025</a:t>
            </a:r>
            <a:endParaRPr lang="en-US" dirty="0"/>
          </a:p>
        </p:txBody>
      </p:sp>
      <p:sp>
        <p:nvSpPr>
          <p:cNvPr id="10" name="Content Placeholder 9">
            <a:extLst>
              <a:ext uri="{FF2B5EF4-FFF2-40B4-BE49-F238E27FC236}">
                <a16:creationId xmlns:a16="http://schemas.microsoft.com/office/drawing/2014/main" id="{A54979DF-6211-43AA-B667-A3746D206605}"/>
              </a:ext>
            </a:extLst>
          </p:cNvPr>
          <p:cNvSpPr>
            <a:spLocks noGrp="1"/>
          </p:cNvSpPr>
          <p:nvPr>
            <p:ph idx="1"/>
          </p:nvPr>
        </p:nvSpPr>
        <p:spPr>
          <a:xfrm>
            <a:off x="581192" y="2228003"/>
            <a:ext cx="7989752" cy="3630795"/>
          </a:xfrm>
        </p:spPr>
        <p:txBody>
          <a:bodyPr numCol="2">
            <a:normAutofit lnSpcReduction="10000"/>
          </a:bodyPr>
          <a:lstStyle/>
          <a:p>
            <a:r>
              <a:rPr lang="en-US" dirty="0"/>
              <a:t>Generative AI</a:t>
            </a:r>
          </a:p>
          <a:p>
            <a:r>
              <a:rPr lang="en-US" dirty="0"/>
              <a:t>Quantum Computing</a:t>
            </a:r>
          </a:p>
          <a:p>
            <a:r>
              <a:rPr lang="en-US" dirty="0"/>
              <a:t>5G Expansion</a:t>
            </a:r>
          </a:p>
          <a:p>
            <a:r>
              <a:rPr lang="en-US" dirty="0"/>
              <a:t>Virtual Reality (VR)</a:t>
            </a:r>
          </a:p>
          <a:p>
            <a:r>
              <a:rPr lang="en-US" dirty="0"/>
              <a:t>Augmented Reality (AR)</a:t>
            </a:r>
          </a:p>
          <a:p>
            <a:endParaRPr lang="en-US" dirty="0"/>
          </a:p>
          <a:p>
            <a:endParaRPr lang="en-US" dirty="0"/>
          </a:p>
          <a:p>
            <a:endParaRPr lang="en-US" dirty="0"/>
          </a:p>
          <a:p>
            <a:endParaRPr lang="en-US" dirty="0"/>
          </a:p>
          <a:p>
            <a:r>
              <a:rPr lang="en-US" dirty="0"/>
              <a:t>Internet of Things</a:t>
            </a:r>
          </a:p>
          <a:p>
            <a:r>
              <a:rPr lang="en-US" dirty="0"/>
              <a:t>Biotechnology in Agriculture</a:t>
            </a:r>
          </a:p>
          <a:p>
            <a:r>
              <a:rPr lang="en-US" dirty="0"/>
              <a:t>Autonomous Vehicles</a:t>
            </a:r>
          </a:p>
          <a:p>
            <a:r>
              <a:rPr lang="en-US" dirty="0"/>
              <a:t>Blockchain</a:t>
            </a:r>
          </a:p>
          <a:p>
            <a:r>
              <a:rPr lang="en-US" dirty="0"/>
              <a:t>Edge Computing</a:t>
            </a:r>
          </a:p>
        </p:txBody>
      </p:sp>
    </p:spTree>
    <p:extLst>
      <p:ext uri="{BB962C8B-B14F-4D97-AF65-F5344CB8AC3E}">
        <p14:creationId xmlns:p14="http://schemas.microsoft.com/office/powerpoint/2010/main" val="23291880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Rectangle 2"/>
          <p:cNvSpPr>
            <a:spLocks noGrp="1" noChangeArrowheads="1"/>
          </p:cNvSpPr>
          <p:nvPr>
            <p:ph type="title"/>
          </p:nvPr>
        </p:nvSpPr>
        <p:spPr>
          <a:xfrm>
            <a:off x="581192" y="687474"/>
            <a:ext cx="7989752" cy="1083329"/>
          </a:xfrm>
        </p:spPr>
        <p:txBody>
          <a:bodyPr/>
          <a:lstStyle/>
          <a:p>
            <a:r>
              <a:rPr lang="en-US" altLang="en-US"/>
              <a:t>What Is a Project?</a:t>
            </a:r>
          </a:p>
        </p:txBody>
      </p:sp>
      <p:sp>
        <p:nvSpPr>
          <p:cNvPr id="15364" name="Rectangle 3"/>
          <p:cNvSpPr>
            <a:spLocks noGrp="1" noChangeArrowheads="1"/>
          </p:cNvSpPr>
          <p:nvPr>
            <p:ph idx="1"/>
          </p:nvPr>
        </p:nvSpPr>
        <p:spPr>
          <a:xfrm>
            <a:off x="581192" y="2228003"/>
            <a:ext cx="7989752" cy="3630795"/>
          </a:xfrm>
        </p:spPr>
        <p:txBody>
          <a:bodyPr/>
          <a:lstStyle/>
          <a:p>
            <a:pPr marL="0" indent="0" algn="ctr">
              <a:spcBef>
                <a:spcPts val="0"/>
              </a:spcBef>
              <a:spcAft>
                <a:spcPts val="0"/>
              </a:spcAft>
              <a:buNone/>
            </a:pPr>
            <a:r>
              <a:rPr lang="en-US" altLang="en-US" sz="2000" dirty="0">
                <a:solidFill>
                  <a:schemeClr val="accent2"/>
                </a:solidFill>
              </a:rPr>
              <a:t>A project is “a temporary endeavor undertaken to create a unique product, service, or result” </a:t>
            </a:r>
          </a:p>
          <a:p>
            <a:pPr marL="0" indent="0" algn="r">
              <a:spcBef>
                <a:spcPts val="0"/>
              </a:spcBef>
              <a:spcAft>
                <a:spcPts val="0"/>
              </a:spcAft>
              <a:buNone/>
            </a:pPr>
            <a:r>
              <a:rPr lang="en-US" altLang="en-US" sz="1400" dirty="0"/>
              <a:t>(PMBOK® Guide)</a:t>
            </a:r>
          </a:p>
          <a:p>
            <a:pPr algn="just">
              <a:lnSpc>
                <a:spcPct val="150000"/>
              </a:lnSpc>
            </a:pPr>
            <a:r>
              <a:rPr lang="en-US" altLang="en-US" dirty="0"/>
              <a:t>Projects end when their objectives have been reached or the project has been terminated</a:t>
            </a:r>
          </a:p>
          <a:p>
            <a:pPr algn="just"/>
            <a:r>
              <a:rPr lang="en-US" altLang="en-US" dirty="0"/>
              <a:t>Projects can be large or small and take a short or long time to complete</a:t>
            </a:r>
          </a:p>
        </p:txBody>
      </p:sp>
      <p:sp>
        <p:nvSpPr>
          <p:cNvPr id="15365" name="Footer Placeholder 5"/>
          <p:cNvSpPr txBox="1">
            <a:spLocks noGrp="1"/>
          </p:cNvSpPr>
          <p:nvPr/>
        </p:nvSpPr>
        <p:spPr bwMode="auto">
          <a:xfrm>
            <a:off x="1524000" y="6400800"/>
            <a:ext cx="6248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2200">
                <a:solidFill>
                  <a:schemeClr val="tx1"/>
                </a:solidFill>
                <a:latin typeface="Arial" panose="020B0604020202020204" pitchFamily="34" charset="0"/>
              </a:defRPr>
            </a:lvl1pPr>
            <a:lvl2pPr marL="742950" indent="-285750" eaLnBrk="0" hangingPunct="0">
              <a:defRPr sz="2200">
                <a:solidFill>
                  <a:schemeClr val="tx1"/>
                </a:solidFill>
                <a:latin typeface="Arial" panose="020B0604020202020204" pitchFamily="34" charset="0"/>
              </a:defRPr>
            </a:lvl2pPr>
            <a:lvl3pPr marL="1143000" indent="-228600" eaLnBrk="0" hangingPunct="0">
              <a:defRPr sz="2200">
                <a:solidFill>
                  <a:schemeClr val="tx1"/>
                </a:solidFill>
                <a:latin typeface="Arial" panose="020B0604020202020204" pitchFamily="34" charset="0"/>
              </a:defRPr>
            </a:lvl3pPr>
            <a:lvl4pPr marL="1600200" indent="-228600" eaLnBrk="0" hangingPunct="0">
              <a:defRPr sz="2200">
                <a:solidFill>
                  <a:schemeClr val="tx1"/>
                </a:solidFill>
                <a:latin typeface="Arial" panose="020B0604020202020204" pitchFamily="34" charset="0"/>
              </a:defRPr>
            </a:lvl4pPr>
            <a:lvl5pPr marL="2057400" indent="-228600" eaLnBrk="0" hangingPunct="0">
              <a:defRPr sz="2200">
                <a:solidFill>
                  <a:schemeClr val="tx1"/>
                </a:solidFill>
                <a:latin typeface="Arial" panose="020B0604020202020204" pitchFamily="34" charset="0"/>
              </a:defRPr>
            </a:lvl5pPr>
            <a:lvl6pPr marL="2514600" indent="-228600" eaLnBrk="0" fontAlgn="base" hangingPunct="0">
              <a:spcBef>
                <a:spcPct val="0"/>
              </a:spcBef>
              <a:spcAft>
                <a:spcPct val="0"/>
              </a:spcAft>
              <a:defRPr sz="2200">
                <a:solidFill>
                  <a:schemeClr val="tx1"/>
                </a:solidFill>
                <a:latin typeface="Arial" panose="020B0604020202020204" pitchFamily="34" charset="0"/>
              </a:defRPr>
            </a:lvl6pPr>
            <a:lvl7pPr marL="2971800" indent="-228600" eaLnBrk="0" fontAlgn="base" hangingPunct="0">
              <a:spcBef>
                <a:spcPct val="0"/>
              </a:spcBef>
              <a:spcAft>
                <a:spcPct val="0"/>
              </a:spcAft>
              <a:defRPr sz="2200">
                <a:solidFill>
                  <a:schemeClr val="tx1"/>
                </a:solidFill>
                <a:latin typeface="Arial" panose="020B0604020202020204" pitchFamily="34" charset="0"/>
              </a:defRPr>
            </a:lvl7pPr>
            <a:lvl8pPr marL="3429000" indent="-228600" eaLnBrk="0" fontAlgn="base" hangingPunct="0">
              <a:spcBef>
                <a:spcPct val="0"/>
              </a:spcBef>
              <a:spcAft>
                <a:spcPct val="0"/>
              </a:spcAft>
              <a:defRPr sz="2200">
                <a:solidFill>
                  <a:schemeClr val="tx1"/>
                </a:solidFill>
                <a:latin typeface="Arial" panose="020B0604020202020204" pitchFamily="34" charset="0"/>
              </a:defRPr>
            </a:lvl8pPr>
            <a:lvl9pPr marL="3886200" indent="-228600" eaLnBrk="0" fontAlgn="base" hangingPunct="0">
              <a:spcBef>
                <a:spcPct val="0"/>
              </a:spcBef>
              <a:spcAft>
                <a:spcPct val="0"/>
              </a:spcAft>
              <a:defRPr sz="2200">
                <a:solidFill>
                  <a:schemeClr val="tx1"/>
                </a:solidFill>
                <a:latin typeface="Arial" panose="020B0604020202020204" pitchFamily="34" charset="0"/>
              </a:defRPr>
            </a:lvl9pPr>
          </a:lstStyle>
          <a:p>
            <a:pPr eaLnBrk="1" hangingPunct="1">
              <a:lnSpc>
                <a:spcPct val="90000"/>
              </a:lnSpc>
              <a:spcBef>
                <a:spcPct val="20000"/>
              </a:spcBef>
            </a:pPr>
            <a:endParaRPr lang="en-US" altLang="en-US" sz="1400">
              <a:solidFill>
                <a:schemeClr val="tx2"/>
              </a:solidFill>
              <a:latin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2"/>
          <p:cNvSpPr>
            <a:spLocks noGrp="1" noChangeArrowheads="1"/>
          </p:cNvSpPr>
          <p:nvPr>
            <p:ph type="title"/>
          </p:nvPr>
        </p:nvSpPr>
        <p:spPr>
          <a:xfrm>
            <a:off x="581192" y="687474"/>
            <a:ext cx="7989752" cy="1083329"/>
          </a:xfrm>
        </p:spPr>
        <p:txBody>
          <a:bodyPr/>
          <a:lstStyle/>
          <a:p>
            <a:r>
              <a:rPr lang="en-US" altLang="en-US" dirty="0"/>
              <a:t>Project Attributes</a:t>
            </a:r>
          </a:p>
        </p:txBody>
      </p:sp>
      <p:sp>
        <p:nvSpPr>
          <p:cNvPr id="19460" name="Rectangle 3"/>
          <p:cNvSpPr>
            <a:spLocks noGrp="1" noChangeArrowheads="1"/>
          </p:cNvSpPr>
          <p:nvPr>
            <p:ph idx="1"/>
          </p:nvPr>
        </p:nvSpPr>
        <p:spPr>
          <a:xfrm>
            <a:off x="581192" y="2228003"/>
            <a:ext cx="7989752" cy="3630795"/>
          </a:xfrm>
        </p:spPr>
        <p:txBody>
          <a:bodyPr>
            <a:normAutofit/>
          </a:bodyPr>
          <a:lstStyle/>
          <a:p>
            <a:pPr algn="just"/>
            <a:r>
              <a:rPr lang="en-US" altLang="en-US" dirty="0"/>
              <a:t>A project: </a:t>
            </a:r>
          </a:p>
          <a:p>
            <a:pPr lvl="1" algn="just"/>
            <a:r>
              <a:rPr lang="en-US" altLang="en-US" dirty="0"/>
              <a:t>Has a unique purpose</a:t>
            </a:r>
          </a:p>
          <a:p>
            <a:pPr lvl="1" algn="just"/>
            <a:r>
              <a:rPr lang="en-US" altLang="en-US" dirty="0"/>
              <a:t>Is temporary- </a:t>
            </a:r>
            <a:r>
              <a:rPr lang="en-US" dirty="0"/>
              <a:t>definite beginning and end.</a:t>
            </a:r>
            <a:endParaRPr lang="en-US" altLang="en-US" dirty="0"/>
          </a:p>
          <a:p>
            <a:pPr lvl="1" algn="just"/>
            <a:r>
              <a:rPr lang="en-US" altLang="en-US" dirty="0"/>
              <a:t>Is developed using progressive elaboration</a:t>
            </a:r>
          </a:p>
          <a:p>
            <a:pPr lvl="1" algn="just"/>
            <a:r>
              <a:rPr lang="en-US" altLang="en-US" dirty="0"/>
              <a:t>Requires resources, often from various areas</a:t>
            </a:r>
          </a:p>
          <a:p>
            <a:pPr lvl="1" algn="just"/>
            <a:r>
              <a:rPr lang="en-US" altLang="en-US" dirty="0"/>
              <a:t>Should have a primary customer or sponsor</a:t>
            </a:r>
          </a:p>
          <a:p>
            <a:pPr lvl="2" algn="just"/>
            <a:r>
              <a:rPr lang="en-US" altLang="en-US" dirty="0"/>
              <a:t>The project sponsor usually provides the direction and funding for the project</a:t>
            </a:r>
          </a:p>
          <a:p>
            <a:pPr lvl="1" algn="just"/>
            <a:r>
              <a:rPr lang="en-US" altLang="en-US" dirty="0"/>
              <a:t>Involves uncertainty</a:t>
            </a:r>
          </a:p>
          <a:p>
            <a:pPr algn="just"/>
            <a:endParaRPr lang="en-US" altLang="en-US" dirty="0"/>
          </a:p>
        </p:txBody>
      </p:sp>
      <p:sp>
        <p:nvSpPr>
          <p:cNvPr id="19461" name="Footer Placeholder 5"/>
          <p:cNvSpPr txBox="1">
            <a:spLocks noGrp="1"/>
          </p:cNvSpPr>
          <p:nvPr/>
        </p:nvSpPr>
        <p:spPr bwMode="auto">
          <a:xfrm>
            <a:off x="1524000" y="6400800"/>
            <a:ext cx="6248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2200">
                <a:solidFill>
                  <a:schemeClr val="tx1"/>
                </a:solidFill>
                <a:latin typeface="Arial" panose="020B0604020202020204" pitchFamily="34" charset="0"/>
              </a:defRPr>
            </a:lvl1pPr>
            <a:lvl2pPr marL="742950" indent="-285750" eaLnBrk="0" hangingPunct="0">
              <a:defRPr sz="2200">
                <a:solidFill>
                  <a:schemeClr val="tx1"/>
                </a:solidFill>
                <a:latin typeface="Arial" panose="020B0604020202020204" pitchFamily="34" charset="0"/>
              </a:defRPr>
            </a:lvl2pPr>
            <a:lvl3pPr marL="1143000" indent="-228600" eaLnBrk="0" hangingPunct="0">
              <a:defRPr sz="2200">
                <a:solidFill>
                  <a:schemeClr val="tx1"/>
                </a:solidFill>
                <a:latin typeface="Arial" panose="020B0604020202020204" pitchFamily="34" charset="0"/>
              </a:defRPr>
            </a:lvl3pPr>
            <a:lvl4pPr marL="1600200" indent="-228600" eaLnBrk="0" hangingPunct="0">
              <a:defRPr sz="2200">
                <a:solidFill>
                  <a:schemeClr val="tx1"/>
                </a:solidFill>
                <a:latin typeface="Arial" panose="020B0604020202020204" pitchFamily="34" charset="0"/>
              </a:defRPr>
            </a:lvl4pPr>
            <a:lvl5pPr marL="2057400" indent="-228600" eaLnBrk="0" hangingPunct="0">
              <a:defRPr sz="2200">
                <a:solidFill>
                  <a:schemeClr val="tx1"/>
                </a:solidFill>
                <a:latin typeface="Arial" panose="020B0604020202020204" pitchFamily="34" charset="0"/>
              </a:defRPr>
            </a:lvl5pPr>
            <a:lvl6pPr marL="2514600" indent="-228600" eaLnBrk="0" fontAlgn="base" hangingPunct="0">
              <a:spcBef>
                <a:spcPct val="0"/>
              </a:spcBef>
              <a:spcAft>
                <a:spcPct val="0"/>
              </a:spcAft>
              <a:defRPr sz="2200">
                <a:solidFill>
                  <a:schemeClr val="tx1"/>
                </a:solidFill>
                <a:latin typeface="Arial" panose="020B0604020202020204" pitchFamily="34" charset="0"/>
              </a:defRPr>
            </a:lvl6pPr>
            <a:lvl7pPr marL="2971800" indent="-228600" eaLnBrk="0" fontAlgn="base" hangingPunct="0">
              <a:spcBef>
                <a:spcPct val="0"/>
              </a:spcBef>
              <a:spcAft>
                <a:spcPct val="0"/>
              </a:spcAft>
              <a:defRPr sz="2200">
                <a:solidFill>
                  <a:schemeClr val="tx1"/>
                </a:solidFill>
                <a:latin typeface="Arial" panose="020B0604020202020204" pitchFamily="34" charset="0"/>
              </a:defRPr>
            </a:lvl7pPr>
            <a:lvl8pPr marL="3429000" indent="-228600" eaLnBrk="0" fontAlgn="base" hangingPunct="0">
              <a:spcBef>
                <a:spcPct val="0"/>
              </a:spcBef>
              <a:spcAft>
                <a:spcPct val="0"/>
              </a:spcAft>
              <a:defRPr sz="2200">
                <a:solidFill>
                  <a:schemeClr val="tx1"/>
                </a:solidFill>
                <a:latin typeface="Arial" panose="020B0604020202020204" pitchFamily="34" charset="0"/>
              </a:defRPr>
            </a:lvl8pPr>
            <a:lvl9pPr marL="3886200" indent="-228600" eaLnBrk="0" fontAlgn="base" hangingPunct="0">
              <a:spcBef>
                <a:spcPct val="0"/>
              </a:spcBef>
              <a:spcAft>
                <a:spcPct val="0"/>
              </a:spcAft>
              <a:defRPr sz="2200">
                <a:solidFill>
                  <a:schemeClr val="tx1"/>
                </a:solidFill>
                <a:latin typeface="Arial" panose="020B0604020202020204" pitchFamily="34" charset="0"/>
              </a:defRPr>
            </a:lvl9pPr>
          </a:lstStyle>
          <a:p>
            <a:pPr eaLnBrk="1" hangingPunct="1">
              <a:lnSpc>
                <a:spcPct val="90000"/>
              </a:lnSpc>
              <a:spcBef>
                <a:spcPct val="20000"/>
              </a:spcBef>
            </a:pPr>
            <a:endParaRPr lang="en-US" altLang="en-US" sz="1400">
              <a:solidFill>
                <a:schemeClr val="tx2"/>
              </a:solidFill>
              <a:latin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00C698-DDAE-42C2-9A1E-2E53FFC1D06D}"/>
              </a:ext>
            </a:extLst>
          </p:cNvPr>
          <p:cNvSpPr>
            <a:spLocks noGrp="1"/>
          </p:cNvSpPr>
          <p:nvPr>
            <p:ph type="title"/>
          </p:nvPr>
        </p:nvSpPr>
        <p:spPr>
          <a:xfrm>
            <a:off x="581192" y="687474"/>
            <a:ext cx="7989752" cy="1083329"/>
          </a:xfrm>
        </p:spPr>
        <p:txBody>
          <a:bodyPr/>
          <a:lstStyle/>
          <a:p>
            <a:r>
              <a:rPr lang="en-US" dirty="0"/>
              <a:t>Project Constraints</a:t>
            </a:r>
          </a:p>
        </p:txBody>
      </p:sp>
      <p:sp>
        <p:nvSpPr>
          <p:cNvPr id="3" name="Content Placeholder 2">
            <a:extLst>
              <a:ext uri="{FF2B5EF4-FFF2-40B4-BE49-F238E27FC236}">
                <a16:creationId xmlns:a16="http://schemas.microsoft.com/office/drawing/2014/main" id="{CDE14AF6-2C2C-4D2D-BCDA-68B516D49D2B}"/>
              </a:ext>
            </a:extLst>
          </p:cNvPr>
          <p:cNvSpPr>
            <a:spLocks noGrp="1"/>
          </p:cNvSpPr>
          <p:nvPr>
            <p:ph idx="1"/>
          </p:nvPr>
        </p:nvSpPr>
        <p:spPr>
          <a:xfrm>
            <a:off x="581192" y="2228003"/>
            <a:ext cx="7989752" cy="3630795"/>
          </a:xfrm>
        </p:spPr>
        <p:txBody>
          <a:bodyPr/>
          <a:lstStyle/>
          <a:p>
            <a:pPr algn="just"/>
            <a:r>
              <a:rPr lang="en-US" dirty="0"/>
              <a:t>Every project is constrained in different ways, often by its scope, time, and cost goals. These limitations are sometimes referred to in project management as the </a:t>
            </a:r>
            <a:r>
              <a:rPr lang="en-US" b="1" dirty="0">
                <a:solidFill>
                  <a:schemeClr val="accent2"/>
                </a:solidFill>
              </a:rPr>
              <a:t>Triple Constraint.</a:t>
            </a:r>
          </a:p>
        </p:txBody>
      </p:sp>
    </p:spTree>
    <p:extLst>
      <p:ext uri="{BB962C8B-B14F-4D97-AF65-F5344CB8AC3E}">
        <p14:creationId xmlns:p14="http://schemas.microsoft.com/office/powerpoint/2010/main" val="33704385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Rectangle 2"/>
          <p:cNvSpPr>
            <a:spLocks noGrp="1" noChangeArrowheads="1"/>
          </p:cNvSpPr>
          <p:nvPr>
            <p:ph type="title"/>
          </p:nvPr>
        </p:nvSpPr>
        <p:spPr>
          <a:xfrm>
            <a:off x="581192" y="687474"/>
            <a:ext cx="7989752" cy="1083329"/>
          </a:xfrm>
        </p:spPr>
        <p:txBody>
          <a:bodyPr>
            <a:normAutofit/>
          </a:bodyPr>
          <a:lstStyle/>
          <a:p>
            <a:r>
              <a:rPr lang="en-US" altLang="en-US"/>
              <a:t>The Triple Constraint of Project Management</a:t>
            </a:r>
            <a:endParaRPr lang="en-US" altLang="en-US" dirty="0"/>
          </a:p>
        </p:txBody>
      </p:sp>
      <p:pic>
        <p:nvPicPr>
          <p:cNvPr id="21508"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38600" y="1774288"/>
            <a:ext cx="5002212" cy="449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pic>
      <p:sp>
        <p:nvSpPr>
          <p:cNvPr id="21509" name="Rectangle 4"/>
          <p:cNvSpPr>
            <a:spLocks noChangeArrowheads="1"/>
          </p:cNvSpPr>
          <p:nvPr/>
        </p:nvSpPr>
        <p:spPr bwMode="auto">
          <a:xfrm>
            <a:off x="685800" y="2895600"/>
            <a:ext cx="2846388" cy="2392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200">
                <a:solidFill>
                  <a:schemeClr val="tx1"/>
                </a:solidFill>
                <a:latin typeface="Arial" panose="020B0604020202020204" pitchFamily="34" charset="0"/>
              </a:defRPr>
            </a:lvl1pPr>
            <a:lvl2pPr marL="742950" indent="-285750" eaLnBrk="0" hangingPunct="0">
              <a:defRPr sz="2200">
                <a:solidFill>
                  <a:schemeClr val="tx1"/>
                </a:solidFill>
                <a:latin typeface="Arial" panose="020B0604020202020204" pitchFamily="34" charset="0"/>
              </a:defRPr>
            </a:lvl2pPr>
            <a:lvl3pPr marL="1143000" indent="-228600" eaLnBrk="0" hangingPunct="0">
              <a:defRPr sz="2200">
                <a:solidFill>
                  <a:schemeClr val="tx1"/>
                </a:solidFill>
                <a:latin typeface="Arial" panose="020B0604020202020204" pitchFamily="34" charset="0"/>
              </a:defRPr>
            </a:lvl3pPr>
            <a:lvl4pPr marL="1600200" indent="-228600" eaLnBrk="0" hangingPunct="0">
              <a:defRPr sz="2200">
                <a:solidFill>
                  <a:schemeClr val="tx1"/>
                </a:solidFill>
                <a:latin typeface="Arial" panose="020B0604020202020204" pitchFamily="34" charset="0"/>
              </a:defRPr>
            </a:lvl4pPr>
            <a:lvl5pPr marL="2057400" indent="-228600" eaLnBrk="0" hangingPunct="0">
              <a:defRPr sz="2200">
                <a:solidFill>
                  <a:schemeClr val="tx1"/>
                </a:solidFill>
                <a:latin typeface="Arial" panose="020B0604020202020204" pitchFamily="34" charset="0"/>
              </a:defRPr>
            </a:lvl5pPr>
            <a:lvl6pPr marL="2514600" indent="-228600" eaLnBrk="0" fontAlgn="base" hangingPunct="0">
              <a:spcBef>
                <a:spcPct val="0"/>
              </a:spcBef>
              <a:spcAft>
                <a:spcPct val="0"/>
              </a:spcAft>
              <a:defRPr sz="2200">
                <a:solidFill>
                  <a:schemeClr val="tx1"/>
                </a:solidFill>
                <a:latin typeface="Arial" panose="020B0604020202020204" pitchFamily="34" charset="0"/>
              </a:defRPr>
            </a:lvl6pPr>
            <a:lvl7pPr marL="2971800" indent="-228600" eaLnBrk="0" fontAlgn="base" hangingPunct="0">
              <a:spcBef>
                <a:spcPct val="0"/>
              </a:spcBef>
              <a:spcAft>
                <a:spcPct val="0"/>
              </a:spcAft>
              <a:defRPr sz="2200">
                <a:solidFill>
                  <a:schemeClr val="tx1"/>
                </a:solidFill>
                <a:latin typeface="Arial" panose="020B0604020202020204" pitchFamily="34" charset="0"/>
              </a:defRPr>
            </a:lvl7pPr>
            <a:lvl8pPr marL="3429000" indent="-228600" eaLnBrk="0" fontAlgn="base" hangingPunct="0">
              <a:spcBef>
                <a:spcPct val="0"/>
              </a:spcBef>
              <a:spcAft>
                <a:spcPct val="0"/>
              </a:spcAft>
              <a:defRPr sz="2200">
                <a:solidFill>
                  <a:schemeClr val="tx1"/>
                </a:solidFill>
                <a:latin typeface="Arial" panose="020B0604020202020204" pitchFamily="34" charset="0"/>
              </a:defRPr>
            </a:lvl8pPr>
            <a:lvl9pPr marL="3886200" indent="-228600" eaLnBrk="0" fontAlgn="base" hangingPunct="0">
              <a:spcBef>
                <a:spcPct val="0"/>
              </a:spcBef>
              <a:spcAft>
                <a:spcPct val="0"/>
              </a:spcAft>
              <a:defRPr sz="2200">
                <a:solidFill>
                  <a:schemeClr val="tx1"/>
                </a:solidFill>
                <a:latin typeface="Arial" panose="020B0604020202020204" pitchFamily="34" charset="0"/>
              </a:defRPr>
            </a:lvl9pPr>
          </a:lstStyle>
          <a:p>
            <a:pPr eaLnBrk="1" hangingPunct="1">
              <a:lnSpc>
                <a:spcPct val="90000"/>
              </a:lnSpc>
              <a:spcBef>
                <a:spcPct val="20000"/>
              </a:spcBef>
            </a:pPr>
            <a:r>
              <a:rPr lang="en-US" altLang="en-US" sz="2400" dirty="0">
                <a:latin typeface="Times New Roman" panose="02020603050405020304" pitchFamily="18" charset="0"/>
              </a:rPr>
              <a:t>Successful project management means meeting all three goals (scope, time, and cost) – and satisfying the project’s sponsor!</a:t>
            </a:r>
          </a:p>
        </p:txBody>
      </p:sp>
      <p:sp>
        <p:nvSpPr>
          <p:cNvPr id="21510" name="Rectangle 6"/>
          <p:cNvSpPr>
            <a:spLocks noChangeArrowheads="1"/>
          </p:cNvSpPr>
          <p:nvPr/>
        </p:nvSpPr>
        <p:spPr bwMode="auto">
          <a:xfrm>
            <a:off x="4038600" y="1774288"/>
            <a:ext cx="1600200" cy="89271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200">
                <a:solidFill>
                  <a:schemeClr val="tx1"/>
                </a:solidFill>
                <a:latin typeface="Arial" panose="020B0604020202020204" pitchFamily="34" charset="0"/>
              </a:defRPr>
            </a:lvl1pPr>
            <a:lvl2pPr marL="742950" indent="-285750" eaLnBrk="0" hangingPunct="0">
              <a:defRPr sz="2200">
                <a:solidFill>
                  <a:schemeClr val="tx1"/>
                </a:solidFill>
                <a:latin typeface="Arial" panose="020B0604020202020204" pitchFamily="34" charset="0"/>
              </a:defRPr>
            </a:lvl2pPr>
            <a:lvl3pPr marL="1143000" indent="-228600" eaLnBrk="0" hangingPunct="0">
              <a:defRPr sz="2200">
                <a:solidFill>
                  <a:schemeClr val="tx1"/>
                </a:solidFill>
                <a:latin typeface="Arial" panose="020B0604020202020204" pitchFamily="34" charset="0"/>
              </a:defRPr>
            </a:lvl3pPr>
            <a:lvl4pPr marL="1600200" indent="-228600" eaLnBrk="0" hangingPunct="0">
              <a:defRPr sz="2200">
                <a:solidFill>
                  <a:schemeClr val="tx1"/>
                </a:solidFill>
                <a:latin typeface="Arial" panose="020B0604020202020204" pitchFamily="34" charset="0"/>
              </a:defRPr>
            </a:lvl4pPr>
            <a:lvl5pPr marL="2057400" indent="-228600" eaLnBrk="0" hangingPunct="0">
              <a:defRPr sz="2200">
                <a:solidFill>
                  <a:schemeClr val="tx1"/>
                </a:solidFill>
                <a:latin typeface="Arial" panose="020B0604020202020204" pitchFamily="34" charset="0"/>
              </a:defRPr>
            </a:lvl5pPr>
            <a:lvl6pPr marL="2514600" indent="-228600" eaLnBrk="0" fontAlgn="base" hangingPunct="0">
              <a:spcBef>
                <a:spcPct val="0"/>
              </a:spcBef>
              <a:spcAft>
                <a:spcPct val="0"/>
              </a:spcAft>
              <a:defRPr sz="2200">
                <a:solidFill>
                  <a:schemeClr val="tx1"/>
                </a:solidFill>
                <a:latin typeface="Arial" panose="020B0604020202020204" pitchFamily="34" charset="0"/>
              </a:defRPr>
            </a:lvl6pPr>
            <a:lvl7pPr marL="2971800" indent="-228600" eaLnBrk="0" fontAlgn="base" hangingPunct="0">
              <a:spcBef>
                <a:spcPct val="0"/>
              </a:spcBef>
              <a:spcAft>
                <a:spcPct val="0"/>
              </a:spcAft>
              <a:defRPr sz="2200">
                <a:solidFill>
                  <a:schemeClr val="tx1"/>
                </a:solidFill>
                <a:latin typeface="Arial" panose="020B0604020202020204" pitchFamily="34" charset="0"/>
              </a:defRPr>
            </a:lvl7pPr>
            <a:lvl8pPr marL="3429000" indent="-228600" eaLnBrk="0" fontAlgn="base" hangingPunct="0">
              <a:spcBef>
                <a:spcPct val="0"/>
              </a:spcBef>
              <a:spcAft>
                <a:spcPct val="0"/>
              </a:spcAft>
              <a:defRPr sz="2200">
                <a:solidFill>
                  <a:schemeClr val="tx1"/>
                </a:solidFill>
                <a:latin typeface="Arial" panose="020B0604020202020204" pitchFamily="34" charset="0"/>
              </a:defRPr>
            </a:lvl8pPr>
            <a:lvl9pPr marL="3886200" indent="-228600" eaLnBrk="0" fontAlgn="base" hangingPunct="0">
              <a:spcBef>
                <a:spcPct val="0"/>
              </a:spcBef>
              <a:spcAft>
                <a:spcPct val="0"/>
              </a:spcAft>
              <a:defRPr sz="2200">
                <a:solidFill>
                  <a:schemeClr val="tx1"/>
                </a:solidFill>
                <a:latin typeface="Arial" panose="020B0604020202020204" pitchFamily="34" charset="0"/>
              </a:defRPr>
            </a:lvl9pPr>
          </a:lstStyle>
          <a:p>
            <a:pPr eaLnBrk="1" hangingPunct="1">
              <a:lnSpc>
                <a:spcPct val="90000"/>
              </a:lnSpc>
              <a:spcBef>
                <a:spcPct val="20000"/>
              </a:spcBef>
              <a:buFontTx/>
              <a:buChar char="•"/>
            </a:pPr>
            <a:endParaRPr lang="en-US" altLang="en-US" dirty="0">
              <a:latin typeface="Times New Roman" panose="02020603050405020304" pitchFamily="18" charset="0"/>
            </a:endParaRPr>
          </a:p>
        </p:txBody>
      </p:sp>
      <p:sp>
        <p:nvSpPr>
          <p:cNvPr id="21511" name="Footer Placeholder 7"/>
          <p:cNvSpPr txBox="1">
            <a:spLocks noGrp="1"/>
          </p:cNvSpPr>
          <p:nvPr/>
        </p:nvSpPr>
        <p:spPr bwMode="auto">
          <a:xfrm>
            <a:off x="1219200" y="6400800"/>
            <a:ext cx="7010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2200">
                <a:solidFill>
                  <a:schemeClr val="tx1"/>
                </a:solidFill>
                <a:latin typeface="Arial" panose="020B0604020202020204" pitchFamily="34" charset="0"/>
              </a:defRPr>
            </a:lvl1pPr>
            <a:lvl2pPr marL="742950" indent="-285750" eaLnBrk="0" hangingPunct="0">
              <a:defRPr sz="2200">
                <a:solidFill>
                  <a:schemeClr val="tx1"/>
                </a:solidFill>
                <a:latin typeface="Arial" panose="020B0604020202020204" pitchFamily="34" charset="0"/>
              </a:defRPr>
            </a:lvl2pPr>
            <a:lvl3pPr marL="1143000" indent="-228600" eaLnBrk="0" hangingPunct="0">
              <a:defRPr sz="2200">
                <a:solidFill>
                  <a:schemeClr val="tx1"/>
                </a:solidFill>
                <a:latin typeface="Arial" panose="020B0604020202020204" pitchFamily="34" charset="0"/>
              </a:defRPr>
            </a:lvl3pPr>
            <a:lvl4pPr marL="1600200" indent="-228600" eaLnBrk="0" hangingPunct="0">
              <a:defRPr sz="2200">
                <a:solidFill>
                  <a:schemeClr val="tx1"/>
                </a:solidFill>
                <a:latin typeface="Arial" panose="020B0604020202020204" pitchFamily="34" charset="0"/>
              </a:defRPr>
            </a:lvl4pPr>
            <a:lvl5pPr marL="2057400" indent="-228600" eaLnBrk="0" hangingPunct="0">
              <a:defRPr sz="2200">
                <a:solidFill>
                  <a:schemeClr val="tx1"/>
                </a:solidFill>
                <a:latin typeface="Arial" panose="020B0604020202020204" pitchFamily="34" charset="0"/>
              </a:defRPr>
            </a:lvl5pPr>
            <a:lvl6pPr marL="2514600" indent="-228600" eaLnBrk="0" fontAlgn="base" hangingPunct="0">
              <a:spcBef>
                <a:spcPct val="0"/>
              </a:spcBef>
              <a:spcAft>
                <a:spcPct val="0"/>
              </a:spcAft>
              <a:defRPr sz="2200">
                <a:solidFill>
                  <a:schemeClr val="tx1"/>
                </a:solidFill>
                <a:latin typeface="Arial" panose="020B0604020202020204" pitchFamily="34" charset="0"/>
              </a:defRPr>
            </a:lvl6pPr>
            <a:lvl7pPr marL="2971800" indent="-228600" eaLnBrk="0" fontAlgn="base" hangingPunct="0">
              <a:spcBef>
                <a:spcPct val="0"/>
              </a:spcBef>
              <a:spcAft>
                <a:spcPct val="0"/>
              </a:spcAft>
              <a:defRPr sz="2200">
                <a:solidFill>
                  <a:schemeClr val="tx1"/>
                </a:solidFill>
                <a:latin typeface="Arial" panose="020B0604020202020204" pitchFamily="34" charset="0"/>
              </a:defRPr>
            </a:lvl7pPr>
            <a:lvl8pPr marL="3429000" indent="-228600" eaLnBrk="0" fontAlgn="base" hangingPunct="0">
              <a:spcBef>
                <a:spcPct val="0"/>
              </a:spcBef>
              <a:spcAft>
                <a:spcPct val="0"/>
              </a:spcAft>
              <a:defRPr sz="2200">
                <a:solidFill>
                  <a:schemeClr val="tx1"/>
                </a:solidFill>
                <a:latin typeface="Arial" panose="020B0604020202020204" pitchFamily="34" charset="0"/>
              </a:defRPr>
            </a:lvl8pPr>
            <a:lvl9pPr marL="3886200" indent="-228600" eaLnBrk="0" fontAlgn="base" hangingPunct="0">
              <a:spcBef>
                <a:spcPct val="0"/>
              </a:spcBef>
              <a:spcAft>
                <a:spcPct val="0"/>
              </a:spcAft>
              <a:defRPr sz="2200">
                <a:solidFill>
                  <a:schemeClr val="tx1"/>
                </a:solidFill>
                <a:latin typeface="Arial" panose="020B0604020202020204" pitchFamily="34" charset="0"/>
              </a:defRPr>
            </a:lvl9pPr>
          </a:lstStyle>
          <a:p>
            <a:pPr eaLnBrk="1" hangingPunct="1">
              <a:lnSpc>
                <a:spcPct val="90000"/>
              </a:lnSpc>
              <a:spcBef>
                <a:spcPct val="20000"/>
              </a:spcBef>
            </a:pPr>
            <a:endParaRPr lang="en-US" altLang="en-US" sz="1400">
              <a:solidFill>
                <a:schemeClr val="tx2"/>
              </a:solidFill>
              <a:latin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F5CC29-A5C4-4B94-B898-28672E17C5A0}"/>
              </a:ext>
            </a:extLst>
          </p:cNvPr>
          <p:cNvSpPr txBox="1">
            <a:spLocks/>
          </p:cNvSpPr>
          <p:nvPr/>
        </p:nvSpPr>
        <p:spPr>
          <a:xfrm>
            <a:off x="838200" y="190417"/>
            <a:ext cx="7704667" cy="1981200"/>
          </a:xfrm>
          <a:prstGeom prst="rect">
            <a:avLst/>
          </a:prstGeom>
        </p:spPr>
        <p:txBody>
          <a:bodyPr/>
          <a:lst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fontAlgn="auto">
              <a:spcAft>
                <a:spcPts val="0"/>
              </a:spcAft>
            </a:pPr>
            <a:endParaRPr lang="en-US" dirty="0">
              <a:latin typeface="Arial" panose="020B0604020202020204" pitchFamily="34" charset="0"/>
              <a:cs typeface="Arial" panose="020B0604020202020204" pitchFamily="34" charset="0"/>
            </a:endParaRPr>
          </a:p>
        </p:txBody>
      </p:sp>
      <p:sp>
        <p:nvSpPr>
          <p:cNvPr id="2" name="Title 1">
            <a:extLst>
              <a:ext uri="{FF2B5EF4-FFF2-40B4-BE49-F238E27FC236}">
                <a16:creationId xmlns:a16="http://schemas.microsoft.com/office/drawing/2014/main" id="{51788946-3FBB-4905-A26E-DB0ADAD19349}"/>
              </a:ext>
            </a:extLst>
          </p:cNvPr>
          <p:cNvSpPr>
            <a:spLocks noGrp="1"/>
          </p:cNvSpPr>
          <p:nvPr>
            <p:ph type="title"/>
          </p:nvPr>
        </p:nvSpPr>
        <p:spPr>
          <a:xfrm>
            <a:off x="581192" y="687474"/>
            <a:ext cx="7989752" cy="1083329"/>
          </a:xfrm>
        </p:spPr>
        <p:txBody>
          <a:bodyPr/>
          <a:lstStyle/>
          <a:p>
            <a:r>
              <a:rPr lang="en-US"/>
              <a:t>Project Constraints</a:t>
            </a:r>
            <a:endParaRPr lang="en-PK" dirty="0"/>
          </a:p>
        </p:txBody>
      </p:sp>
      <p:sp>
        <p:nvSpPr>
          <p:cNvPr id="10" name="Content Placeholder 9">
            <a:extLst>
              <a:ext uri="{FF2B5EF4-FFF2-40B4-BE49-F238E27FC236}">
                <a16:creationId xmlns:a16="http://schemas.microsoft.com/office/drawing/2014/main" id="{ABD47A47-1581-49C5-86AE-178457BC40DB}"/>
              </a:ext>
            </a:extLst>
          </p:cNvPr>
          <p:cNvSpPr>
            <a:spLocks noGrp="1"/>
          </p:cNvSpPr>
          <p:nvPr>
            <p:ph idx="1"/>
          </p:nvPr>
        </p:nvSpPr>
        <p:spPr>
          <a:xfrm>
            <a:off x="581192" y="2228003"/>
            <a:ext cx="7989752" cy="4439580"/>
          </a:xfrm>
        </p:spPr>
        <p:txBody>
          <a:bodyPr>
            <a:normAutofit lnSpcReduction="10000"/>
          </a:bodyPr>
          <a:lstStyle/>
          <a:p>
            <a:pPr algn="just"/>
            <a:r>
              <a:rPr lang="en-US" sz="1600" b="1" dirty="0"/>
              <a:t>Project scope </a:t>
            </a:r>
            <a:r>
              <a:rPr lang="en-US" sz="1600" dirty="0"/>
              <a:t>is the detailed description of the project work necessary to meet the requirements of the stakeholders. It obviously addresses what is included. However, by addressing what is excluded can significantly improve the clarity of the required work. </a:t>
            </a:r>
          </a:p>
          <a:p>
            <a:pPr algn="just"/>
            <a:r>
              <a:rPr lang="en-US" sz="1600" b="1" dirty="0"/>
              <a:t>Project costs </a:t>
            </a:r>
            <a:r>
              <a:rPr lang="en-US" sz="1600" dirty="0"/>
              <a:t>are the total funds needed to monetarily cover and complete a business transaction or work project. Project costs involve: direct costs and indirect costs</a:t>
            </a:r>
          </a:p>
          <a:p>
            <a:pPr lvl="1" algn="just"/>
            <a:r>
              <a:rPr lang="en-US" dirty="0">
                <a:solidFill>
                  <a:schemeClr val="accent2"/>
                </a:solidFill>
              </a:rPr>
              <a:t>Direct costs </a:t>
            </a:r>
            <a:r>
              <a:rPr lang="en-US" dirty="0"/>
              <a:t>are those directly involved with, and necessary in order to complete said project.</a:t>
            </a:r>
          </a:p>
          <a:p>
            <a:pPr lvl="1" algn="just"/>
            <a:r>
              <a:rPr lang="en-US" dirty="0">
                <a:solidFill>
                  <a:schemeClr val="accent2"/>
                </a:solidFill>
              </a:rPr>
              <a:t>Indirect cost </a:t>
            </a:r>
            <a:r>
              <a:rPr lang="en-US" dirty="0"/>
              <a:t>(which are not directly included) </a:t>
            </a:r>
          </a:p>
          <a:p>
            <a:pPr algn="just"/>
            <a:r>
              <a:rPr lang="en-US" sz="1600" b="1" dirty="0"/>
              <a:t>Project schedule </a:t>
            </a:r>
            <a:r>
              <a:rPr lang="en-US" sz="1600" dirty="0"/>
              <a:t>indicates what needs to be done, which resources must be utilized, and when the project is due. </a:t>
            </a:r>
          </a:p>
          <a:p>
            <a:pPr lvl="1" algn="just"/>
            <a:r>
              <a:rPr lang="en-US" dirty="0"/>
              <a:t>In short, it's a timetable that outlines start and end dates and milestones that must be met for the project to be completed on time</a:t>
            </a:r>
          </a:p>
          <a:p>
            <a:pPr algn="just"/>
            <a:r>
              <a:rPr lang="en-US" sz="1600" dirty="0"/>
              <a:t>In project management, customer satisfaction is part of project quality management and ensures that policies, objectives and responsibilities of the project satisfy all stakeholders involved. </a:t>
            </a:r>
          </a:p>
        </p:txBody>
      </p:sp>
    </p:spTree>
    <p:extLst>
      <p:ext uri="{BB962C8B-B14F-4D97-AF65-F5344CB8AC3E}">
        <p14:creationId xmlns:p14="http://schemas.microsoft.com/office/powerpoint/2010/main" val="11574281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ACD34716-388A-4BB2-9029-F35D3F89B2FE}"/>
              </a:ext>
            </a:extLst>
          </p:cNvPr>
          <p:cNvSpPr txBox="1">
            <a:spLocks/>
          </p:cNvSpPr>
          <p:nvPr/>
        </p:nvSpPr>
        <p:spPr>
          <a:xfrm>
            <a:off x="838200" y="190417"/>
            <a:ext cx="7704667" cy="1981200"/>
          </a:xfrm>
          <a:prstGeom prst="rect">
            <a:avLst/>
          </a:prstGeom>
        </p:spPr>
        <p:txBody>
          <a:bodyPr/>
          <a:lst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fontAlgn="auto">
              <a:spcAft>
                <a:spcPts val="0"/>
              </a:spcAft>
            </a:pPr>
            <a:endParaRPr lang="en-US" dirty="0">
              <a:latin typeface="Arial" panose="020B0604020202020204" pitchFamily="34" charset="0"/>
              <a:cs typeface="Arial" panose="020B0604020202020204" pitchFamily="34" charset="0"/>
            </a:endParaRPr>
          </a:p>
        </p:txBody>
      </p:sp>
      <p:pic>
        <p:nvPicPr>
          <p:cNvPr id="6" name="Picture 5">
            <a:extLst>
              <a:ext uri="{FF2B5EF4-FFF2-40B4-BE49-F238E27FC236}">
                <a16:creationId xmlns:a16="http://schemas.microsoft.com/office/drawing/2014/main" id="{23F1772B-D7BB-4E9D-80DE-22CCCB9277BD}"/>
              </a:ext>
            </a:extLst>
          </p:cNvPr>
          <p:cNvPicPr>
            <a:picLocks noChangeAspect="1"/>
          </p:cNvPicPr>
          <p:nvPr/>
        </p:nvPicPr>
        <p:blipFill>
          <a:blip r:embed="rId3"/>
          <a:stretch>
            <a:fillRect/>
          </a:stretch>
        </p:blipFill>
        <p:spPr>
          <a:xfrm>
            <a:off x="382357" y="190417"/>
            <a:ext cx="8342544" cy="6697080"/>
          </a:xfrm>
          <a:prstGeom prst="rect">
            <a:avLst/>
          </a:prstGeom>
        </p:spPr>
      </p:pic>
      <p:sp>
        <p:nvSpPr>
          <p:cNvPr id="10" name="Rectangle 9">
            <a:extLst>
              <a:ext uri="{FF2B5EF4-FFF2-40B4-BE49-F238E27FC236}">
                <a16:creationId xmlns:a16="http://schemas.microsoft.com/office/drawing/2014/main" id="{C2A822D0-238B-4673-9650-5F72EB3838D4}"/>
              </a:ext>
            </a:extLst>
          </p:cNvPr>
          <p:cNvSpPr/>
          <p:nvPr/>
        </p:nvSpPr>
        <p:spPr>
          <a:xfrm>
            <a:off x="419100" y="6324600"/>
            <a:ext cx="1485900" cy="533400"/>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PK"/>
          </a:p>
        </p:txBody>
      </p:sp>
    </p:spTree>
    <p:extLst>
      <p:ext uri="{BB962C8B-B14F-4D97-AF65-F5344CB8AC3E}">
        <p14:creationId xmlns:p14="http://schemas.microsoft.com/office/powerpoint/2010/main" val="29428905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ChangeArrowheads="1"/>
          </p:cNvSpPr>
          <p:nvPr/>
        </p:nvSpPr>
        <p:spPr bwMode="auto">
          <a:xfrm>
            <a:off x="1447800" y="2801937"/>
            <a:ext cx="6934200" cy="33070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34290" defTabSz="685800">
              <a:lnSpc>
                <a:spcPct val="90000"/>
              </a:lnSpc>
              <a:spcBef>
                <a:spcPts val="1050"/>
              </a:spcBef>
              <a:buClr>
                <a:schemeClr val="accent1"/>
              </a:buClr>
              <a:buSzPct val="80000"/>
              <a:buNone/>
            </a:pPr>
            <a:r>
              <a:rPr lang="en-US" altLang="en-US" sz="2100" b="1" dirty="0">
                <a:solidFill>
                  <a:schemeClr val="tx1">
                    <a:lumMod val="95000"/>
                    <a:lumOff val="5000"/>
                  </a:schemeClr>
                </a:solidFill>
                <a:latin typeface="+mn-lt"/>
              </a:rPr>
              <a:t>Time constraint may lead to less quality because of ?</a:t>
            </a:r>
          </a:p>
          <a:p>
            <a:pPr marL="291465" lvl="2" indent="-257175" defTabSz="685800">
              <a:lnSpc>
                <a:spcPct val="90000"/>
              </a:lnSpc>
              <a:spcBef>
                <a:spcPts val="1050"/>
              </a:spcBef>
              <a:buClr>
                <a:schemeClr val="accent1"/>
              </a:buClr>
              <a:buSzPct val="80000"/>
            </a:pPr>
            <a:r>
              <a:rPr lang="en-US" altLang="en-US" sz="2100" dirty="0">
                <a:solidFill>
                  <a:schemeClr val="tx1">
                    <a:lumMod val="95000"/>
                    <a:lumOff val="5000"/>
                  </a:schemeClr>
                </a:solidFill>
                <a:latin typeface="+mn-lt"/>
              </a:rPr>
              <a:t>less time for analysis,</a:t>
            </a:r>
          </a:p>
          <a:p>
            <a:pPr marL="291465" lvl="2" indent="-257175" defTabSz="685800">
              <a:lnSpc>
                <a:spcPct val="90000"/>
              </a:lnSpc>
              <a:spcBef>
                <a:spcPts val="1050"/>
              </a:spcBef>
              <a:buClr>
                <a:schemeClr val="accent1"/>
              </a:buClr>
              <a:buSzPct val="80000"/>
            </a:pPr>
            <a:r>
              <a:rPr lang="en-US" altLang="en-US" sz="2100" dirty="0">
                <a:solidFill>
                  <a:schemeClr val="tx1">
                    <a:lumMod val="95000"/>
                    <a:lumOff val="5000"/>
                  </a:schemeClr>
                </a:solidFill>
                <a:latin typeface="+mn-lt"/>
              </a:rPr>
              <a:t>less time for planning,</a:t>
            </a:r>
          </a:p>
          <a:p>
            <a:pPr marL="291465" lvl="2" indent="-257175" defTabSz="685800">
              <a:lnSpc>
                <a:spcPct val="90000"/>
              </a:lnSpc>
              <a:spcBef>
                <a:spcPts val="1050"/>
              </a:spcBef>
              <a:buClr>
                <a:schemeClr val="accent1"/>
              </a:buClr>
              <a:buSzPct val="80000"/>
            </a:pPr>
            <a:r>
              <a:rPr lang="en-US" altLang="en-US" sz="2100" dirty="0">
                <a:solidFill>
                  <a:schemeClr val="tx1">
                    <a:lumMod val="95000"/>
                    <a:lumOff val="5000"/>
                  </a:schemeClr>
                </a:solidFill>
                <a:latin typeface="+mn-lt"/>
              </a:rPr>
              <a:t>less time for reviewing, </a:t>
            </a:r>
          </a:p>
          <a:p>
            <a:pPr marL="291465" lvl="2" indent="-257175" defTabSz="685800">
              <a:lnSpc>
                <a:spcPct val="90000"/>
              </a:lnSpc>
              <a:spcBef>
                <a:spcPts val="1050"/>
              </a:spcBef>
              <a:buClr>
                <a:schemeClr val="accent1"/>
              </a:buClr>
              <a:buSzPct val="80000"/>
            </a:pPr>
            <a:r>
              <a:rPr lang="en-US" altLang="en-US" sz="2100" dirty="0">
                <a:solidFill>
                  <a:schemeClr val="tx1">
                    <a:lumMod val="95000"/>
                    <a:lumOff val="5000"/>
                  </a:schemeClr>
                </a:solidFill>
                <a:latin typeface="+mn-lt"/>
              </a:rPr>
              <a:t>less time for checking, </a:t>
            </a:r>
          </a:p>
          <a:p>
            <a:pPr marL="291465" lvl="2" indent="-257175" defTabSz="685800">
              <a:lnSpc>
                <a:spcPct val="90000"/>
              </a:lnSpc>
              <a:spcBef>
                <a:spcPts val="1050"/>
              </a:spcBef>
              <a:buClr>
                <a:schemeClr val="accent1"/>
              </a:buClr>
              <a:buSzPct val="80000"/>
            </a:pPr>
            <a:r>
              <a:rPr lang="en-US" altLang="en-US" sz="2100" dirty="0">
                <a:solidFill>
                  <a:schemeClr val="tx1">
                    <a:lumMod val="95000"/>
                    <a:lumOff val="5000"/>
                  </a:schemeClr>
                </a:solidFill>
                <a:latin typeface="+mn-lt"/>
              </a:rPr>
              <a:t>less time for monitoring,</a:t>
            </a:r>
          </a:p>
          <a:p>
            <a:pPr marL="291465" lvl="2" indent="-257175" defTabSz="685800">
              <a:lnSpc>
                <a:spcPct val="90000"/>
              </a:lnSpc>
              <a:spcBef>
                <a:spcPts val="1050"/>
              </a:spcBef>
              <a:buClr>
                <a:schemeClr val="accent1"/>
              </a:buClr>
              <a:buSzPct val="80000"/>
            </a:pPr>
            <a:r>
              <a:rPr lang="en-US" altLang="en-US" sz="2100" dirty="0">
                <a:solidFill>
                  <a:schemeClr val="tx1">
                    <a:lumMod val="95000"/>
                    <a:lumOff val="5000"/>
                  </a:schemeClr>
                </a:solidFill>
                <a:latin typeface="+mn-lt"/>
              </a:rPr>
              <a:t>less time for control,</a:t>
            </a:r>
            <a:br>
              <a:rPr lang="en-US" altLang="en-US" dirty="0"/>
            </a:br>
            <a:endParaRPr lang="en-US" altLang="en-US" dirty="0"/>
          </a:p>
        </p:txBody>
      </p:sp>
      <p:sp>
        <p:nvSpPr>
          <p:cNvPr id="5" name="Rectangle 4"/>
          <p:cNvSpPr txBox="1">
            <a:spLocks noChangeArrowheads="1"/>
          </p:cNvSpPr>
          <p:nvPr/>
        </p:nvSpPr>
        <p:spPr>
          <a:xfrm>
            <a:off x="555625" y="2057400"/>
            <a:ext cx="8203557" cy="457200"/>
          </a:xfrm>
          <a:prstGeom prst="rect">
            <a:avLst/>
          </a:prstGeom>
        </p:spPr>
        <p:txBody>
          <a:bodyPr/>
          <a:lstStyle>
            <a:lvl1pPr algn="l" rtl="0" eaLnBrk="1" latinLnBrk="0" hangingPunct="1">
              <a:spcBef>
                <a:spcPct val="0"/>
              </a:spcBef>
              <a:buNone/>
              <a:defRPr kumimoji="0" sz="4000" kern="1200" cap="none" spc="-100" baseline="0">
                <a:solidFill>
                  <a:schemeClr val="tx2">
                    <a:satMod val="200000"/>
                  </a:schemeClr>
                </a:solidFill>
                <a:latin typeface="+mj-lt"/>
                <a:ea typeface="+mj-ea"/>
                <a:cs typeface="+mj-cs"/>
              </a:defRPr>
            </a:lvl1pPr>
            <a:extLst/>
          </a:lstStyle>
          <a:p>
            <a:pPr defTabSz="685800">
              <a:lnSpc>
                <a:spcPct val="90000"/>
              </a:lnSpc>
              <a:defRPr/>
            </a:pPr>
            <a:r>
              <a:rPr lang="en-US" sz="3300" b="1" dirty="0">
                <a:solidFill>
                  <a:schemeClr val="accent1"/>
                </a:solidFill>
                <a:effectLst>
                  <a:outerShdw blurRad="38100" dist="38100" dir="2700000" algn="tl">
                    <a:srgbClr val="000000">
                      <a:alpha val="43137"/>
                    </a:srgbClr>
                  </a:outerShdw>
                </a:effectLst>
              </a:rPr>
              <a:t>Time Constraints</a:t>
            </a:r>
          </a:p>
        </p:txBody>
      </p:sp>
      <p:sp>
        <p:nvSpPr>
          <p:cNvPr id="4" name="Title 1">
            <a:extLst>
              <a:ext uri="{FF2B5EF4-FFF2-40B4-BE49-F238E27FC236}">
                <a16:creationId xmlns:a16="http://schemas.microsoft.com/office/drawing/2014/main" id="{B18B3834-17D2-4167-9599-0E2722BE7124}"/>
              </a:ext>
            </a:extLst>
          </p:cNvPr>
          <p:cNvSpPr txBox="1">
            <a:spLocks/>
          </p:cNvSpPr>
          <p:nvPr/>
        </p:nvSpPr>
        <p:spPr>
          <a:xfrm>
            <a:off x="858141" y="50800"/>
            <a:ext cx="7704667" cy="1981200"/>
          </a:xfrm>
          <a:prstGeom prst="rect">
            <a:avLst/>
          </a:prstGeom>
        </p:spPr>
        <p:txBody>
          <a:bodyPr/>
          <a:lst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fontAlgn="auto">
              <a:spcAft>
                <a:spcPts val="0"/>
              </a:spcAft>
            </a:pPr>
            <a:endParaRPr lang="en-US" dirty="0">
              <a:latin typeface="Arial" panose="020B0604020202020204" pitchFamily="34" charset="0"/>
              <a:cs typeface="Arial" panose="020B0604020202020204" pitchFamily="34" charset="0"/>
            </a:endParaRPr>
          </a:p>
        </p:txBody>
      </p:sp>
      <p:sp>
        <p:nvSpPr>
          <p:cNvPr id="2" name="Title 1">
            <a:extLst>
              <a:ext uri="{FF2B5EF4-FFF2-40B4-BE49-F238E27FC236}">
                <a16:creationId xmlns:a16="http://schemas.microsoft.com/office/drawing/2014/main" id="{7BB5F555-3F74-459B-89EF-B855B7008E37}"/>
              </a:ext>
            </a:extLst>
          </p:cNvPr>
          <p:cNvSpPr>
            <a:spLocks noGrp="1"/>
          </p:cNvSpPr>
          <p:nvPr>
            <p:ph type="title"/>
          </p:nvPr>
        </p:nvSpPr>
        <p:spPr>
          <a:xfrm>
            <a:off x="581192" y="687474"/>
            <a:ext cx="7989752" cy="1083329"/>
          </a:xfrm>
        </p:spPr>
        <p:txBody>
          <a:bodyPr/>
          <a:lstStyle/>
          <a:p>
            <a:r>
              <a:rPr lang="en-US" dirty="0"/>
              <a:t>Project Constraints</a:t>
            </a:r>
            <a:endParaRPr lang="en-PK" dirty="0"/>
          </a:p>
        </p:txBody>
      </p:sp>
    </p:spTree>
    <p:extLst>
      <p:ext uri="{BB962C8B-B14F-4D97-AF65-F5344CB8AC3E}">
        <p14:creationId xmlns:p14="http://schemas.microsoft.com/office/powerpoint/2010/main" val="23015326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3"/>
          <p:cNvSpPr>
            <a:spLocks noChangeArrowheads="1"/>
          </p:cNvSpPr>
          <p:nvPr/>
        </p:nvSpPr>
        <p:spPr bwMode="auto">
          <a:xfrm>
            <a:off x="1166149" y="3128593"/>
            <a:ext cx="7977851" cy="15788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100" b="1" dirty="0">
                <a:latin typeface="+mn-lt"/>
              </a:rPr>
              <a:t>Cost constraint may lead to less quality because of ?</a:t>
            </a:r>
          </a:p>
          <a:p>
            <a:pPr marL="342900" indent="-342900"/>
            <a:r>
              <a:rPr lang="en-US" altLang="en-US" sz="2100" dirty="0">
                <a:latin typeface="+mn-lt"/>
              </a:rPr>
              <a:t>Hiring less skilled people</a:t>
            </a:r>
          </a:p>
          <a:p>
            <a:pPr marL="342900" indent="-342900"/>
            <a:r>
              <a:rPr lang="en-US" altLang="en-US" sz="2100" dirty="0">
                <a:latin typeface="+mn-lt"/>
              </a:rPr>
              <a:t>Getting less quality resources (HW, SW)</a:t>
            </a:r>
          </a:p>
          <a:p>
            <a:pPr marL="342900" indent="-342900"/>
            <a:r>
              <a:rPr lang="en-US" altLang="en-US" sz="2100" dirty="0">
                <a:latin typeface="+mn-lt"/>
              </a:rPr>
              <a:t>Ignoring some customer requirements</a:t>
            </a:r>
          </a:p>
        </p:txBody>
      </p:sp>
      <p:sp>
        <p:nvSpPr>
          <p:cNvPr id="4" name="Rectangle 4"/>
          <p:cNvSpPr txBox="1">
            <a:spLocks noChangeArrowheads="1"/>
          </p:cNvSpPr>
          <p:nvPr/>
        </p:nvSpPr>
        <p:spPr>
          <a:xfrm>
            <a:off x="601133" y="2220728"/>
            <a:ext cx="8203557" cy="457200"/>
          </a:xfrm>
          <a:prstGeom prst="rect">
            <a:avLst/>
          </a:prstGeom>
        </p:spPr>
        <p:txBody>
          <a:bodyPr/>
          <a:lstStyle>
            <a:lvl1pPr algn="l" rtl="0" eaLnBrk="1" latinLnBrk="0" hangingPunct="1">
              <a:spcBef>
                <a:spcPct val="0"/>
              </a:spcBef>
              <a:buNone/>
              <a:defRPr kumimoji="0" sz="4000" kern="1200" cap="none" spc="-100" baseline="0">
                <a:solidFill>
                  <a:schemeClr val="tx2">
                    <a:satMod val="200000"/>
                  </a:schemeClr>
                </a:solidFill>
                <a:latin typeface="+mj-lt"/>
                <a:ea typeface="+mj-ea"/>
                <a:cs typeface="+mj-cs"/>
              </a:defRPr>
            </a:lvl1pPr>
            <a:extLst/>
          </a:lstStyle>
          <a:p>
            <a:pPr defTabSz="685800">
              <a:lnSpc>
                <a:spcPct val="90000"/>
              </a:lnSpc>
              <a:defRPr/>
            </a:pPr>
            <a:r>
              <a:rPr lang="en-US" sz="3300" b="1" dirty="0">
                <a:solidFill>
                  <a:schemeClr val="accent1"/>
                </a:solidFill>
                <a:effectLst>
                  <a:outerShdw blurRad="38100" dist="38100" dir="2700000" algn="tl">
                    <a:srgbClr val="000000">
                      <a:alpha val="43137"/>
                    </a:srgbClr>
                  </a:outerShdw>
                </a:effectLst>
              </a:rPr>
              <a:t>Cost Constraints</a:t>
            </a:r>
          </a:p>
        </p:txBody>
      </p:sp>
      <p:sp>
        <p:nvSpPr>
          <p:cNvPr id="5" name="Title 1">
            <a:extLst>
              <a:ext uri="{FF2B5EF4-FFF2-40B4-BE49-F238E27FC236}">
                <a16:creationId xmlns:a16="http://schemas.microsoft.com/office/drawing/2014/main" id="{634A2C10-9E27-428B-B964-DA6CB6C0E480}"/>
              </a:ext>
            </a:extLst>
          </p:cNvPr>
          <p:cNvSpPr txBox="1">
            <a:spLocks/>
          </p:cNvSpPr>
          <p:nvPr/>
        </p:nvSpPr>
        <p:spPr>
          <a:xfrm>
            <a:off x="838200" y="190417"/>
            <a:ext cx="7704667" cy="1981200"/>
          </a:xfrm>
          <a:prstGeom prst="rect">
            <a:avLst/>
          </a:prstGeom>
        </p:spPr>
        <p:txBody>
          <a:bodyPr/>
          <a:lst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fontAlgn="auto">
              <a:spcAft>
                <a:spcPts val="0"/>
              </a:spcAft>
            </a:pPr>
            <a:endParaRPr lang="en-US" dirty="0">
              <a:latin typeface="Arial" panose="020B0604020202020204" pitchFamily="34" charset="0"/>
              <a:cs typeface="Arial" panose="020B0604020202020204" pitchFamily="34" charset="0"/>
            </a:endParaRPr>
          </a:p>
        </p:txBody>
      </p:sp>
      <p:sp>
        <p:nvSpPr>
          <p:cNvPr id="2" name="Title 1">
            <a:extLst>
              <a:ext uri="{FF2B5EF4-FFF2-40B4-BE49-F238E27FC236}">
                <a16:creationId xmlns:a16="http://schemas.microsoft.com/office/drawing/2014/main" id="{7575FD39-38D0-4D5B-95D9-76130D3DDE8C}"/>
              </a:ext>
            </a:extLst>
          </p:cNvPr>
          <p:cNvSpPr>
            <a:spLocks noGrp="1"/>
          </p:cNvSpPr>
          <p:nvPr>
            <p:ph type="title"/>
          </p:nvPr>
        </p:nvSpPr>
        <p:spPr>
          <a:xfrm>
            <a:off x="581192" y="687474"/>
            <a:ext cx="7989752" cy="1083329"/>
          </a:xfrm>
        </p:spPr>
        <p:txBody>
          <a:bodyPr/>
          <a:lstStyle/>
          <a:p>
            <a:r>
              <a:rPr lang="en-US" dirty="0"/>
              <a:t>Project Constraints</a:t>
            </a:r>
            <a:endParaRPr lang="en-PK" dirty="0"/>
          </a:p>
        </p:txBody>
      </p:sp>
    </p:spTree>
    <p:extLst>
      <p:ext uri="{BB962C8B-B14F-4D97-AF65-F5344CB8AC3E}">
        <p14:creationId xmlns:p14="http://schemas.microsoft.com/office/powerpoint/2010/main" val="15124553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4"/>
          <p:cNvSpPr>
            <a:spLocks noChangeArrowheads="1"/>
          </p:cNvSpPr>
          <p:nvPr/>
        </p:nvSpPr>
        <p:spPr bwMode="auto">
          <a:xfrm>
            <a:off x="1122746" y="2833452"/>
            <a:ext cx="7448168" cy="15142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buFontTx/>
              <a:buNone/>
            </a:pPr>
            <a:r>
              <a:rPr lang="en-US" altLang="en-US" sz="2100" b="1" dirty="0">
                <a:latin typeface="+mn-lt"/>
              </a:rPr>
              <a:t>Scope limitations may lead to lower quality because of?</a:t>
            </a:r>
          </a:p>
          <a:p>
            <a:pPr marL="342900" indent="-342900" algn="just"/>
            <a:r>
              <a:rPr lang="en-US" altLang="en-US" sz="2100" dirty="0">
                <a:latin typeface="+mn-lt"/>
              </a:rPr>
              <a:t>Scope limitations may lead to ignoring some customer requirements</a:t>
            </a:r>
          </a:p>
          <a:p>
            <a:pPr marL="342900" indent="-342900" algn="just"/>
            <a:r>
              <a:rPr lang="en-US" altLang="en-US" sz="2100" dirty="0">
                <a:latin typeface="+mn-lt"/>
              </a:rPr>
              <a:t>Shortcuts</a:t>
            </a:r>
          </a:p>
        </p:txBody>
      </p:sp>
      <p:sp>
        <p:nvSpPr>
          <p:cNvPr id="4" name="Rectangle 4"/>
          <p:cNvSpPr txBox="1">
            <a:spLocks noChangeArrowheads="1"/>
          </p:cNvSpPr>
          <p:nvPr/>
        </p:nvSpPr>
        <p:spPr>
          <a:xfrm>
            <a:off x="915043" y="2017511"/>
            <a:ext cx="8203557" cy="457200"/>
          </a:xfrm>
          <a:prstGeom prst="rect">
            <a:avLst/>
          </a:prstGeom>
        </p:spPr>
        <p:txBody>
          <a:bodyPr/>
          <a:lstStyle>
            <a:lvl1pPr algn="l" rtl="0" eaLnBrk="1" latinLnBrk="0" hangingPunct="1">
              <a:spcBef>
                <a:spcPct val="0"/>
              </a:spcBef>
              <a:buNone/>
              <a:defRPr kumimoji="0" sz="4000" kern="1200" cap="none" spc="-100" baseline="0">
                <a:solidFill>
                  <a:schemeClr val="tx2">
                    <a:satMod val="200000"/>
                  </a:schemeClr>
                </a:solidFill>
                <a:latin typeface="+mj-lt"/>
                <a:ea typeface="+mj-ea"/>
                <a:cs typeface="+mj-cs"/>
              </a:defRPr>
            </a:lvl1pPr>
            <a:extLst/>
          </a:lstStyle>
          <a:p>
            <a:pPr defTabSz="685800">
              <a:lnSpc>
                <a:spcPct val="90000"/>
              </a:lnSpc>
              <a:defRPr/>
            </a:pPr>
            <a:r>
              <a:rPr lang="en-US" sz="3300" b="1" dirty="0">
                <a:solidFill>
                  <a:schemeClr val="accent1"/>
                </a:solidFill>
                <a:effectLst>
                  <a:outerShdw blurRad="38100" dist="38100" dir="2700000" algn="tl">
                    <a:srgbClr val="000000">
                      <a:alpha val="43137"/>
                    </a:srgbClr>
                  </a:outerShdw>
                </a:effectLst>
              </a:rPr>
              <a:t>Scope Constraints</a:t>
            </a:r>
          </a:p>
        </p:txBody>
      </p:sp>
      <p:sp>
        <p:nvSpPr>
          <p:cNvPr id="6" name="Title 1">
            <a:extLst>
              <a:ext uri="{FF2B5EF4-FFF2-40B4-BE49-F238E27FC236}">
                <a16:creationId xmlns:a16="http://schemas.microsoft.com/office/drawing/2014/main" id="{908D98D9-CF29-462A-A28B-82E90E06CAA7}"/>
              </a:ext>
            </a:extLst>
          </p:cNvPr>
          <p:cNvSpPr txBox="1">
            <a:spLocks/>
          </p:cNvSpPr>
          <p:nvPr/>
        </p:nvSpPr>
        <p:spPr>
          <a:xfrm>
            <a:off x="838200" y="190417"/>
            <a:ext cx="7704667" cy="1981200"/>
          </a:xfrm>
          <a:prstGeom prst="rect">
            <a:avLst/>
          </a:prstGeom>
        </p:spPr>
        <p:txBody>
          <a:bodyPr/>
          <a:lst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fontAlgn="auto">
              <a:spcAft>
                <a:spcPts val="0"/>
              </a:spcAft>
            </a:pPr>
            <a:endParaRPr lang="en-US" dirty="0">
              <a:latin typeface="Arial" panose="020B0604020202020204" pitchFamily="34" charset="0"/>
              <a:cs typeface="Arial" panose="020B0604020202020204" pitchFamily="34" charset="0"/>
            </a:endParaRPr>
          </a:p>
        </p:txBody>
      </p:sp>
      <p:sp>
        <p:nvSpPr>
          <p:cNvPr id="2" name="Title 1">
            <a:extLst>
              <a:ext uri="{FF2B5EF4-FFF2-40B4-BE49-F238E27FC236}">
                <a16:creationId xmlns:a16="http://schemas.microsoft.com/office/drawing/2014/main" id="{819348C8-7B74-49FD-8862-B08965AC954C}"/>
              </a:ext>
            </a:extLst>
          </p:cNvPr>
          <p:cNvSpPr>
            <a:spLocks noGrp="1"/>
          </p:cNvSpPr>
          <p:nvPr>
            <p:ph type="title"/>
          </p:nvPr>
        </p:nvSpPr>
        <p:spPr>
          <a:xfrm>
            <a:off x="581192" y="687474"/>
            <a:ext cx="7989752" cy="1083329"/>
          </a:xfrm>
        </p:spPr>
        <p:txBody>
          <a:bodyPr/>
          <a:lstStyle/>
          <a:p>
            <a:r>
              <a:rPr lang="en-US" dirty="0"/>
              <a:t>Project Constraints</a:t>
            </a:r>
            <a:endParaRPr lang="en-PK" dirty="0"/>
          </a:p>
        </p:txBody>
      </p:sp>
    </p:spTree>
    <p:extLst>
      <p:ext uri="{BB962C8B-B14F-4D97-AF65-F5344CB8AC3E}">
        <p14:creationId xmlns:p14="http://schemas.microsoft.com/office/powerpoint/2010/main" val="11471333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Screen Clipping"/>
          <p:cNvPicPr>
            <a:picLocks noChangeAspect="1"/>
          </p:cNvPicPr>
          <p:nvPr/>
        </p:nvPicPr>
        <p:blipFill rotWithShape="1">
          <a:blip r:embed="rId2">
            <a:extLst>
              <a:ext uri="{BEBA8EAE-BF5A-486C-A8C5-ECC9F3942E4B}">
                <a14:imgProps xmlns:a14="http://schemas.microsoft.com/office/drawing/2010/main">
                  <a14:imgLayer r:embed="rId3">
                    <a14:imgEffect>
                      <a14:colorTemperature colorTemp="11200"/>
                    </a14:imgEffect>
                  </a14:imgLayer>
                </a14:imgProps>
              </a:ext>
              <a:ext uri="{28A0092B-C50C-407E-A947-70E740481C1C}">
                <a14:useLocalDpi xmlns:a14="http://schemas.microsoft.com/office/drawing/2010/main" val="0"/>
              </a:ext>
            </a:extLst>
          </a:blip>
          <a:srcRect r="1783"/>
          <a:stretch/>
        </p:blipFill>
        <p:spPr>
          <a:xfrm>
            <a:off x="253951" y="1981200"/>
            <a:ext cx="8636098" cy="4300073"/>
          </a:xfrm>
          <a:prstGeom prst="rect">
            <a:avLst/>
          </a:prstGeom>
        </p:spPr>
      </p:pic>
      <p:sp>
        <p:nvSpPr>
          <p:cNvPr id="4" name="Title 1">
            <a:extLst>
              <a:ext uri="{FF2B5EF4-FFF2-40B4-BE49-F238E27FC236}">
                <a16:creationId xmlns:a16="http://schemas.microsoft.com/office/drawing/2014/main" id="{ACD34716-388A-4BB2-9029-F35D3F89B2FE}"/>
              </a:ext>
            </a:extLst>
          </p:cNvPr>
          <p:cNvSpPr txBox="1">
            <a:spLocks/>
          </p:cNvSpPr>
          <p:nvPr/>
        </p:nvSpPr>
        <p:spPr>
          <a:xfrm>
            <a:off x="838200" y="190417"/>
            <a:ext cx="7704667" cy="1981200"/>
          </a:xfrm>
          <a:prstGeom prst="rect">
            <a:avLst/>
          </a:prstGeom>
        </p:spPr>
        <p:txBody>
          <a:bodyPr/>
          <a:lst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fontAlgn="auto">
              <a:spcAft>
                <a:spcPts val="0"/>
              </a:spcAft>
            </a:pPr>
            <a:endParaRPr lang="en-US" dirty="0">
              <a:latin typeface="Arial" panose="020B0604020202020204" pitchFamily="34" charset="0"/>
              <a:cs typeface="Arial" panose="020B0604020202020204" pitchFamily="34" charset="0"/>
            </a:endParaRPr>
          </a:p>
        </p:txBody>
      </p:sp>
      <p:sp>
        <p:nvSpPr>
          <p:cNvPr id="2" name="Title 1">
            <a:extLst>
              <a:ext uri="{FF2B5EF4-FFF2-40B4-BE49-F238E27FC236}">
                <a16:creationId xmlns:a16="http://schemas.microsoft.com/office/drawing/2014/main" id="{4588EBB9-2362-4D86-BFAA-B805329D1686}"/>
              </a:ext>
            </a:extLst>
          </p:cNvPr>
          <p:cNvSpPr>
            <a:spLocks noGrp="1"/>
          </p:cNvSpPr>
          <p:nvPr>
            <p:ph type="title"/>
          </p:nvPr>
        </p:nvSpPr>
        <p:spPr>
          <a:xfrm>
            <a:off x="581192" y="687474"/>
            <a:ext cx="7989752" cy="1083329"/>
          </a:xfrm>
        </p:spPr>
        <p:txBody>
          <a:bodyPr/>
          <a:lstStyle/>
          <a:p>
            <a:r>
              <a:rPr lang="en-US" dirty="0"/>
              <a:t>Project Constraints</a:t>
            </a:r>
            <a:endParaRPr lang="en-PK" dirty="0"/>
          </a:p>
        </p:txBody>
      </p:sp>
    </p:spTree>
    <p:extLst>
      <p:ext uri="{BB962C8B-B14F-4D97-AF65-F5344CB8AC3E}">
        <p14:creationId xmlns:p14="http://schemas.microsoft.com/office/powerpoint/2010/main" val="367641436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4" name="Rectangle 4"/>
          <p:cNvSpPr>
            <a:spLocks noGrp="1" noChangeArrowheads="1"/>
          </p:cNvSpPr>
          <p:nvPr>
            <p:ph type="title"/>
          </p:nvPr>
        </p:nvSpPr>
        <p:spPr>
          <a:xfrm>
            <a:off x="581192" y="687474"/>
            <a:ext cx="7989752" cy="1083329"/>
          </a:xfrm>
        </p:spPr>
        <p:txBody>
          <a:bodyPr>
            <a:noAutofit/>
          </a:bodyPr>
          <a:lstStyle/>
          <a:p>
            <a:r>
              <a:rPr lang="en-US" dirty="0"/>
              <a:t>Quadruple Constraint</a:t>
            </a:r>
          </a:p>
        </p:txBody>
      </p:sp>
      <p:sp>
        <p:nvSpPr>
          <p:cNvPr id="21509" name="Text Box 7"/>
          <p:cNvSpPr txBox="1">
            <a:spLocks noChangeArrowheads="1"/>
          </p:cNvSpPr>
          <p:nvPr/>
        </p:nvSpPr>
        <p:spPr bwMode="auto">
          <a:xfrm>
            <a:off x="4596597" y="5229449"/>
            <a:ext cx="1028700"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pPr>
            <a:r>
              <a:rPr lang="en-US" altLang="en-US" sz="2100"/>
              <a:t>Cost</a:t>
            </a:r>
          </a:p>
        </p:txBody>
      </p:sp>
      <p:sp>
        <p:nvSpPr>
          <p:cNvPr id="21517" name="Rectangle 1"/>
          <p:cNvSpPr>
            <a:spLocks noChangeArrowheads="1"/>
          </p:cNvSpPr>
          <p:nvPr/>
        </p:nvSpPr>
        <p:spPr bwMode="auto">
          <a:xfrm>
            <a:off x="581025" y="2971800"/>
            <a:ext cx="3200400" cy="219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just" eaLnBrk="1" hangingPunct="1">
              <a:buFontTx/>
              <a:buNone/>
            </a:pPr>
            <a:r>
              <a:rPr lang="en-US" altLang="en-US" sz="1800" dirty="0">
                <a:latin typeface="+mn-lt"/>
                <a:cs typeface="Times New Roman" panose="02020603050405020304" pitchFamily="18" charset="0"/>
              </a:rPr>
              <a:t>Quality is a key factor for projects success. We may add Quality as a 4</a:t>
            </a:r>
            <a:r>
              <a:rPr lang="en-US" altLang="en-US" sz="1800" baseline="30000" dirty="0">
                <a:latin typeface="+mn-lt"/>
                <a:cs typeface="Times New Roman" panose="02020603050405020304" pitchFamily="18" charset="0"/>
              </a:rPr>
              <a:t>th</a:t>
            </a:r>
            <a:r>
              <a:rPr lang="en-US" altLang="en-US" sz="1800" dirty="0">
                <a:latin typeface="+mn-lt"/>
                <a:cs typeface="Times New Roman" panose="02020603050405020304" pitchFamily="18" charset="0"/>
              </a:rPr>
              <a:t> constraint:</a:t>
            </a:r>
            <a:br>
              <a:rPr lang="en-US" altLang="en-US" sz="1800" dirty="0">
                <a:latin typeface="+mn-lt"/>
                <a:cs typeface="Times New Roman" panose="02020603050405020304" pitchFamily="18" charset="0"/>
              </a:rPr>
            </a:br>
            <a:endParaRPr lang="en-US" altLang="en-US" sz="1800" dirty="0">
              <a:latin typeface="+mn-lt"/>
              <a:cs typeface="Times New Roman" panose="02020603050405020304" pitchFamily="18" charset="0"/>
            </a:endParaRPr>
          </a:p>
          <a:p>
            <a:pPr algn="ctr" eaLnBrk="1" hangingPunct="1">
              <a:buFontTx/>
              <a:buNone/>
            </a:pPr>
            <a:r>
              <a:rPr lang="en-US" altLang="en-US" sz="1800" dirty="0">
                <a:latin typeface="+mn-lt"/>
                <a:cs typeface="Times New Roman" panose="02020603050405020304" pitchFamily="18" charset="0"/>
              </a:rPr>
              <a:t>The </a:t>
            </a:r>
            <a:r>
              <a:rPr lang="en-US" altLang="en-US" sz="1800" b="1" dirty="0">
                <a:latin typeface="+mn-lt"/>
                <a:cs typeface="Times New Roman" panose="02020603050405020304" pitchFamily="18" charset="0"/>
              </a:rPr>
              <a:t>Quadruple </a:t>
            </a:r>
            <a:r>
              <a:rPr lang="en-US" altLang="en-US" sz="1800" dirty="0">
                <a:latin typeface="+mn-lt"/>
                <a:cs typeface="Times New Roman" panose="02020603050405020304" pitchFamily="18" charset="0"/>
              </a:rPr>
              <a:t>constraint </a:t>
            </a:r>
            <a:r>
              <a:rPr lang="en-US" altLang="en-US" sz="1800" b="1" dirty="0">
                <a:latin typeface="+mn-lt"/>
                <a:cs typeface="Times New Roman" panose="02020603050405020304" pitchFamily="18" charset="0"/>
              </a:rPr>
              <a:t>=</a:t>
            </a:r>
          </a:p>
          <a:p>
            <a:pPr algn="ctr" eaLnBrk="1" hangingPunct="1">
              <a:buFontTx/>
              <a:buNone/>
            </a:pPr>
            <a:r>
              <a:rPr lang="en-US" altLang="en-US" sz="1800" dirty="0">
                <a:latin typeface="+mn-lt"/>
                <a:cs typeface="Times New Roman" panose="02020603050405020304" pitchFamily="18" charset="0"/>
              </a:rPr>
              <a:t>The </a:t>
            </a:r>
            <a:r>
              <a:rPr lang="en-US" altLang="en-US" sz="1800" b="1" dirty="0">
                <a:latin typeface="+mn-lt"/>
                <a:cs typeface="Times New Roman" panose="02020603050405020304" pitchFamily="18" charset="0"/>
              </a:rPr>
              <a:t>Triple </a:t>
            </a:r>
            <a:r>
              <a:rPr lang="en-US" altLang="en-US" sz="1800" dirty="0">
                <a:latin typeface="+mn-lt"/>
                <a:cs typeface="Times New Roman" panose="02020603050405020304" pitchFamily="18" charset="0"/>
              </a:rPr>
              <a:t>constraint </a:t>
            </a:r>
            <a:r>
              <a:rPr lang="en-US" altLang="en-US" sz="1800" b="1" dirty="0">
                <a:latin typeface="+mn-lt"/>
                <a:cs typeface="Times New Roman" panose="02020603050405020304" pitchFamily="18" charset="0"/>
              </a:rPr>
              <a:t>+</a:t>
            </a:r>
          </a:p>
          <a:p>
            <a:pPr algn="ctr" eaLnBrk="1" hangingPunct="1">
              <a:buFontTx/>
              <a:buNone/>
            </a:pPr>
            <a:r>
              <a:rPr lang="en-US" altLang="en-US" sz="1800" b="1" dirty="0">
                <a:latin typeface="+mn-lt"/>
                <a:cs typeface="Times New Roman" panose="02020603050405020304" pitchFamily="18" charset="0"/>
              </a:rPr>
              <a:t>Quality </a:t>
            </a:r>
            <a:r>
              <a:rPr lang="en-US" altLang="en-US" sz="1800" dirty="0">
                <a:latin typeface="+mn-lt"/>
                <a:cs typeface="Times New Roman" panose="02020603050405020304" pitchFamily="18" charset="0"/>
              </a:rPr>
              <a:t>constraint</a:t>
            </a:r>
          </a:p>
        </p:txBody>
      </p:sp>
      <p:pic>
        <p:nvPicPr>
          <p:cNvPr id="7" name="Picture 6">
            <a:extLst>
              <a:ext uri="{FF2B5EF4-FFF2-40B4-BE49-F238E27FC236}">
                <a16:creationId xmlns:a16="http://schemas.microsoft.com/office/drawing/2014/main" id="{1E61B650-5392-4C07-B9E0-117FFC9D946D}"/>
              </a:ext>
            </a:extLst>
          </p:cNvPr>
          <p:cNvPicPr>
            <a:picLocks noChangeAspect="1"/>
          </p:cNvPicPr>
          <p:nvPr/>
        </p:nvPicPr>
        <p:blipFill>
          <a:blip r:embed="rId2"/>
          <a:stretch>
            <a:fillRect/>
          </a:stretch>
        </p:blipFill>
        <p:spPr>
          <a:xfrm>
            <a:off x="4267200" y="2083254"/>
            <a:ext cx="4728385" cy="4317546"/>
          </a:xfrm>
          <a:prstGeom prst="rect">
            <a:avLst/>
          </a:prstGeom>
        </p:spPr>
      </p:pic>
    </p:spTree>
    <p:extLst>
      <p:ext uri="{BB962C8B-B14F-4D97-AF65-F5344CB8AC3E}">
        <p14:creationId xmlns:p14="http://schemas.microsoft.com/office/powerpoint/2010/main" val="9474910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Rectangle 2"/>
          <p:cNvSpPr>
            <a:spLocks noGrp="1" noChangeArrowheads="1"/>
          </p:cNvSpPr>
          <p:nvPr>
            <p:ph type="title"/>
          </p:nvPr>
        </p:nvSpPr>
        <p:spPr/>
        <p:txBody>
          <a:bodyPr/>
          <a:lstStyle/>
          <a:p>
            <a:pPr eaLnBrk="1" hangingPunct="1"/>
            <a:r>
              <a:rPr lang="en-US" altLang="en-US">
                <a:latin typeface="Arial" panose="020B0604020202020204" pitchFamily="34" charset="0"/>
              </a:rPr>
              <a:t>What is Project Management?</a:t>
            </a:r>
          </a:p>
        </p:txBody>
      </p:sp>
      <p:sp>
        <p:nvSpPr>
          <p:cNvPr id="22532" name="Rectangle 3"/>
          <p:cNvSpPr>
            <a:spLocks noGrp="1" noChangeArrowheads="1"/>
          </p:cNvSpPr>
          <p:nvPr>
            <p:ph idx="1"/>
          </p:nvPr>
        </p:nvSpPr>
        <p:spPr>
          <a:xfrm>
            <a:off x="381000" y="1600200"/>
            <a:ext cx="8077200" cy="4114800"/>
          </a:xfrm>
        </p:spPr>
        <p:txBody>
          <a:bodyPr/>
          <a:lstStyle/>
          <a:p>
            <a:pPr algn="just" eaLnBrk="1" hangingPunct="1">
              <a:spcBef>
                <a:spcPts val="0"/>
              </a:spcBef>
            </a:pPr>
            <a:r>
              <a:rPr lang="en-US" altLang="en-US" b="1" dirty="0">
                <a:latin typeface="Arial" panose="020B0604020202020204" pitchFamily="34" charset="0"/>
              </a:rPr>
              <a:t>Project management </a:t>
            </a:r>
            <a:r>
              <a:rPr lang="en-US" altLang="en-US" dirty="0">
                <a:latin typeface="Arial" panose="020B0604020202020204" pitchFamily="34" charset="0"/>
              </a:rPr>
              <a:t>is</a:t>
            </a:r>
            <a:r>
              <a:rPr lang="en-US" altLang="en-US" b="1" dirty="0">
                <a:latin typeface="Arial" panose="020B0604020202020204" pitchFamily="34" charset="0"/>
              </a:rPr>
              <a:t> </a:t>
            </a:r>
            <a:r>
              <a:rPr lang="en-US" altLang="en-US" dirty="0">
                <a:latin typeface="Arial" panose="020B0604020202020204" pitchFamily="34" charset="0"/>
              </a:rPr>
              <a:t>“the application of knowledge, skills, tools and techniques to project activities to meet project requirements” </a:t>
            </a:r>
          </a:p>
          <a:p>
            <a:pPr marL="0" indent="0" algn="r" eaLnBrk="1" hangingPunct="1">
              <a:spcBef>
                <a:spcPts val="0"/>
              </a:spcBef>
              <a:buNone/>
            </a:pPr>
            <a:r>
              <a:rPr lang="en-US" altLang="en-US" sz="1800" dirty="0">
                <a:latin typeface="Arial" panose="020B0604020202020204" pitchFamily="34" charset="0"/>
              </a:rPr>
              <a:t>(PMBOK</a:t>
            </a:r>
            <a:r>
              <a:rPr lang="en-US" altLang="en-US" sz="1800" dirty="0">
                <a:latin typeface="Arial" panose="020B0604020202020204" pitchFamily="34" charset="0"/>
                <a:cs typeface="Times New Roman" panose="02020603050405020304" pitchFamily="18" charset="0"/>
              </a:rPr>
              <a:t>®</a:t>
            </a:r>
            <a:r>
              <a:rPr lang="en-US" altLang="en-US" sz="1800" dirty="0">
                <a:latin typeface="Arial" panose="020B0604020202020204" pitchFamily="34" charset="0"/>
              </a:rPr>
              <a:t> Guide, Third Edition, 2004, p. 8)</a:t>
            </a:r>
          </a:p>
          <a:p>
            <a:pPr algn="just" eaLnBrk="1" hangingPunct="1">
              <a:spcBef>
                <a:spcPct val="100000"/>
              </a:spcBef>
            </a:pPr>
            <a:r>
              <a:rPr lang="en-US" altLang="en-US" dirty="0">
                <a:latin typeface="Arial" panose="020B0604020202020204" pitchFamily="34" charset="0"/>
              </a:rPr>
              <a:t>Project managers strive to meet the </a:t>
            </a:r>
            <a:r>
              <a:rPr lang="en-US" altLang="en-US" b="1" dirty="0">
                <a:latin typeface="Arial" panose="020B0604020202020204" pitchFamily="34" charset="0"/>
              </a:rPr>
              <a:t>triple constraint </a:t>
            </a:r>
            <a:r>
              <a:rPr lang="en-US" altLang="en-US" dirty="0">
                <a:latin typeface="Arial" panose="020B0604020202020204" pitchFamily="34" charset="0"/>
              </a:rPr>
              <a:t>by balancing project scope, time, and cost goals</a:t>
            </a:r>
          </a:p>
        </p:txBody>
      </p:sp>
      <p:sp>
        <p:nvSpPr>
          <p:cNvPr id="22533" name="Footer Placeholder 5"/>
          <p:cNvSpPr txBox="1">
            <a:spLocks noGrp="1"/>
          </p:cNvSpPr>
          <p:nvPr/>
        </p:nvSpPr>
        <p:spPr bwMode="auto">
          <a:xfrm>
            <a:off x="1524000" y="6400800"/>
            <a:ext cx="6248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2200">
                <a:solidFill>
                  <a:schemeClr val="tx1"/>
                </a:solidFill>
                <a:latin typeface="Arial" panose="020B0604020202020204" pitchFamily="34" charset="0"/>
              </a:defRPr>
            </a:lvl1pPr>
            <a:lvl2pPr marL="742950" indent="-285750" eaLnBrk="0" hangingPunct="0">
              <a:defRPr sz="2200">
                <a:solidFill>
                  <a:schemeClr val="tx1"/>
                </a:solidFill>
                <a:latin typeface="Arial" panose="020B0604020202020204" pitchFamily="34" charset="0"/>
              </a:defRPr>
            </a:lvl2pPr>
            <a:lvl3pPr marL="1143000" indent="-228600" eaLnBrk="0" hangingPunct="0">
              <a:defRPr sz="2200">
                <a:solidFill>
                  <a:schemeClr val="tx1"/>
                </a:solidFill>
                <a:latin typeface="Arial" panose="020B0604020202020204" pitchFamily="34" charset="0"/>
              </a:defRPr>
            </a:lvl3pPr>
            <a:lvl4pPr marL="1600200" indent="-228600" eaLnBrk="0" hangingPunct="0">
              <a:defRPr sz="2200">
                <a:solidFill>
                  <a:schemeClr val="tx1"/>
                </a:solidFill>
                <a:latin typeface="Arial" panose="020B0604020202020204" pitchFamily="34" charset="0"/>
              </a:defRPr>
            </a:lvl4pPr>
            <a:lvl5pPr marL="2057400" indent="-228600" eaLnBrk="0" hangingPunct="0">
              <a:defRPr sz="2200">
                <a:solidFill>
                  <a:schemeClr val="tx1"/>
                </a:solidFill>
                <a:latin typeface="Arial" panose="020B0604020202020204" pitchFamily="34" charset="0"/>
              </a:defRPr>
            </a:lvl5pPr>
            <a:lvl6pPr marL="2514600" indent="-228600" eaLnBrk="0" fontAlgn="base" hangingPunct="0">
              <a:spcBef>
                <a:spcPct val="0"/>
              </a:spcBef>
              <a:spcAft>
                <a:spcPct val="0"/>
              </a:spcAft>
              <a:defRPr sz="2200">
                <a:solidFill>
                  <a:schemeClr val="tx1"/>
                </a:solidFill>
                <a:latin typeface="Arial" panose="020B0604020202020204" pitchFamily="34" charset="0"/>
              </a:defRPr>
            </a:lvl6pPr>
            <a:lvl7pPr marL="2971800" indent="-228600" eaLnBrk="0" fontAlgn="base" hangingPunct="0">
              <a:spcBef>
                <a:spcPct val="0"/>
              </a:spcBef>
              <a:spcAft>
                <a:spcPct val="0"/>
              </a:spcAft>
              <a:defRPr sz="2200">
                <a:solidFill>
                  <a:schemeClr val="tx1"/>
                </a:solidFill>
                <a:latin typeface="Arial" panose="020B0604020202020204" pitchFamily="34" charset="0"/>
              </a:defRPr>
            </a:lvl7pPr>
            <a:lvl8pPr marL="3429000" indent="-228600" eaLnBrk="0" fontAlgn="base" hangingPunct="0">
              <a:spcBef>
                <a:spcPct val="0"/>
              </a:spcBef>
              <a:spcAft>
                <a:spcPct val="0"/>
              </a:spcAft>
              <a:defRPr sz="2200">
                <a:solidFill>
                  <a:schemeClr val="tx1"/>
                </a:solidFill>
                <a:latin typeface="Arial" panose="020B0604020202020204" pitchFamily="34" charset="0"/>
              </a:defRPr>
            </a:lvl8pPr>
            <a:lvl9pPr marL="3886200" indent="-228600" eaLnBrk="0" fontAlgn="base" hangingPunct="0">
              <a:spcBef>
                <a:spcPct val="0"/>
              </a:spcBef>
              <a:spcAft>
                <a:spcPct val="0"/>
              </a:spcAft>
              <a:defRPr sz="2200">
                <a:solidFill>
                  <a:schemeClr val="tx1"/>
                </a:solidFill>
                <a:latin typeface="Arial" panose="020B0604020202020204" pitchFamily="34" charset="0"/>
              </a:defRPr>
            </a:lvl9pPr>
          </a:lstStyle>
          <a:p>
            <a:pPr eaLnBrk="1" hangingPunct="1">
              <a:lnSpc>
                <a:spcPct val="90000"/>
              </a:lnSpc>
              <a:spcBef>
                <a:spcPct val="20000"/>
              </a:spcBef>
            </a:pPr>
            <a:endParaRPr lang="en-US" altLang="en-US" sz="1400">
              <a:solidFill>
                <a:schemeClr val="tx2"/>
              </a:solidFill>
              <a:latin typeface="Times New Roman" panose="02020603050405020304"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B637AD-699A-476D-97DB-E5D5B4F67AB1}"/>
              </a:ext>
            </a:extLst>
          </p:cNvPr>
          <p:cNvSpPr>
            <a:spLocks noGrp="1"/>
          </p:cNvSpPr>
          <p:nvPr>
            <p:ph type="title"/>
          </p:nvPr>
        </p:nvSpPr>
        <p:spPr>
          <a:xfrm>
            <a:off x="581192" y="687474"/>
            <a:ext cx="7989752" cy="1083329"/>
          </a:xfrm>
        </p:spPr>
        <p:txBody>
          <a:bodyPr/>
          <a:lstStyle/>
          <a:p>
            <a:r>
              <a:rPr lang="en-US" dirty="0"/>
              <a:t>Software Project Management</a:t>
            </a:r>
          </a:p>
        </p:txBody>
      </p:sp>
      <p:sp>
        <p:nvSpPr>
          <p:cNvPr id="3" name="Content Placeholder 2">
            <a:extLst>
              <a:ext uri="{FF2B5EF4-FFF2-40B4-BE49-F238E27FC236}">
                <a16:creationId xmlns:a16="http://schemas.microsoft.com/office/drawing/2014/main" id="{9765DE1C-804B-40EC-892F-13BE79198161}"/>
              </a:ext>
            </a:extLst>
          </p:cNvPr>
          <p:cNvSpPr>
            <a:spLocks noGrp="1"/>
          </p:cNvSpPr>
          <p:nvPr>
            <p:ph idx="1"/>
          </p:nvPr>
        </p:nvSpPr>
        <p:spPr>
          <a:xfrm>
            <a:off x="581192" y="2228003"/>
            <a:ext cx="7989752" cy="3630795"/>
          </a:xfrm>
        </p:spPr>
        <p:txBody>
          <a:bodyPr/>
          <a:lstStyle/>
          <a:p>
            <a:pPr algn="just"/>
            <a:r>
              <a:rPr lang="en-US" dirty="0"/>
              <a:t>Software project management is a specialized discipline within the realm of project management that focuses on planning, executing, monitoring, controlling, and closing software development projects.  It encompasses the systematic management of resources, budget and time to ensure the successful completion of a software project</a:t>
            </a:r>
          </a:p>
        </p:txBody>
      </p:sp>
    </p:spTree>
    <p:extLst>
      <p:ext uri="{BB962C8B-B14F-4D97-AF65-F5344CB8AC3E}">
        <p14:creationId xmlns:p14="http://schemas.microsoft.com/office/powerpoint/2010/main" val="333945486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1192" y="687474"/>
            <a:ext cx="7989752" cy="1083329"/>
          </a:xfrm>
        </p:spPr>
        <p:txBody>
          <a:bodyPr>
            <a:noAutofit/>
          </a:bodyPr>
          <a:lstStyle/>
          <a:p>
            <a:r>
              <a:rPr lang="en-US" dirty="0"/>
              <a:t>Dimensions of a Software Project</a:t>
            </a:r>
          </a:p>
        </p:txBody>
      </p:sp>
      <p:sp>
        <p:nvSpPr>
          <p:cNvPr id="14339" name="Content Placeholder 2"/>
          <p:cNvSpPr>
            <a:spLocks noGrp="1"/>
          </p:cNvSpPr>
          <p:nvPr>
            <p:ph idx="1"/>
          </p:nvPr>
        </p:nvSpPr>
        <p:spPr>
          <a:xfrm>
            <a:off x="581025" y="2463800"/>
            <a:ext cx="7800975" cy="3632200"/>
          </a:xfrm>
        </p:spPr>
        <p:txBody>
          <a:bodyPr>
            <a:noAutofit/>
          </a:bodyPr>
          <a:lstStyle/>
          <a:p>
            <a:pPr algn="just"/>
            <a:r>
              <a:rPr lang="en-GB" altLang="en-US" sz="2000" dirty="0"/>
              <a:t>A software project has two main activity dimensions: </a:t>
            </a:r>
          </a:p>
          <a:p>
            <a:pPr lvl="1" algn="just"/>
            <a:r>
              <a:rPr lang="en-GB" altLang="en-US" sz="1800" dirty="0"/>
              <a:t>Software Engineering </a:t>
            </a:r>
          </a:p>
          <a:p>
            <a:pPr lvl="2" algn="just"/>
            <a:r>
              <a:rPr lang="en-GB" altLang="en-US" sz="1600" dirty="0"/>
              <a:t>The engineering dimension deals with building the system and focuses on issues such as how to design, test, code, and so on. </a:t>
            </a:r>
          </a:p>
          <a:p>
            <a:pPr lvl="1" algn="just"/>
            <a:r>
              <a:rPr lang="en-GB" altLang="en-US" sz="1800" dirty="0"/>
              <a:t>Project Management</a:t>
            </a:r>
          </a:p>
          <a:p>
            <a:pPr lvl="3" algn="just"/>
            <a:r>
              <a:rPr lang="en-GB" altLang="en-US" sz="1400" dirty="0"/>
              <a:t>The project management dimension deals with properly planning and controlling the engineering activities to meet project goals for cost, schedule, and quality.</a:t>
            </a:r>
            <a:br>
              <a:rPr lang="en-GB" altLang="en-US" sz="1400" dirty="0"/>
            </a:br>
            <a:endParaRPr lang="en-GB" altLang="en-US" sz="1400" dirty="0"/>
          </a:p>
          <a:p>
            <a:pPr algn="just"/>
            <a:r>
              <a:rPr lang="en-US" altLang="en-US" sz="2000" dirty="0"/>
              <a:t>For small projects an email may be fine, but for large commercial projects you need:</a:t>
            </a:r>
          </a:p>
          <a:p>
            <a:pPr lvl="2" algn="just"/>
            <a:r>
              <a:rPr lang="en-US" altLang="en-US" sz="1600" dirty="0"/>
              <a:t>Defined Processes, a degree of formality</a:t>
            </a:r>
          </a:p>
          <a:p>
            <a:pPr lvl="2" algn="just"/>
            <a:r>
              <a:rPr lang="en-US" altLang="en-US" sz="1600" dirty="0"/>
              <a:t>Tested and Documented processes</a:t>
            </a:r>
          </a:p>
          <a:p>
            <a:pPr lvl="2" algn="just"/>
            <a:r>
              <a:rPr lang="en-US" altLang="en-US" sz="1600" dirty="0"/>
              <a:t>To Secure the Quality of outcome</a:t>
            </a:r>
          </a:p>
        </p:txBody>
      </p:sp>
    </p:spTree>
    <p:extLst>
      <p:ext uri="{BB962C8B-B14F-4D97-AF65-F5344CB8AC3E}">
        <p14:creationId xmlns:p14="http://schemas.microsoft.com/office/powerpoint/2010/main" val="7225935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581192" y="687474"/>
            <a:ext cx="7989752" cy="1083329"/>
          </a:xfrm>
        </p:spPr>
        <p:txBody>
          <a:bodyPr>
            <a:noAutofit/>
          </a:bodyPr>
          <a:lstStyle/>
          <a:p>
            <a:r>
              <a:rPr lang="en-US" dirty="0"/>
              <a:t>Software Project Management</a:t>
            </a:r>
          </a:p>
        </p:txBody>
      </p:sp>
      <p:sp>
        <p:nvSpPr>
          <p:cNvPr id="14339" name="Content Placeholder 2"/>
          <p:cNvSpPr>
            <a:spLocks noGrp="1"/>
          </p:cNvSpPr>
          <p:nvPr>
            <p:ph idx="1"/>
          </p:nvPr>
        </p:nvSpPr>
        <p:spPr>
          <a:xfrm>
            <a:off x="581192" y="2228003"/>
            <a:ext cx="7989752" cy="3630795"/>
          </a:xfrm>
        </p:spPr>
        <p:txBody>
          <a:bodyPr>
            <a:normAutofit lnSpcReduction="10000"/>
          </a:bodyPr>
          <a:lstStyle/>
          <a:p>
            <a:pPr algn="just"/>
            <a:r>
              <a:rPr lang="en-US" altLang="en-US" dirty="0"/>
              <a:t>A method and a set of techniques based on the accepted principles of management used for planning, estimating and controlling work activities to reach a desired end result on time – within budget and according to software specifications.</a:t>
            </a:r>
          </a:p>
          <a:p>
            <a:pPr marL="0" indent="0" algn="r">
              <a:buNone/>
            </a:pPr>
            <a:r>
              <a:rPr lang="en-US" altLang="en-US" sz="1400" dirty="0"/>
              <a:t>“Robert K. </a:t>
            </a:r>
            <a:r>
              <a:rPr lang="en-US" altLang="en-US" sz="1400" dirty="0" err="1"/>
              <a:t>Wysocki</a:t>
            </a:r>
            <a:r>
              <a:rPr lang="en-US" altLang="en-US" sz="1400" dirty="0"/>
              <a:t> / Robert Beck Jr. / David B. Crane, Effective Project Management, 2. ed., John Wiley &amp; Sons, 2002, ”</a:t>
            </a:r>
          </a:p>
          <a:p>
            <a:endParaRPr lang="en-US" altLang="en-US" dirty="0"/>
          </a:p>
          <a:p>
            <a:pPr algn="just"/>
            <a:r>
              <a:rPr lang="en-US" altLang="en-US" dirty="0"/>
              <a:t>Project management is the planning, organizing, directing, and controlling of company resources for a relatively short-term objective that has been established to complete specific goals and objectives.“</a:t>
            </a:r>
          </a:p>
          <a:p>
            <a:pPr marL="0" indent="0" algn="r">
              <a:buNone/>
            </a:pPr>
            <a:r>
              <a:rPr lang="en-US" altLang="en-US" sz="1400" dirty="0"/>
              <a:t>“Harold </a:t>
            </a:r>
            <a:r>
              <a:rPr lang="en-US" altLang="en-US" sz="1400" dirty="0" err="1"/>
              <a:t>Kerzner</a:t>
            </a:r>
            <a:r>
              <a:rPr lang="en-US" altLang="en-US" sz="1400" dirty="0"/>
              <a:t>, Project Management: A Systems Approach to </a:t>
            </a:r>
            <a:r>
              <a:rPr lang="en-US" altLang="en-US" sz="1400" dirty="0" err="1"/>
              <a:t>Planing</a:t>
            </a:r>
            <a:r>
              <a:rPr lang="en-US" altLang="en-US" sz="1400" dirty="0"/>
              <a:t>, Scheduling and Controlling, John Wiley &amp; Sons, Inc., New York et. al., 7. </a:t>
            </a:r>
            <a:r>
              <a:rPr lang="en-US" altLang="en-US" sz="1400" dirty="0" err="1"/>
              <a:t>ed</a:t>
            </a:r>
            <a:r>
              <a:rPr lang="en-US" altLang="en-US" sz="1400" dirty="0"/>
              <a:t>, 2001, p. 4”</a:t>
            </a:r>
          </a:p>
        </p:txBody>
      </p:sp>
    </p:spTree>
    <p:extLst>
      <p:ext uri="{BB962C8B-B14F-4D97-AF65-F5344CB8AC3E}">
        <p14:creationId xmlns:p14="http://schemas.microsoft.com/office/powerpoint/2010/main" val="38655642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1192" y="687474"/>
            <a:ext cx="7989752" cy="1083329"/>
          </a:xfrm>
        </p:spPr>
        <p:txBody>
          <a:bodyPr>
            <a:noAutofit/>
          </a:bodyPr>
          <a:lstStyle/>
          <a:p>
            <a:r>
              <a:rPr lang="en-US"/>
              <a:t>Benefits of Project Management</a:t>
            </a:r>
            <a:endParaRPr lang="en-US" dirty="0"/>
          </a:p>
        </p:txBody>
      </p:sp>
      <p:sp>
        <p:nvSpPr>
          <p:cNvPr id="14339" name="Content Placeholder 2"/>
          <p:cNvSpPr>
            <a:spLocks noGrp="1"/>
          </p:cNvSpPr>
          <p:nvPr>
            <p:ph idx="1"/>
          </p:nvPr>
        </p:nvSpPr>
        <p:spPr>
          <a:xfrm>
            <a:off x="581192" y="2228003"/>
            <a:ext cx="7989752" cy="3630795"/>
          </a:xfrm>
        </p:spPr>
        <p:txBody>
          <a:bodyPr>
            <a:normAutofit/>
          </a:bodyPr>
          <a:lstStyle/>
          <a:p>
            <a:pPr algn="just"/>
            <a:r>
              <a:rPr lang="en-US" altLang="en-US" dirty="0"/>
              <a:t>Project management is a powerful business tool that can deliver many advantages to businesses of all sizes. </a:t>
            </a:r>
          </a:p>
          <a:p>
            <a:pPr algn="just"/>
            <a:r>
              <a:rPr lang="en-US" altLang="en-US" dirty="0"/>
              <a:t>It gives you repeatable processes, guidelines and techniques to help you manage the people and the work involved in your projects.</a:t>
            </a:r>
          </a:p>
          <a:p>
            <a:pPr algn="just"/>
            <a:r>
              <a:rPr lang="en-US" altLang="en-US" dirty="0"/>
              <a:t>It can increase your chances of success and help you deliver projects consistently, efficiently, on time and budget.</a:t>
            </a:r>
          </a:p>
          <a:p>
            <a:pPr algn="just"/>
            <a:r>
              <a:rPr lang="en-US" altLang="en-US" dirty="0">
                <a:solidFill>
                  <a:srgbClr val="FF0000"/>
                </a:solidFill>
              </a:rPr>
              <a:t>Not having a process to manage your projects can result in lost time, wasted money, inconsistencies and poor performance.</a:t>
            </a:r>
          </a:p>
        </p:txBody>
      </p:sp>
    </p:spTree>
    <p:extLst>
      <p:ext uri="{BB962C8B-B14F-4D97-AF65-F5344CB8AC3E}">
        <p14:creationId xmlns:p14="http://schemas.microsoft.com/office/powerpoint/2010/main" val="132441952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618706" y="2133600"/>
            <a:ext cx="7989752" cy="1083329"/>
          </a:xfrm>
        </p:spPr>
        <p:txBody>
          <a:bodyPr>
            <a:noAutofit/>
          </a:bodyPr>
          <a:lstStyle/>
          <a:p>
            <a:pPr algn="just">
              <a:defRPr/>
            </a:pPr>
            <a:r>
              <a:rPr lang="en-US" sz="1600" b="1" cap="none" dirty="0">
                <a:solidFill>
                  <a:schemeClr val="tx1">
                    <a:lumMod val="95000"/>
                    <a:lumOff val="5000"/>
                  </a:schemeClr>
                </a:solidFill>
              </a:rPr>
              <a:t>The </a:t>
            </a:r>
            <a:r>
              <a:rPr lang="en-US" sz="1800" b="1" cap="none" dirty="0">
                <a:solidFill>
                  <a:schemeClr val="tx1">
                    <a:lumMod val="95000"/>
                    <a:lumOff val="5000"/>
                  </a:schemeClr>
                </a:solidFill>
                <a:latin typeface="Arial Black" panose="020B0A04020102020204" pitchFamily="34" charset="0"/>
              </a:rPr>
              <a:t>main advantage </a:t>
            </a:r>
            <a:r>
              <a:rPr lang="en-US" sz="1600" b="1" cap="none" dirty="0">
                <a:solidFill>
                  <a:schemeClr val="tx1">
                    <a:lumMod val="95000"/>
                    <a:lumOff val="5000"/>
                  </a:schemeClr>
                </a:solidFill>
              </a:rPr>
              <a:t>of project management is that is helps you to manage your projects effectively, enabling you to resolve problems more quickly. </a:t>
            </a:r>
            <a:br>
              <a:rPr lang="en-US" sz="1600" b="1" cap="none" dirty="0">
                <a:solidFill>
                  <a:schemeClr val="tx1">
                    <a:lumMod val="95000"/>
                    <a:lumOff val="5000"/>
                  </a:schemeClr>
                </a:solidFill>
              </a:rPr>
            </a:br>
            <a:br>
              <a:rPr lang="en-US" sz="1600" b="1" cap="none" dirty="0">
                <a:solidFill>
                  <a:schemeClr val="tx1">
                    <a:lumMod val="95000"/>
                    <a:lumOff val="5000"/>
                  </a:schemeClr>
                </a:solidFill>
              </a:rPr>
            </a:br>
            <a:r>
              <a:rPr lang="en-US" sz="1600" b="1" cap="none" dirty="0">
                <a:solidFill>
                  <a:schemeClr val="tx1">
                    <a:lumMod val="95000"/>
                    <a:lumOff val="5000"/>
                  </a:schemeClr>
                </a:solidFill>
              </a:rPr>
              <a:t>It takes time and money to manage a project, however following good practices can help you</a:t>
            </a:r>
            <a:endParaRPr lang="en-US" sz="1600" b="1" cap="none" dirty="0">
              <a:effectLst>
                <a:outerShdw blurRad="38100" dist="38100" dir="2700000" algn="tl">
                  <a:srgbClr val="000000">
                    <a:alpha val="43137"/>
                  </a:srgbClr>
                </a:outerShdw>
              </a:effectLst>
            </a:endParaRPr>
          </a:p>
        </p:txBody>
      </p:sp>
      <p:sp>
        <p:nvSpPr>
          <p:cNvPr id="14339" name="Content Placeholder 2"/>
          <p:cNvSpPr>
            <a:spLocks noGrp="1"/>
          </p:cNvSpPr>
          <p:nvPr>
            <p:ph idx="1"/>
          </p:nvPr>
        </p:nvSpPr>
        <p:spPr>
          <a:xfrm>
            <a:off x="749174" y="3264719"/>
            <a:ext cx="4524208" cy="3630795"/>
          </a:xfrm>
        </p:spPr>
        <p:txBody>
          <a:bodyPr>
            <a:noAutofit/>
          </a:bodyPr>
          <a:lstStyle/>
          <a:p>
            <a:pPr marL="257175" indent="-257175" defTabSz="342900"/>
            <a:r>
              <a:rPr lang="en-US" dirty="0">
                <a:solidFill>
                  <a:schemeClr val="tx1">
                    <a:lumMod val="95000"/>
                    <a:lumOff val="5000"/>
                  </a:schemeClr>
                </a:solidFill>
              </a:rPr>
              <a:t>improve your chances of achieving the desired result</a:t>
            </a:r>
          </a:p>
          <a:p>
            <a:pPr marL="257175" indent="-257175" defTabSz="342900"/>
            <a:r>
              <a:rPr lang="en-US" dirty="0">
                <a:solidFill>
                  <a:schemeClr val="tx1">
                    <a:lumMod val="95000"/>
                    <a:lumOff val="5000"/>
                  </a:schemeClr>
                </a:solidFill>
              </a:rPr>
              <a:t>gain a fresh perspective on your project, and how it fits with your business strategy</a:t>
            </a:r>
          </a:p>
          <a:p>
            <a:pPr marL="257175" indent="-257175" defTabSz="342900"/>
            <a:r>
              <a:rPr lang="en-US" dirty="0">
                <a:solidFill>
                  <a:schemeClr val="tx1">
                    <a:lumMod val="95000"/>
                    <a:lumOff val="5000"/>
                  </a:schemeClr>
                </a:solidFill>
              </a:rPr>
              <a:t>prioritize your business' resources and ensure their efficient use</a:t>
            </a:r>
          </a:p>
          <a:p>
            <a:pPr marL="257175" indent="-257175" defTabSz="342900"/>
            <a:r>
              <a:rPr lang="en-US" dirty="0">
                <a:solidFill>
                  <a:schemeClr val="tx1">
                    <a:lumMod val="95000"/>
                    <a:lumOff val="5000"/>
                  </a:schemeClr>
                </a:solidFill>
              </a:rPr>
              <a:t>set the scope, schedule and budget accurately from the start</a:t>
            </a:r>
          </a:p>
          <a:p>
            <a:pPr marL="257175" indent="-257175" defTabSz="342900"/>
            <a:r>
              <a:rPr lang="en-US" dirty="0">
                <a:solidFill>
                  <a:schemeClr val="tx1">
                    <a:lumMod val="95000"/>
                    <a:lumOff val="5000"/>
                  </a:schemeClr>
                </a:solidFill>
              </a:rPr>
              <a:t>stay on schedule and keep costs and resources to budget</a:t>
            </a:r>
          </a:p>
        </p:txBody>
      </p:sp>
      <p:sp>
        <p:nvSpPr>
          <p:cNvPr id="3" name="Content Placeholder 2"/>
          <p:cNvSpPr>
            <a:spLocks noGrp="1"/>
          </p:cNvSpPr>
          <p:nvPr>
            <p:ph sz="half" idx="4294967295"/>
          </p:nvPr>
        </p:nvSpPr>
        <p:spPr>
          <a:xfrm>
            <a:off x="5403850" y="2819400"/>
            <a:ext cx="3740150" cy="4191000"/>
          </a:xfrm>
        </p:spPr>
        <p:txBody>
          <a:bodyPr>
            <a:normAutofit/>
          </a:bodyPr>
          <a:lstStyle/>
          <a:p>
            <a:pPr marL="257175" indent="-257175" defTabSz="342900"/>
            <a:r>
              <a:rPr lang="en-US" dirty="0">
                <a:solidFill>
                  <a:schemeClr val="tx1">
                    <a:lumMod val="95000"/>
                    <a:lumOff val="5000"/>
                  </a:schemeClr>
                </a:solidFill>
              </a:rPr>
              <a:t>improve productivity and quality of work</a:t>
            </a:r>
          </a:p>
          <a:p>
            <a:pPr marL="257175" indent="-257175" defTabSz="342900"/>
            <a:r>
              <a:rPr lang="en-US" dirty="0">
                <a:solidFill>
                  <a:schemeClr val="tx1">
                    <a:lumMod val="95000"/>
                    <a:lumOff val="5000"/>
                  </a:schemeClr>
                </a:solidFill>
              </a:rPr>
              <a:t>encourage consistent communications amongst staff, suppliers and clients</a:t>
            </a:r>
          </a:p>
          <a:p>
            <a:pPr marL="257175" indent="-257175" defTabSz="342900"/>
            <a:r>
              <a:rPr lang="en-US" dirty="0">
                <a:solidFill>
                  <a:schemeClr val="tx1">
                    <a:lumMod val="95000"/>
                    <a:lumOff val="5000"/>
                  </a:schemeClr>
                </a:solidFill>
              </a:rPr>
              <a:t>satisfy the various needs of the project's stakeholders</a:t>
            </a:r>
          </a:p>
          <a:p>
            <a:pPr marL="257175" indent="-257175" defTabSz="342900"/>
            <a:r>
              <a:rPr lang="en-US" dirty="0">
                <a:solidFill>
                  <a:schemeClr val="tx1">
                    <a:lumMod val="95000"/>
                    <a:lumOff val="5000"/>
                  </a:schemeClr>
                </a:solidFill>
              </a:rPr>
              <a:t>mitigate risks of a project failing</a:t>
            </a:r>
          </a:p>
          <a:p>
            <a:pPr marL="257175" indent="-257175" defTabSz="342900"/>
            <a:r>
              <a:rPr lang="en-US" dirty="0">
                <a:solidFill>
                  <a:schemeClr val="tx1">
                    <a:lumMod val="95000"/>
                    <a:lumOff val="5000"/>
                  </a:schemeClr>
                </a:solidFill>
              </a:rPr>
              <a:t>increase customer satisfaction</a:t>
            </a:r>
          </a:p>
          <a:p>
            <a:pPr marL="257175" indent="-257175" defTabSz="342900"/>
            <a:r>
              <a:rPr lang="en-US" dirty="0">
                <a:solidFill>
                  <a:schemeClr val="tx1">
                    <a:lumMod val="95000"/>
                    <a:lumOff val="5000"/>
                  </a:schemeClr>
                </a:solidFill>
              </a:rPr>
              <a:t>gain a competitive advantage and boost your bottom line</a:t>
            </a:r>
            <a:endParaRPr lang="en-US" altLang="en-US" dirty="0">
              <a:solidFill>
                <a:schemeClr val="tx1">
                  <a:lumMod val="95000"/>
                  <a:lumOff val="5000"/>
                </a:schemeClr>
              </a:solidFill>
            </a:endParaRPr>
          </a:p>
        </p:txBody>
      </p:sp>
    </p:spTree>
    <p:extLst>
      <p:ext uri="{BB962C8B-B14F-4D97-AF65-F5344CB8AC3E}">
        <p14:creationId xmlns:p14="http://schemas.microsoft.com/office/powerpoint/2010/main" val="87592242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Rectangle 2"/>
          <p:cNvSpPr>
            <a:spLocks noGrp="1" noChangeArrowheads="1"/>
          </p:cNvSpPr>
          <p:nvPr>
            <p:ph type="title"/>
          </p:nvPr>
        </p:nvSpPr>
        <p:spPr>
          <a:xfrm>
            <a:off x="581192" y="687474"/>
            <a:ext cx="7989752" cy="1083329"/>
          </a:xfrm>
        </p:spPr>
        <p:txBody>
          <a:bodyPr>
            <a:normAutofit/>
          </a:bodyPr>
          <a:lstStyle/>
          <a:p>
            <a:r>
              <a:rPr lang="en-US" altLang="en-US" dirty="0"/>
              <a:t>Project Management Framework</a:t>
            </a:r>
          </a:p>
        </p:txBody>
      </p:sp>
      <p:sp>
        <p:nvSpPr>
          <p:cNvPr id="23556" name="Footer Placeholder 5"/>
          <p:cNvSpPr txBox="1">
            <a:spLocks noGrp="1"/>
          </p:cNvSpPr>
          <p:nvPr/>
        </p:nvSpPr>
        <p:spPr bwMode="auto">
          <a:xfrm>
            <a:off x="1524000" y="6400800"/>
            <a:ext cx="6248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2200">
                <a:solidFill>
                  <a:schemeClr val="tx1"/>
                </a:solidFill>
                <a:latin typeface="Arial" panose="020B0604020202020204" pitchFamily="34" charset="0"/>
              </a:defRPr>
            </a:lvl1pPr>
            <a:lvl2pPr marL="742950" indent="-285750" eaLnBrk="0" hangingPunct="0">
              <a:defRPr sz="2200">
                <a:solidFill>
                  <a:schemeClr val="tx1"/>
                </a:solidFill>
                <a:latin typeface="Arial" panose="020B0604020202020204" pitchFamily="34" charset="0"/>
              </a:defRPr>
            </a:lvl2pPr>
            <a:lvl3pPr marL="1143000" indent="-228600" eaLnBrk="0" hangingPunct="0">
              <a:defRPr sz="2200">
                <a:solidFill>
                  <a:schemeClr val="tx1"/>
                </a:solidFill>
                <a:latin typeface="Arial" panose="020B0604020202020204" pitchFamily="34" charset="0"/>
              </a:defRPr>
            </a:lvl3pPr>
            <a:lvl4pPr marL="1600200" indent="-228600" eaLnBrk="0" hangingPunct="0">
              <a:defRPr sz="2200">
                <a:solidFill>
                  <a:schemeClr val="tx1"/>
                </a:solidFill>
                <a:latin typeface="Arial" panose="020B0604020202020204" pitchFamily="34" charset="0"/>
              </a:defRPr>
            </a:lvl4pPr>
            <a:lvl5pPr marL="2057400" indent="-228600" eaLnBrk="0" hangingPunct="0">
              <a:defRPr sz="2200">
                <a:solidFill>
                  <a:schemeClr val="tx1"/>
                </a:solidFill>
                <a:latin typeface="Arial" panose="020B0604020202020204" pitchFamily="34" charset="0"/>
              </a:defRPr>
            </a:lvl5pPr>
            <a:lvl6pPr marL="2514600" indent="-228600" eaLnBrk="0" fontAlgn="base" hangingPunct="0">
              <a:spcBef>
                <a:spcPct val="0"/>
              </a:spcBef>
              <a:spcAft>
                <a:spcPct val="0"/>
              </a:spcAft>
              <a:defRPr sz="2200">
                <a:solidFill>
                  <a:schemeClr val="tx1"/>
                </a:solidFill>
                <a:latin typeface="Arial" panose="020B0604020202020204" pitchFamily="34" charset="0"/>
              </a:defRPr>
            </a:lvl6pPr>
            <a:lvl7pPr marL="2971800" indent="-228600" eaLnBrk="0" fontAlgn="base" hangingPunct="0">
              <a:spcBef>
                <a:spcPct val="0"/>
              </a:spcBef>
              <a:spcAft>
                <a:spcPct val="0"/>
              </a:spcAft>
              <a:defRPr sz="2200">
                <a:solidFill>
                  <a:schemeClr val="tx1"/>
                </a:solidFill>
                <a:latin typeface="Arial" panose="020B0604020202020204" pitchFamily="34" charset="0"/>
              </a:defRPr>
            </a:lvl7pPr>
            <a:lvl8pPr marL="3429000" indent="-228600" eaLnBrk="0" fontAlgn="base" hangingPunct="0">
              <a:spcBef>
                <a:spcPct val="0"/>
              </a:spcBef>
              <a:spcAft>
                <a:spcPct val="0"/>
              </a:spcAft>
              <a:defRPr sz="2200">
                <a:solidFill>
                  <a:schemeClr val="tx1"/>
                </a:solidFill>
                <a:latin typeface="Arial" panose="020B0604020202020204" pitchFamily="34" charset="0"/>
              </a:defRPr>
            </a:lvl8pPr>
            <a:lvl9pPr marL="3886200" indent="-228600" eaLnBrk="0" fontAlgn="base" hangingPunct="0">
              <a:spcBef>
                <a:spcPct val="0"/>
              </a:spcBef>
              <a:spcAft>
                <a:spcPct val="0"/>
              </a:spcAft>
              <a:defRPr sz="2200">
                <a:solidFill>
                  <a:schemeClr val="tx1"/>
                </a:solidFill>
                <a:latin typeface="Arial" panose="020B0604020202020204" pitchFamily="34" charset="0"/>
              </a:defRPr>
            </a:lvl9pPr>
          </a:lstStyle>
          <a:p>
            <a:pPr eaLnBrk="1" hangingPunct="1">
              <a:lnSpc>
                <a:spcPct val="90000"/>
              </a:lnSpc>
              <a:spcBef>
                <a:spcPct val="20000"/>
              </a:spcBef>
            </a:pPr>
            <a:endParaRPr lang="en-US" altLang="en-US" sz="1400">
              <a:solidFill>
                <a:schemeClr val="tx2"/>
              </a:solidFill>
              <a:latin typeface="Times New Roman" panose="02020603050405020304" pitchFamily="18" charset="0"/>
            </a:endParaRPr>
          </a:p>
        </p:txBody>
      </p:sp>
      <p:pic>
        <p:nvPicPr>
          <p:cNvPr id="23557" name="Picture 4" descr="Fig01-02.bmp"/>
          <p:cNvPicPr>
            <a:picLocks noChangeAspect="1"/>
          </p:cNvPicPr>
          <p:nvPr/>
        </p:nvPicPr>
        <p:blipFill>
          <a:blip r:embed="rId2">
            <a:extLst>
              <a:ext uri="{BEBA8EAE-BF5A-486C-A8C5-ECC9F3942E4B}">
                <a14:imgProps xmlns:a14="http://schemas.microsoft.com/office/drawing/2010/main">
                  <a14:imgLayer r:embed="rId3">
                    <a14:imgEffect>
                      <a14:colorTemperature colorTemp="4700"/>
                    </a14:imgEffect>
                  </a14:imgLayer>
                </a14:imgProps>
              </a:ext>
              <a:ext uri="{28A0092B-C50C-407E-A947-70E740481C1C}">
                <a14:useLocalDpi xmlns:a14="http://schemas.microsoft.com/office/drawing/2010/main" val="0"/>
              </a:ext>
            </a:extLst>
          </a:blip>
          <a:srcRect b="8711"/>
          <a:stretch>
            <a:fillRect/>
          </a:stretch>
        </p:blipFill>
        <p:spPr bwMode="auto">
          <a:xfrm>
            <a:off x="0" y="1981200"/>
            <a:ext cx="9144000" cy="4505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Rectangle 2"/>
          <p:cNvSpPr>
            <a:spLocks noGrp="1" noChangeArrowheads="1"/>
          </p:cNvSpPr>
          <p:nvPr>
            <p:ph type="title"/>
          </p:nvPr>
        </p:nvSpPr>
        <p:spPr>
          <a:xfrm>
            <a:off x="581192" y="687474"/>
            <a:ext cx="7989752" cy="1083329"/>
          </a:xfrm>
        </p:spPr>
        <p:txBody>
          <a:bodyPr/>
          <a:lstStyle/>
          <a:p>
            <a:r>
              <a:rPr lang="en-US" altLang="en-US"/>
              <a:t>Project Stakeholders</a:t>
            </a:r>
          </a:p>
        </p:txBody>
      </p:sp>
      <p:sp>
        <p:nvSpPr>
          <p:cNvPr id="24580" name="Rectangle 3"/>
          <p:cNvSpPr>
            <a:spLocks noGrp="1" noChangeArrowheads="1"/>
          </p:cNvSpPr>
          <p:nvPr>
            <p:ph idx="1"/>
          </p:nvPr>
        </p:nvSpPr>
        <p:spPr>
          <a:xfrm>
            <a:off x="581192" y="2228003"/>
            <a:ext cx="7989752" cy="3630795"/>
          </a:xfrm>
        </p:spPr>
        <p:txBody>
          <a:bodyPr>
            <a:normAutofit lnSpcReduction="10000"/>
          </a:bodyPr>
          <a:lstStyle/>
          <a:p>
            <a:r>
              <a:rPr lang="en-US" altLang="en-US"/>
              <a:t>Stakeholders are the people involved in or affected by project activities</a:t>
            </a:r>
          </a:p>
          <a:p>
            <a:r>
              <a:rPr lang="en-US" altLang="en-US"/>
              <a:t>Stakeholders include:</a:t>
            </a:r>
          </a:p>
          <a:p>
            <a:pPr lvl="1"/>
            <a:r>
              <a:rPr lang="en-US" altLang="en-US"/>
              <a:t>The project sponsor</a:t>
            </a:r>
          </a:p>
          <a:p>
            <a:pPr lvl="1"/>
            <a:r>
              <a:rPr lang="en-US" altLang="en-US"/>
              <a:t>The project manager</a:t>
            </a:r>
          </a:p>
          <a:p>
            <a:pPr lvl="1"/>
            <a:r>
              <a:rPr lang="en-US" altLang="en-US"/>
              <a:t>The project team</a:t>
            </a:r>
          </a:p>
          <a:p>
            <a:pPr lvl="1"/>
            <a:r>
              <a:rPr lang="en-US" altLang="en-US"/>
              <a:t>Support staff</a:t>
            </a:r>
          </a:p>
          <a:p>
            <a:pPr lvl="1"/>
            <a:r>
              <a:rPr lang="en-US" altLang="en-US"/>
              <a:t>Customers</a:t>
            </a:r>
          </a:p>
          <a:p>
            <a:pPr lvl="1"/>
            <a:r>
              <a:rPr lang="en-US" altLang="en-US"/>
              <a:t>Users</a:t>
            </a:r>
          </a:p>
          <a:p>
            <a:pPr lvl="1"/>
            <a:r>
              <a:rPr lang="en-US" altLang="en-US"/>
              <a:t>Suppliers</a:t>
            </a:r>
          </a:p>
          <a:p>
            <a:pPr lvl="1"/>
            <a:r>
              <a:rPr lang="en-US" altLang="en-US"/>
              <a:t>Opponents to the project</a:t>
            </a:r>
          </a:p>
        </p:txBody>
      </p:sp>
      <p:sp>
        <p:nvSpPr>
          <p:cNvPr id="24581" name="Footer Placeholder 5"/>
          <p:cNvSpPr txBox="1">
            <a:spLocks noGrp="1"/>
          </p:cNvSpPr>
          <p:nvPr/>
        </p:nvSpPr>
        <p:spPr bwMode="auto">
          <a:xfrm>
            <a:off x="1524000" y="6400800"/>
            <a:ext cx="6248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2200">
                <a:solidFill>
                  <a:schemeClr val="tx1"/>
                </a:solidFill>
                <a:latin typeface="Arial" panose="020B0604020202020204" pitchFamily="34" charset="0"/>
              </a:defRPr>
            </a:lvl1pPr>
            <a:lvl2pPr marL="742950" indent="-285750" eaLnBrk="0" hangingPunct="0">
              <a:defRPr sz="2200">
                <a:solidFill>
                  <a:schemeClr val="tx1"/>
                </a:solidFill>
                <a:latin typeface="Arial" panose="020B0604020202020204" pitchFamily="34" charset="0"/>
              </a:defRPr>
            </a:lvl2pPr>
            <a:lvl3pPr marL="1143000" indent="-228600" eaLnBrk="0" hangingPunct="0">
              <a:defRPr sz="2200">
                <a:solidFill>
                  <a:schemeClr val="tx1"/>
                </a:solidFill>
                <a:latin typeface="Arial" panose="020B0604020202020204" pitchFamily="34" charset="0"/>
              </a:defRPr>
            </a:lvl3pPr>
            <a:lvl4pPr marL="1600200" indent="-228600" eaLnBrk="0" hangingPunct="0">
              <a:defRPr sz="2200">
                <a:solidFill>
                  <a:schemeClr val="tx1"/>
                </a:solidFill>
                <a:latin typeface="Arial" panose="020B0604020202020204" pitchFamily="34" charset="0"/>
              </a:defRPr>
            </a:lvl4pPr>
            <a:lvl5pPr marL="2057400" indent="-228600" eaLnBrk="0" hangingPunct="0">
              <a:defRPr sz="2200">
                <a:solidFill>
                  <a:schemeClr val="tx1"/>
                </a:solidFill>
                <a:latin typeface="Arial" panose="020B0604020202020204" pitchFamily="34" charset="0"/>
              </a:defRPr>
            </a:lvl5pPr>
            <a:lvl6pPr marL="2514600" indent="-228600" eaLnBrk="0" fontAlgn="base" hangingPunct="0">
              <a:spcBef>
                <a:spcPct val="0"/>
              </a:spcBef>
              <a:spcAft>
                <a:spcPct val="0"/>
              </a:spcAft>
              <a:defRPr sz="2200">
                <a:solidFill>
                  <a:schemeClr val="tx1"/>
                </a:solidFill>
                <a:latin typeface="Arial" panose="020B0604020202020204" pitchFamily="34" charset="0"/>
              </a:defRPr>
            </a:lvl6pPr>
            <a:lvl7pPr marL="2971800" indent="-228600" eaLnBrk="0" fontAlgn="base" hangingPunct="0">
              <a:spcBef>
                <a:spcPct val="0"/>
              </a:spcBef>
              <a:spcAft>
                <a:spcPct val="0"/>
              </a:spcAft>
              <a:defRPr sz="2200">
                <a:solidFill>
                  <a:schemeClr val="tx1"/>
                </a:solidFill>
                <a:latin typeface="Arial" panose="020B0604020202020204" pitchFamily="34" charset="0"/>
              </a:defRPr>
            </a:lvl7pPr>
            <a:lvl8pPr marL="3429000" indent="-228600" eaLnBrk="0" fontAlgn="base" hangingPunct="0">
              <a:spcBef>
                <a:spcPct val="0"/>
              </a:spcBef>
              <a:spcAft>
                <a:spcPct val="0"/>
              </a:spcAft>
              <a:defRPr sz="2200">
                <a:solidFill>
                  <a:schemeClr val="tx1"/>
                </a:solidFill>
                <a:latin typeface="Arial" panose="020B0604020202020204" pitchFamily="34" charset="0"/>
              </a:defRPr>
            </a:lvl8pPr>
            <a:lvl9pPr marL="3886200" indent="-228600" eaLnBrk="0" fontAlgn="base" hangingPunct="0">
              <a:spcBef>
                <a:spcPct val="0"/>
              </a:spcBef>
              <a:spcAft>
                <a:spcPct val="0"/>
              </a:spcAft>
              <a:defRPr sz="2200">
                <a:solidFill>
                  <a:schemeClr val="tx1"/>
                </a:solidFill>
                <a:latin typeface="Arial" panose="020B0604020202020204" pitchFamily="34" charset="0"/>
              </a:defRPr>
            </a:lvl9pPr>
          </a:lstStyle>
          <a:p>
            <a:pPr eaLnBrk="1" hangingPunct="1">
              <a:lnSpc>
                <a:spcPct val="90000"/>
              </a:lnSpc>
              <a:spcBef>
                <a:spcPct val="20000"/>
              </a:spcBef>
            </a:pPr>
            <a:endParaRPr lang="en-US" altLang="en-US" sz="1400">
              <a:solidFill>
                <a:schemeClr val="tx2"/>
              </a:solidFill>
              <a:latin typeface="Times New Roman" panose="02020603050405020304" pitchFamily="18"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Rectangle 2"/>
          <p:cNvSpPr>
            <a:spLocks noGrp="1" noChangeArrowheads="1"/>
          </p:cNvSpPr>
          <p:nvPr>
            <p:ph type="title"/>
          </p:nvPr>
        </p:nvSpPr>
        <p:spPr>
          <a:xfrm>
            <a:off x="581192" y="687474"/>
            <a:ext cx="7989752" cy="1083329"/>
          </a:xfrm>
        </p:spPr>
        <p:txBody>
          <a:bodyPr>
            <a:normAutofit/>
          </a:bodyPr>
          <a:lstStyle/>
          <a:p>
            <a:r>
              <a:rPr lang="en-US" altLang="en-US"/>
              <a:t>Nine Project Management Knowledge Areas</a:t>
            </a:r>
          </a:p>
        </p:txBody>
      </p:sp>
      <p:sp>
        <p:nvSpPr>
          <p:cNvPr id="25604" name="Rectangle 3"/>
          <p:cNvSpPr>
            <a:spLocks noGrp="1" noChangeArrowheads="1"/>
          </p:cNvSpPr>
          <p:nvPr>
            <p:ph idx="1"/>
          </p:nvPr>
        </p:nvSpPr>
        <p:spPr>
          <a:xfrm>
            <a:off x="581192" y="2228003"/>
            <a:ext cx="7989752" cy="3630795"/>
          </a:xfrm>
        </p:spPr>
        <p:txBody>
          <a:bodyPr/>
          <a:lstStyle/>
          <a:p>
            <a:pPr algn="just"/>
            <a:r>
              <a:rPr lang="en-US" altLang="en-US" dirty="0"/>
              <a:t>Knowledge areas describe the key competencies that project managers must develop</a:t>
            </a:r>
          </a:p>
          <a:p>
            <a:pPr lvl="1" algn="just"/>
            <a:r>
              <a:rPr lang="en-US" altLang="en-US" dirty="0"/>
              <a:t>Four core knowledge areas lead to specific project objectives (scope, time, cost, and quality)</a:t>
            </a:r>
          </a:p>
          <a:p>
            <a:pPr lvl="1" algn="just"/>
            <a:r>
              <a:rPr lang="en-US" altLang="en-US" dirty="0"/>
              <a:t>Four facilitating knowledge areas are the means through which the project objectives are achieved (human resources, communication, risk, and procurement management</a:t>
            </a:r>
          </a:p>
          <a:p>
            <a:pPr lvl="1" algn="just"/>
            <a:r>
              <a:rPr lang="en-US" altLang="en-US" dirty="0"/>
              <a:t>One knowledge area (project integration management) affects and is affected by all of the other knowledge areas</a:t>
            </a:r>
          </a:p>
          <a:p>
            <a:pPr lvl="1" algn="just"/>
            <a:r>
              <a:rPr lang="en-US" altLang="en-US" dirty="0"/>
              <a:t>All knowledge areas are important!</a:t>
            </a:r>
          </a:p>
        </p:txBody>
      </p:sp>
      <p:sp>
        <p:nvSpPr>
          <p:cNvPr id="25605" name="Footer Placeholder 5"/>
          <p:cNvSpPr txBox="1">
            <a:spLocks noGrp="1"/>
          </p:cNvSpPr>
          <p:nvPr/>
        </p:nvSpPr>
        <p:spPr bwMode="auto">
          <a:xfrm>
            <a:off x="1524000" y="6400800"/>
            <a:ext cx="6248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2200">
                <a:solidFill>
                  <a:schemeClr val="tx1"/>
                </a:solidFill>
                <a:latin typeface="Arial" panose="020B0604020202020204" pitchFamily="34" charset="0"/>
              </a:defRPr>
            </a:lvl1pPr>
            <a:lvl2pPr marL="742950" indent="-285750" eaLnBrk="0" hangingPunct="0">
              <a:defRPr sz="2200">
                <a:solidFill>
                  <a:schemeClr val="tx1"/>
                </a:solidFill>
                <a:latin typeface="Arial" panose="020B0604020202020204" pitchFamily="34" charset="0"/>
              </a:defRPr>
            </a:lvl2pPr>
            <a:lvl3pPr marL="1143000" indent="-228600" eaLnBrk="0" hangingPunct="0">
              <a:defRPr sz="2200">
                <a:solidFill>
                  <a:schemeClr val="tx1"/>
                </a:solidFill>
                <a:latin typeface="Arial" panose="020B0604020202020204" pitchFamily="34" charset="0"/>
              </a:defRPr>
            </a:lvl3pPr>
            <a:lvl4pPr marL="1600200" indent="-228600" eaLnBrk="0" hangingPunct="0">
              <a:defRPr sz="2200">
                <a:solidFill>
                  <a:schemeClr val="tx1"/>
                </a:solidFill>
                <a:latin typeface="Arial" panose="020B0604020202020204" pitchFamily="34" charset="0"/>
              </a:defRPr>
            </a:lvl4pPr>
            <a:lvl5pPr marL="2057400" indent="-228600" eaLnBrk="0" hangingPunct="0">
              <a:defRPr sz="2200">
                <a:solidFill>
                  <a:schemeClr val="tx1"/>
                </a:solidFill>
                <a:latin typeface="Arial" panose="020B0604020202020204" pitchFamily="34" charset="0"/>
              </a:defRPr>
            </a:lvl5pPr>
            <a:lvl6pPr marL="2514600" indent="-228600" eaLnBrk="0" fontAlgn="base" hangingPunct="0">
              <a:spcBef>
                <a:spcPct val="0"/>
              </a:spcBef>
              <a:spcAft>
                <a:spcPct val="0"/>
              </a:spcAft>
              <a:defRPr sz="2200">
                <a:solidFill>
                  <a:schemeClr val="tx1"/>
                </a:solidFill>
                <a:latin typeface="Arial" panose="020B0604020202020204" pitchFamily="34" charset="0"/>
              </a:defRPr>
            </a:lvl6pPr>
            <a:lvl7pPr marL="2971800" indent="-228600" eaLnBrk="0" fontAlgn="base" hangingPunct="0">
              <a:spcBef>
                <a:spcPct val="0"/>
              </a:spcBef>
              <a:spcAft>
                <a:spcPct val="0"/>
              </a:spcAft>
              <a:defRPr sz="2200">
                <a:solidFill>
                  <a:schemeClr val="tx1"/>
                </a:solidFill>
                <a:latin typeface="Arial" panose="020B0604020202020204" pitchFamily="34" charset="0"/>
              </a:defRPr>
            </a:lvl7pPr>
            <a:lvl8pPr marL="3429000" indent="-228600" eaLnBrk="0" fontAlgn="base" hangingPunct="0">
              <a:spcBef>
                <a:spcPct val="0"/>
              </a:spcBef>
              <a:spcAft>
                <a:spcPct val="0"/>
              </a:spcAft>
              <a:defRPr sz="2200">
                <a:solidFill>
                  <a:schemeClr val="tx1"/>
                </a:solidFill>
                <a:latin typeface="Arial" panose="020B0604020202020204" pitchFamily="34" charset="0"/>
              </a:defRPr>
            </a:lvl8pPr>
            <a:lvl9pPr marL="3886200" indent="-228600" eaLnBrk="0" fontAlgn="base" hangingPunct="0">
              <a:spcBef>
                <a:spcPct val="0"/>
              </a:spcBef>
              <a:spcAft>
                <a:spcPct val="0"/>
              </a:spcAft>
              <a:defRPr sz="2200">
                <a:solidFill>
                  <a:schemeClr val="tx1"/>
                </a:solidFill>
                <a:latin typeface="Arial" panose="020B0604020202020204" pitchFamily="34" charset="0"/>
              </a:defRPr>
            </a:lvl9pPr>
          </a:lstStyle>
          <a:p>
            <a:pPr eaLnBrk="1" hangingPunct="1">
              <a:lnSpc>
                <a:spcPct val="90000"/>
              </a:lnSpc>
              <a:spcBef>
                <a:spcPct val="20000"/>
              </a:spcBef>
            </a:pPr>
            <a:endParaRPr lang="en-US" altLang="en-US" sz="1400">
              <a:solidFill>
                <a:schemeClr val="tx2"/>
              </a:solidFill>
              <a:latin typeface="Times New Roman" panose="02020603050405020304" pitchFamily="18"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Rectangle 2"/>
          <p:cNvSpPr>
            <a:spLocks noGrp="1" noChangeArrowheads="1"/>
          </p:cNvSpPr>
          <p:nvPr>
            <p:ph type="title"/>
          </p:nvPr>
        </p:nvSpPr>
        <p:spPr>
          <a:xfrm>
            <a:off x="581192" y="687474"/>
            <a:ext cx="7989752" cy="1083329"/>
          </a:xfrm>
        </p:spPr>
        <p:txBody>
          <a:bodyPr>
            <a:normAutofit/>
          </a:bodyPr>
          <a:lstStyle/>
          <a:p>
            <a:r>
              <a:rPr lang="en-US" altLang="en-US"/>
              <a:t>Project Management Tools and Techniques</a:t>
            </a:r>
          </a:p>
        </p:txBody>
      </p:sp>
      <p:sp>
        <p:nvSpPr>
          <p:cNvPr id="26628" name="Rectangle 3"/>
          <p:cNvSpPr>
            <a:spLocks noGrp="1" noChangeArrowheads="1"/>
          </p:cNvSpPr>
          <p:nvPr>
            <p:ph idx="1"/>
          </p:nvPr>
        </p:nvSpPr>
        <p:spPr>
          <a:xfrm>
            <a:off x="581192" y="2228003"/>
            <a:ext cx="7989752" cy="3630795"/>
          </a:xfrm>
        </p:spPr>
        <p:txBody>
          <a:bodyPr/>
          <a:lstStyle/>
          <a:p>
            <a:pPr algn="just"/>
            <a:r>
              <a:rPr lang="en-US" altLang="en-US" dirty="0"/>
              <a:t>Project management tools and techniques assist project managers and their teams in various aspects of project management</a:t>
            </a:r>
          </a:p>
          <a:p>
            <a:pPr algn="just"/>
            <a:r>
              <a:rPr lang="en-US" altLang="en-US" dirty="0"/>
              <a:t>Some specific ones include:</a:t>
            </a:r>
          </a:p>
          <a:p>
            <a:pPr lvl="1" algn="just"/>
            <a:r>
              <a:rPr lang="en-US" altLang="en-US" dirty="0"/>
              <a:t>Project charter, scope statement, and WBS (scope)</a:t>
            </a:r>
          </a:p>
          <a:p>
            <a:pPr lvl="1" algn="just"/>
            <a:r>
              <a:rPr lang="en-US" altLang="en-US" dirty="0"/>
              <a:t>Gantt charts, network diagrams, critical path analysis, and critical chain scheduling (time)</a:t>
            </a:r>
          </a:p>
          <a:p>
            <a:pPr lvl="1" algn="just"/>
            <a:r>
              <a:rPr lang="en-US" altLang="en-US" dirty="0"/>
              <a:t>Cost estimates and earned value management (cost)</a:t>
            </a:r>
          </a:p>
        </p:txBody>
      </p:sp>
      <p:sp>
        <p:nvSpPr>
          <p:cNvPr id="26629" name="Footer Placeholder 5"/>
          <p:cNvSpPr txBox="1">
            <a:spLocks noGrp="1"/>
          </p:cNvSpPr>
          <p:nvPr/>
        </p:nvSpPr>
        <p:spPr bwMode="auto">
          <a:xfrm>
            <a:off x="1524000" y="6400800"/>
            <a:ext cx="6248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2200">
                <a:solidFill>
                  <a:schemeClr val="tx1"/>
                </a:solidFill>
                <a:latin typeface="Arial" panose="020B0604020202020204" pitchFamily="34" charset="0"/>
              </a:defRPr>
            </a:lvl1pPr>
            <a:lvl2pPr marL="742950" indent="-285750" eaLnBrk="0" hangingPunct="0">
              <a:defRPr sz="2200">
                <a:solidFill>
                  <a:schemeClr val="tx1"/>
                </a:solidFill>
                <a:latin typeface="Arial" panose="020B0604020202020204" pitchFamily="34" charset="0"/>
              </a:defRPr>
            </a:lvl2pPr>
            <a:lvl3pPr marL="1143000" indent="-228600" eaLnBrk="0" hangingPunct="0">
              <a:defRPr sz="2200">
                <a:solidFill>
                  <a:schemeClr val="tx1"/>
                </a:solidFill>
                <a:latin typeface="Arial" panose="020B0604020202020204" pitchFamily="34" charset="0"/>
              </a:defRPr>
            </a:lvl3pPr>
            <a:lvl4pPr marL="1600200" indent="-228600" eaLnBrk="0" hangingPunct="0">
              <a:defRPr sz="2200">
                <a:solidFill>
                  <a:schemeClr val="tx1"/>
                </a:solidFill>
                <a:latin typeface="Arial" panose="020B0604020202020204" pitchFamily="34" charset="0"/>
              </a:defRPr>
            </a:lvl4pPr>
            <a:lvl5pPr marL="2057400" indent="-228600" eaLnBrk="0" hangingPunct="0">
              <a:defRPr sz="2200">
                <a:solidFill>
                  <a:schemeClr val="tx1"/>
                </a:solidFill>
                <a:latin typeface="Arial" panose="020B0604020202020204" pitchFamily="34" charset="0"/>
              </a:defRPr>
            </a:lvl5pPr>
            <a:lvl6pPr marL="2514600" indent="-228600" eaLnBrk="0" fontAlgn="base" hangingPunct="0">
              <a:spcBef>
                <a:spcPct val="0"/>
              </a:spcBef>
              <a:spcAft>
                <a:spcPct val="0"/>
              </a:spcAft>
              <a:defRPr sz="2200">
                <a:solidFill>
                  <a:schemeClr val="tx1"/>
                </a:solidFill>
                <a:latin typeface="Arial" panose="020B0604020202020204" pitchFamily="34" charset="0"/>
              </a:defRPr>
            </a:lvl6pPr>
            <a:lvl7pPr marL="2971800" indent="-228600" eaLnBrk="0" fontAlgn="base" hangingPunct="0">
              <a:spcBef>
                <a:spcPct val="0"/>
              </a:spcBef>
              <a:spcAft>
                <a:spcPct val="0"/>
              </a:spcAft>
              <a:defRPr sz="2200">
                <a:solidFill>
                  <a:schemeClr val="tx1"/>
                </a:solidFill>
                <a:latin typeface="Arial" panose="020B0604020202020204" pitchFamily="34" charset="0"/>
              </a:defRPr>
            </a:lvl7pPr>
            <a:lvl8pPr marL="3429000" indent="-228600" eaLnBrk="0" fontAlgn="base" hangingPunct="0">
              <a:spcBef>
                <a:spcPct val="0"/>
              </a:spcBef>
              <a:spcAft>
                <a:spcPct val="0"/>
              </a:spcAft>
              <a:defRPr sz="2200">
                <a:solidFill>
                  <a:schemeClr val="tx1"/>
                </a:solidFill>
                <a:latin typeface="Arial" panose="020B0604020202020204" pitchFamily="34" charset="0"/>
              </a:defRPr>
            </a:lvl8pPr>
            <a:lvl9pPr marL="3886200" indent="-228600" eaLnBrk="0" fontAlgn="base" hangingPunct="0">
              <a:spcBef>
                <a:spcPct val="0"/>
              </a:spcBef>
              <a:spcAft>
                <a:spcPct val="0"/>
              </a:spcAft>
              <a:defRPr sz="2200">
                <a:solidFill>
                  <a:schemeClr val="tx1"/>
                </a:solidFill>
                <a:latin typeface="Arial" panose="020B0604020202020204" pitchFamily="34" charset="0"/>
              </a:defRPr>
            </a:lvl9pPr>
          </a:lstStyle>
          <a:p>
            <a:pPr eaLnBrk="1" hangingPunct="1">
              <a:lnSpc>
                <a:spcPct val="90000"/>
              </a:lnSpc>
              <a:spcBef>
                <a:spcPct val="20000"/>
              </a:spcBef>
            </a:pPr>
            <a:endParaRPr lang="en-US" altLang="en-US" sz="1400">
              <a:solidFill>
                <a:schemeClr val="tx2"/>
              </a:solidFill>
              <a:latin typeface="Times New Roman" panose="02020603050405020304" pitchFamily="18"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0A78BF6-5A46-49D8-9908-63BEA6A02542}"/>
              </a:ext>
            </a:extLst>
          </p:cNvPr>
          <p:cNvSpPr>
            <a:spLocks noGrp="1"/>
          </p:cNvSpPr>
          <p:nvPr>
            <p:ph type="title"/>
          </p:nvPr>
        </p:nvSpPr>
        <p:spPr/>
        <p:txBody>
          <a:bodyPr/>
          <a:lstStyle/>
          <a:p>
            <a:endParaRPr lang="en-PK"/>
          </a:p>
        </p:txBody>
      </p:sp>
      <p:sp>
        <p:nvSpPr>
          <p:cNvPr id="8" name="Content Placeholder 7">
            <a:extLst>
              <a:ext uri="{FF2B5EF4-FFF2-40B4-BE49-F238E27FC236}">
                <a16:creationId xmlns:a16="http://schemas.microsoft.com/office/drawing/2014/main" id="{1F4C47B8-9202-45B6-A5FD-BB4D468C71E3}"/>
              </a:ext>
            </a:extLst>
          </p:cNvPr>
          <p:cNvSpPr>
            <a:spLocks noGrp="1"/>
          </p:cNvSpPr>
          <p:nvPr>
            <p:ph idx="1"/>
          </p:nvPr>
        </p:nvSpPr>
        <p:spPr/>
        <p:txBody>
          <a:bodyPr/>
          <a:lstStyle/>
          <a:p>
            <a:endParaRPr lang="en-PK"/>
          </a:p>
        </p:txBody>
      </p:sp>
      <p:pic>
        <p:nvPicPr>
          <p:cNvPr id="6" name="Picture 5">
            <a:extLst>
              <a:ext uri="{FF2B5EF4-FFF2-40B4-BE49-F238E27FC236}">
                <a16:creationId xmlns:a16="http://schemas.microsoft.com/office/drawing/2014/main" id="{02CCBAE5-3015-4ADA-8EE1-0B7D208726F5}"/>
              </a:ext>
            </a:extLst>
          </p:cNvPr>
          <p:cNvPicPr>
            <a:picLocks noChangeAspect="1"/>
          </p:cNvPicPr>
          <p:nvPr/>
        </p:nvPicPr>
        <p:blipFill>
          <a:blip r:embed="rId2"/>
          <a:stretch>
            <a:fillRect/>
          </a:stretch>
        </p:blipFill>
        <p:spPr>
          <a:xfrm>
            <a:off x="0" y="1"/>
            <a:ext cx="9144000" cy="6854686"/>
          </a:xfrm>
          <a:prstGeom prst="rect">
            <a:avLst/>
          </a:prstGeom>
        </p:spPr>
      </p:pic>
    </p:spTree>
    <p:extLst>
      <p:ext uri="{BB962C8B-B14F-4D97-AF65-F5344CB8AC3E}">
        <p14:creationId xmlns:p14="http://schemas.microsoft.com/office/powerpoint/2010/main" val="366051350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Title 1"/>
          <p:cNvSpPr>
            <a:spLocks noGrp="1"/>
          </p:cNvSpPr>
          <p:nvPr>
            <p:ph type="title"/>
          </p:nvPr>
        </p:nvSpPr>
        <p:spPr>
          <a:xfrm>
            <a:off x="581192" y="687474"/>
            <a:ext cx="7989752" cy="1083329"/>
          </a:xfrm>
        </p:spPr>
        <p:txBody>
          <a:bodyPr/>
          <a:lstStyle/>
          <a:p>
            <a:r>
              <a:rPr lang="en-US" altLang="en-US"/>
              <a:t>Super Tools</a:t>
            </a:r>
          </a:p>
        </p:txBody>
      </p:sp>
      <p:sp>
        <p:nvSpPr>
          <p:cNvPr id="4" name="Content Placeholder 3"/>
          <p:cNvSpPr>
            <a:spLocks noGrp="1"/>
          </p:cNvSpPr>
          <p:nvPr>
            <p:ph idx="1"/>
          </p:nvPr>
        </p:nvSpPr>
        <p:spPr>
          <a:xfrm>
            <a:off x="581192" y="2228003"/>
            <a:ext cx="7989752" cy="3630795"/>
          </a:xfrm>
        </p:spPr>
        <p:txBody>
          <a:bodyPr>
            <a:normAutofit fontScale="92500" lnSpcReduction="20000"/>
          </a:bodyPr>
          <a:lstStyle/>
          <a:p>
            <a:pPr algn="just"/>
            <a:r>
              <a:rPr lang="en-US" dirty="0"/>
              <a:t>“Super tools” are those tools that have high use and high potential for improving project success, such as:</a:t>
            </a:r>
          </a:p>
          <a:p>
            <a:pPr lvl="1" algn="just"/>
            <a:r>
              <a:rPr lang="en-US" dirty="0"/>
              <a:t>Software for task scheduling (such as project management software)</a:t>
            </a:r>
          </a:p>
          <a:p>
            <a:pPr lvl="1" algn="just"/>
            <a:r>
              <a:rPr lang="en-US" dirty="0"/>
              <a:t>Scope statements</a:t>
            </a:r>
          </a:p>
          <a:p>
            <a:pPr lvl="1" algn="just"/>
            <a:r>
              <a:rPr lang="en-US" dirty="0"/>
              <a:t>Requirements analyses</a:t>
            </a:r>
          </a:p>
          <a:p>
            <a:pPr lvl="1" algn="just"/>
            <a:r>
              <a:rPr lang="en-US" dirty="0"/>
              <a:t>Lessons-learned reports</a:t>
            </a:r>
          </a:p>
          <a:p>
            <a:pPr algn="just"/>
            <a:r>
              <a:rPr lang="en-US" dirty="0"/>
              <a:t>Tools already extensively used that have been found to improve project importance include:</a:t>
            </a:r>
          </a:p>
          <a:p>
            <a:pPr lvl="1" algn="just"/>
            <a:r>
              <a:rPr lang="en-US" dirty="0"/>
              <a:t>Progress reports</a:t>
            </a:r>
          </a:p>
          <a:p>
            <a:pPr lvl="1" algn="just"/>
            <a:r>
              <a:rPr lang="en-US" dirty="0"/>
              <a:t>Kick-off meetings</a:t>
            </a:r>
          </a:p>
          <a:p>
            <a:pPr lvl="1" algn="just"/>
            <a:r>
              <a:rPr lang="en-US" dirty="0"/>
              <a:t>Gantt charts</a:t>
            </a:r>
          </a:p>
          <a:p>
            <a:pPr lvl="1" algn="just"/>
            <a:r>
              <a:rPr lang="en-US" dirty="0"/>
              <a:t>Change requests</a:t>
            </a:r>
          </a:p>
        </p:txBody>
      </p:sp>
      <p:sp>
        <p:nvSpPr>
          <p:cNvPr id="27652" name="Footer Placeholder 2"/>
          <p:cNvSpPr txBox="1">
            <a:spLocks noGrp="1"/>
          </p:cNvSpPr>
          <p:nvPr/>
        </p:nvSpPr>
        <p:spPr bwMode="auto">
          <a:xfrm>
            <a:off x="1524000" y="6400800"/>
            <a:ext cx="6248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2200">
                <a:solidFill>
                  <a:schemeClr val="tx1"/>
                </a:solidFill>
                <a:latin typeface="Arial" panose="020B0604020202020204" pitchFamily="34" charset="0"/>
              </a:defRPr>
            </a:lvl1pPr>
            <a:lvl2pPr marL="742950" indent="-285750" eaLnBrk="0" hangingPunct="0">
              <a:defRPr sz="2200">
                <a:solidFill>
                  <a:schemeClr val="tx1"/>
                </a:solidFill>
                <a:latin typeface="Arial" panose="020B0604020202020204" pitchFamily="34" charset="0"/>
              </a:defRPr>
            </a:lvl2pPr>
            <a:lvl3pPr marL="1143000" indent="-228600" eaLnBrk="0" hangingPunct="0">
              <a:defRPr sz="2200">
                <a:solidFill>
                  <a:schemeClr val="tx1"/>
                </a:solidFill>
                <a:latin typeface="Arial" panose="020B0604020202020204" pitchFamily="34" charset="0"/>
              </a:defRPr>
            </a:lvl3pPr>
            <a:lvl4pPr marL="1600200" indent="-228600" eaLnBrk="0" hangingPunct="0">
              <a:defRPr sz="2200">
                <a:solidFill>
                  <a:schemeClr val="tx1"/>
                </a:solidFill>
                <a:latin typeface="Arial" panose="020B0604020202020204" pitchFamily="34" charset="0"/>
              </a:defRPr>
            </a:lvl4pPr>
            <a:lvl5pPr marL="2057400" indent="-228600" eaLnBrk="0" hangingPunct="0">
              <a:defRPr sz="2200">
                <a:solidFill>
                  <a:schemeClr val="tx1"/>
                </a:solidFill>
                <a:latin typeface="Arial" panose="020B0604020202020204" pitchFamily="34" charset="0"/>
              </a:defRPr>
            </a:lvl5pPr>
            <a:lvl6pPr marL="2514600" indent="-228600" eaLnBrk="0" fontAlgn="base" hangingPunct="0">
              <a:spcBef>
                <a:spcPct val="0"/>
              </a:spcBef>
              <a:spcAft>
                <a:spcPct val="0"/>
              </a:spcAft>
              <a:defRPr sz="2200">
                <a:solidFill>
                  <a:schemeClr val="tx1"/>
                </a:solidFill>
                <a:latin typeface="Arial" panose="020B0604020202020204" pitchFamily="34" charset="0"/>
              </a:defRPr>
            </a:lvl6pPr>
            <a:lvl7pPr marL="2971800" indent="-228600" eaLnBrk="0" fontAlgn="base" hangingPunct="0">
              <a:spcBef>
                <a:spcPct val="0"/>
              </a:spcBef>
              <a:spcAft>
                <a:spcPct val="0"/>
              </a:spcAft>
              <a:defRPr sz="2200">
                <a:solidFill>
                  <a:schemeClr val="tx1"/>
                </a:solidFill>
                <a:latin typeface="Arial" panose="020B0604020202020204" pitchFamily="34" charset="0"/>
              </a:defRPr>
            </a:lvl7pPr>
            <a:lvl8pPr marL="3429000" indent="-228600" eaLnBrk="0" fontAlgn="base" hangingPunct="0">
              <a:spcBef>
                <a:spcPct val="0"/>
              </a:spcBef>
              <a:spcAft>
                <a:spcPct val="0"/>
              </a:spcAft>
              <a:defRPr sz="2200">
                <a:solidFill>
                  <a:schemeClr val="tx1"/>
                </a:solidFill>
                <a:latin typeface="Arial" panose="020B0604020202020204" pitchFamily="34" charset="0"/>
              </a:defRPr>
            </a:lvl8pPr>
            <a:lvl9pPr marL="3886200" indent="-228600" eaLnBrk="0" fontAlgn="base" hangingPunct="0">
              <a:spcBef>
                <a:spcPct val="0"/>
              </a:spcBef>
              <a:spcAft>
                <a:spcPct val="0"/>
              </a:spcAft>
              <a:defRPr sz="2200">
                <a:solidFill>
                  <a:schemeClr val="tx1"/>
                </a:solidFill>
                <a:latin typeface="Arial" panose="020B0604020202020204" pitchFamily="34" charset="0"/>
              </a:defRPr>
            </a:lvl9pPr>
          </a:lstStyle>
          <a:p>
            <a:pPr eaLnBrk="1" hangingPunct="1">
              <a:lnSpc>
                <a:spcPct val="90000"/>
              </a:lnSpc>
              <a:spcBef>
                <a:spcPct val="20000"/>
              </a:spcBef>
            </a:pPr>
            <a:endParaRPr lang="en-US" altLang="en-US" sz="1400">
              <a:solidFill>
                <a:schemeClr val="tx2"/>
              </a:solidFill>
              <a:latin typeface="Times New Roman" panose="02020603050405020304" pitchFamily="18"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A971BADD-32E0-46D4-9992-9961EC321B5B}"/>
              </a:ext>
            </a:extLst>
          </p:cNvPr>
          <p:cNvSpPr>
            <a:spLocks noGrp="1"/>
          </p:cNvSpPr>
          <p:nvPr>
            <p:ph type="title"/>
          </p:nvPr>
        </p:nvSpPr>
        <p:spPr>
          <a:xfrm>
            <a:off x="581192" y="687474"/>
            <a:ext cx="7989752" cy="1083329"/>
          </a:xfrm>
        </p:spPr>
        <p:txBody>
          <a:bodyPr>
            <a:normAutofit/>
          </a:bodyPr>
          <a:lstStyle/>
          <a:p>
            <a:r>
              <a:rPr lang="en-US" altLang="en-US" dirty="0"/>
              <a:t>What Went Right? Improved Project Performance</a:t>
            </a:r>
            <a:endParaRPr lang="en-PK" dirty="0"/>
          </a:p>
        </p:txBody>
      </p:sp>
      <p:sp>
        <p:nvSpPr>
          <p:cNvPr id="28675" name="Rectangle 4"/>
          <p:cNvSpPr>
            <a:spLocks noChangeArrowheads="1"/>
          </p:cNvSpPr>
          <p:nvPr/>
        </p:nvSpPr>
        <p:spPr bwMode="auto">
          <a:xfrm>
            <a:off x="381000" y="1891135"/>
            <a:ext cx="8153400" cy="1206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nchor="ctr"/>
          <a:lstStyle>
            <a:lvl1pPr eaLnBrk="0" hangingPunct="0">
              <a:defRPr sz="2200">
                <a:solidFill>
                  <a:schemeClr val="tx1"/>
                </a:solidFill>
                <a:latin typeface="Arial" panose="020B0604020202020204" pitchFamily="34" charset="0"/>
              </a:defRPr>
            </a:lvl1pPr>
            <a:lvl2pPr marL="742950" indent="-285750" eaLnBrk="0" hangingPunct="0">
              <a:defRPr sz="2200">
                <a:solidFill>
                  <a:schemeClr val="tx1"/>
                </a:solidFill>
                <a:latin typeface="Arial" panose="020B0604020202020204" pitchFamily="34" charset="0"/>
              </a:defRPr>
            </a:lvl2pPr>
            <a:lvl3pPr marL="1143000" indent="-228600" eaLnBrk="0" hangingPunct="0">
              <a:defRPr sz="2200">
                <a:solidFill>
                  <a:schemeClr val="tx1"/>
                </a:solidFill>
                <a:latin typeface="Arial" panose="020B0604020202020204" pitchFamily="34" charset="0"/>
              </a:defRPr>
            </a:lvl3pPr>
            <a:lvl4pPr marL="1600200" indent="-228600" eaLnBrk="0" hangingPunct="0">
              <a:defRPr sz="2200">
                <a:solidFill>
                  <a:schemeClr val="tx1"/>
                </a:solidFill>
                <a:latin typeface="Arial" panose="020B0604020202020204" pitchFamily="34" charset="0"/>
              </a:defRPr>
            </a:lvl4pPr>
            <a:lvl5pPr marL="2057400" indent="-228600" eaLnBrk="0" hangingPunct="0">
              <a:defRPr sz="2200">
                <a:solidFill>
                  <a:schemeClr val="tx1"/>
                </a:solidFill>
                <a:latin typeface="Arial" panose="020B0604020202020204" pitchFamily="34" charset="0"/>
              </a:defRPr>
            </a:lvl5pPr>
            <a:lvl6pPr marL="2514600" indent="-228600" eaLnBrk="0" fontAlgn="base" hangingPunct="0">
              <a:spcBef>
                <a:spcPct val="0"/>
              </a:spcBef>
              <a:spcAft>
                <a:spcPct val="0"/>
              </a:spcAft>
              <a:defRPr sz="2200">
                <a:solidFill>
                  <a:schemeClr val="tx1"/>
                </a:solidFill>
                <a:latin typeface="Arial" panose="020B0604020202020204" pitchFamily="34" charset="0"/>
              </a:defRPr>
            </a:lvl6pPr>
            <a:lvl7pPr marL="2971800" indent="-228600" eaLnBrk="0" fontAlgn="base" hangingPunct="0">
              <a:spcBef>
                <a:spcPct val="0"/>
              </a:spcBef>
              <a:spcAft>
                <a:spcPct val="0"/>
              </a:spcAft>
              <a:defRPr sz="2200">
                <a:solidFill>
                  <a:schemeClr val="tx1"/>
                </a:solidFill>
                <a:latin typeface="Arial" panose="020B0604020202020204" pitchFamily="34" charset="0"/>
              </a:defRPr>
            </a:lvl7pPr>
            <a:lvl8pPr marL="3429000" indent="-228600" eaLnBrk="0" fontAlgn="base" hangingPunct="0">
              <a:spcBef>
                <a:spcPct val="0"/>
              </a:spcBef>
              <a:spcAft>
                <a:spcPct val="0"/>
              </a:spcAft>
              <a:defRPr sz="2200">
                <a:solidFill>
                  <a:schemeClr val="tx1"/>
                </a:solidFill>
                <a:latin typeface="Arial" panose="020B0604020202020204" pitchFamily="34" charset="0"/>
              </a:defRPr>
            </a:lvl8pPr>
            <a:lvl9pPr marL="3886200" indent="-228600" eaLnBrk="0" fontAlgn="base" hangingPunct="0">
              <a:spcBef>
                <a:spcPct val="0"/>
              </a:spcBef>
              <a:spcAft>
                <a:spcPct val="0"/>
              </a:spcAft>
              <a:defRPr sz="2200">
                <a:solidFill>
                  <a:schemeClr val="tx1"/>
                </a:solidFill>
                <a:latin typeface="Arial" panose="020B0604020202020204" pitchFamily="34" charset="0"/>
              </a:defRPr>
            </a:lvl9pPr>
          </a:lstStyle>
          <a:p>
            <a:pPr eaLnBrk="1" hangingPunct="1"/>
            <a:endParaRPr lang="en-US" altLang="en-US" sz="4000" dirty="0">
              <a:solidFill>
                <a:schemeClr val="tx2"/>
              </a:solidFill>
            </a:endParaRPr>
          </a:p>
        </p:txBody>
      </p:sp>
      <p:sp>
        <p:nvSpPr>
          <p:cNvPr id="28676" name="Rectangle 5"/>
          <p:cNvSpPr>
            <a:spLocks noChangeArrowheads="1"/>
          </p:cNvSpPr>
          <p:nvPr/>
        </p:nvSpPr>
        <p:spPr bwMode="auto">
          <a:xfrm>
            <a:off x="419100" y="2130501"/>
            <a:ext cx="8458200"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marL="342900" indent="-342900" eaLnBrk="0" hangingPunct="0">
              <a:defRPr sz="2200">
                <a:solidFill>
                  <a:schemeClr val="tx1"/>
                </a:solidFill>
                <a:latin typeface="Arial" panose="020B0604020202020204" pitchFamily="34" charset="0"/>
              </a:defRPr>
            </a:lvl1pPr>
            <a:lvl2pPr marL="742950" indent="-285750" eaLnBrk="0" hangingPunct="0">
              <a:defRPr sz="2200">
                <a:solidFill>
                  <a:schemeClr val="tx1"/>
                </a:solidFill>
                <a:latin typeface="Arial" panose="020B0604020202020204" pitchFamily="34" charset="0"/>
              </a:defRPr>
            </a:lvl2pPr>
            <a:lvl3pPr marL="1143000" indent="-228600" eaLnBrk="0" hangingPunct="0">
              <a:defRPr sz="2200">
                <a:solidFill>
                  <a:schemeClr val="tx1"/>
                </a:solidFill>
                <a:latin typeface="Arial" panose="020B0604020202020204" pitchFamily="34" charset="0"/>
              </a:defRPr>
            </a:lvl3pPr>
            <a:lvl4pPr marL="1600200" indent="-228600" eaLnBrk="0" hangingPunct="0">
              <a:defRPr sz="2200">
                <a:solidFill>
                  <a:schemeClr val="tx1"/>
                </a:solidFill>
                <a:latin typeface="Arial" panose="020B0604020202020204" pitchFamily="34" charset="0"/>
              </a:defRPr>
            </a:lvl4pPr>
            <a:lvl5pPr marL="2057400" indent="-228600" eaLnBrk="0" hangingPunct="0">
              <a:defRPr sz="2200">
                <a:solidFill>
                  <a:schemeClr val="tx1"/>
                </a:solidFill>
                <a:latin typeface="Arial" panose="020B0604020202020204" pitchFamily="34" charset="0"/>
              </a:defRPr>
            </a:lvl5pPr>
            <a:lvl6pPr marL="2514600" indent="-228600" eaLnBrk="0" fontAlgn="base" hangingPunct="0">
              <a:spcBef>
                <a:spcPct val="0"/>
              </a:spcBef>
              <a:spcAft>
                <a:spcPct val="0"/>
              </a:spcAft>
              <a:defRPr sz="2200">
                <a:solidFill>
                  <a:schemeClr val="tx1"/>
                </a:solidFill>
                <a:latin typeface="Arial" panose="020B0604020202020204" pitchFamily="34" charset="0"/>
              </a:defRPr>
            </a:lvl6pPr>
            <a:lvl7pPr marL="2971800" indent="-228600" eaLnBrk="0" fontAlgn="base" hangingPunct="0">
              <a:spcBef>
                <a:spcPct val="0"/>
              </a:spcBef>
              <a:spcAft>
                <a:spcPct val="0"/>
              </a:spcAft>
              <a:defRPr sz="2200">
                <a:solidFill>
                  <a:schemeClr val="tx1"/>
                </a:solidFill>
                <a:latin typeface="Arial" panose="020B0604020202020204" pitchFamily="34" charset="0"/>
              </a:defRPr>
            </a:lvl7pPr>
            <a:lvl8pPr marL="3429000" indent="-228600" eaLnBrk="0" fontAlgn="base" hangingPunct="0">
              <a:spcBef>
                <a:spcPct val="0"/>
              </a:spcBef>
              <a:spcAft>
                <a:spcPct val="0"/>
              </a:spcAft>
              <a:defRPr sz="2200">
                <a:solidFill>
                  <a:schemeClr val="tx1"/>
                </a:solidFill>
                <a:latin typeface="Arial" panose="020B0604020202020204" pitchFamily="34" charset="0"/>
              </a:defRPr>
            </a:lvl8pPr>
            <a:lvl9pPr marL="3886200" indent="-228600" eaLnBrk="0" fontAlgn="base" hangingPunct="0">
              <a:spcBef>
                <a:spcPct val="0"/>
              </a:spcBef>
              <a:spcAft>
                <a:spcPct val="0"/>
              </a:spcAft>
              <a:defRPr sz="2200">
                <a:solidFill>
                  <a:schemeClr val="tx1"/>
                </a:solidFill>
                <a:latin typeface="Arial" panose="020B0604020202020204" pitchFamily="34" charset="0"/>
              </a:defRPr>
            </a:lvl9pPr>
          </a:lstStyle>
          <a:p>
            <a:pPr eaLnBrk="1" hangingPunct="1">
              <a:spcBef>
                <a:spcPct val="20000"/>
              </a:spcBef>
              <a:buFontTx/>
              <a:buChar char="•"/>
            </a:pPr>
            <a:r>
              <a:rPr lang="en-US" altLang="en-US" sz="2400" dirty="0">
                <a:latin typeface="Times New Roman" panose="02020603050405020304" pitchFamily="18" charset="0"/>
              </a:rPr>
              <a:t>The Standish Group’s CHAOS studies show improvements in IT projects in the past decade</a:t>
            </a:r>
          </a:p>
          <a:p>
            <a:pPr lvl="1" eaLnBrk="1" hangingPunct="1">
              <a:spcBef>
                <a:spcPct val="20000"/>
              </a:spcBef>
            </a:pPr>
            <a:endParaRPr lang="en-US" altLang="en-US" sz="2400" dirty="0">
              <a:latin typeface="Times New Roman" panose="02020603050405020304" pitchFamily="18" charset="0"/>
            </a:endParaRPr>
          </a:p>
        </p:txBody>
      </p:sp>
      <p:pic>
        <p:nvPicPr>
          <p:cNvPr id="28677" name="Picture 6"/>
          <p:cNvPicPr>
            <a:picLocks noChangeAspect="1" noChangeArrowheads="1"/>
          </p:cNvPicPr>
          <p:nvPr/>
        </p:nvPicPr>
        <p:blipFill>
          <a:blip r:embed="rId2">
            <a:extLst>
              <a:ext uri="{28A0092B-C50C-407E-A947-70E740481C1C}">
                <a14:useLocalDpi xmlns:a14="http://schemas.microsoft.com/office/drawing/2010/main" val="0"/>
              </a:ext>
            </a:extLst>
          </a:blip>
          <a:srcRect r="25174" b="10898"/>
          <a:stretch>
            <a:fillRect/>
          </a:stretch>
        </p:blipFill>
        <p:spPr bwMode="auto">
          <a:xfrm>
            <a:off x="0" y="3337001"/>
            <a:ext cx="9144000" cy="2433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678" name="Footer Placeholder 5"/>
          <p:cNvSpPr txBox="1">
            <a:spLocks noGrp="1"/>
          </p:cNvSpPr>
          <p:nvPr/>
        </p:nvSpPr>
        <p:spPr bwMode="auto">
          <a:xfrm>
            <a:off x="1524000" y="6400800"/>
            <a:ext cx="6248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2200">
                <a:solidFill>
                  <a:schemeClr val="tx1"/>
                </a:solidFill>
                <a:latin typeface="Arial" panose="020B0604020202020204" pitchFamily="34" charset="0"/>
              </a:defRPr>
            </a:lvl1pPr>
            <a:lvl2pPr marL="742950" indent="-285750" eaLnBrk="0" hangingPunct="0">
              <a:defRPr sz="2200">
                <a:solidFill>
                  <a:schemeClr val="tx1"/>
                </a:solidFill>
                <a:latin typeface="Arial" panose="020B0604020202020204" pitchFamily="34" charset="0"/>
              </a:defRPr>
            </a:lvl2pPr>
            <a:lvl3pPr marL="1143000" indent="-228600" eaLnBrk="0" hangingPunct="0">
              <a:defRPr sz="2200">
                <a:solidFill>
                  <a:schemeClr val="tx1"/>
                </a:solidFill>
                <a:latin typeface="Arial" panose="020B0604020202020204" pitchFamily="34" charset="0"/>
              </a:defRPr>
            </a:lvl3pPr>
            <a:lvl4pPr marL="1600200" indent="-228600" eaLnBrk="0" hangingPunct="0">
              <a:defRPr sz="2200">
                <a:solidFill>
                  <a:schemeClr val="tx1"/>
                </a:solidFill>
                <a:latin typeface="Arial" panose="020B0604020202020204" pitchFamily="34" charset="0"/>
              </a:defRPr>
            </a:lvl4pPr>
            <a:lvl5pPr marL="2057400" indent="-228600" eaLnBrk="0" hangingPunct="0">
              <a:defRPr sz="2200">
                <a:solidFill>
                  <a:schemeClr val="tx1"/>
                </a:solidFill>
                <a:latin typeface="Arial" panose="020B0604020202020204" pitchFamily="34" charset="0"/>
              </a:defRPr>
            </a:lvl5pPr>
            <a:lvl6pPr marL="2514600" indent="-228600" eaLnBrk="0" fontAlgn="base" hangingPunct="0">
              <a:spcBef>
                <a:spcPct val="0"/>
              </a:spcBef>
              <a:spcAft>
                <a:spcPct val="0"/>
              </a:spcAft>
              <a:defRPr sz="2200">
                <a:solidFill>
                  <a:schemeClr val="tx1"/>
                </a:solidFill>
                <a:latin typeface="Arial" panose="020B0604020202020204" pitchFamily="34" charset="0"/>
              </a:defRPr>
            </a:lvl6pPr>
            <a:lvl7pPr marL="2971800" indent="-228600" eaLnBrk="0" fontAlgn="base" hangingPunct="0">
              <a:spcBef>
                <a:spcPct val="0"/>
              </a:spcBef>
              <a:spcAft>
                <a:spcPct val="0"/>
              </a:spcAft>
              <a:defRPr sz="2200">
                <a:solidFill>
                  <a:schemeClr val="tx1"/>
                </a:solidFill>
                <a:latin typeface="Arial" panose="020B0604020202020204" pitchFamily="34" charset="0"/>
              </a:defRPr>
            </a:lvl7pPr>
            <a:lvl8pPr marL="3429000" indent="-228600" eaLnBrk="0" fontAlgn="base" hangingPunct="0">
              <a:spcBef>
                <a:spcPct val="0"/>
              </a:spcBef>
              <a:spcAft>
                <a:spcPct val="0"/>
              </a:spcAft>
              <a:defRPr sz="2200">
                <a:solidFill>
                  <a:schemeClr val="tx1"/>
                </a:solidFill>
                <a:latin typeface="Arial" panose="020B0604020202020204" pitchFamily="34" charset="0"/>
              </a:defRPr>
            </a:lvl8pPr>
            <a:lvl9pPr marL="3886200" indent="-228600" eaLnBrk="0" fontAlgn="base" hangingPunct="0">
              <a:spcBef>
                <a:spcPct val="0"/>
              </a:spcBef>
              <a:spcAft>
                <a:spcPct val="0"/>
              </a:spcAft>
              <a:defRPr sz="2200">
                <a:solidFill>
                  <a:schemeClr val="tx1"/>
                </a:solidFill>
                <a:latin typeface="Arial" panose="020B0604020202020204" pitchFamily="34" charset="0"/>
              </a:defRPr>
            </a:lvl9pPr>
          </a:lstStyle>
          <a:p>
            <a:pPr eaLnBrk="1" hangingPunct="1">
              <a:lnSpc>
                <a:spcPct val="90000"/>
              </a:lnSpc>
              <a:spcBef>
                <a:spcPct val="20000"/>
              </a:spcBef>
            </a:pPr>
            <a:endParaRPr lang="en-US" altLang="en-US" sz="1400">
              <a:solidFill>
                <a:schemeClr val="tx2"/>
              </a:solidFill>
              <a:latin typeface="Times New Roman" panose="02020603050405020304" pitchFamily="18"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3FE79C-7E1E-47D3-A361-7B7A6702F03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4A34088-3BC7-49DD-ABAF-5B15D13CFCEA}"/>
              </a:ext>
            </a:extLst>
          </p:cNvPr>
          <p:cNvSpPr>
            <a:spLocks noGrp="1"/>
          </p:cNvSpPr>
          <p:nvPr>
            <p:ph idx="1"/>
          </p:nvPr>
        </p:nvSpPr>
        <p:spPr/>
        <p:txBody>
          <a:bodyPr/>
          <a:lstStyle/>
          <a:p>
            <a:endParaRPr lang="en-US" dirty="0"/>
          </a:p>
        </p:txBody>
      </p:sp>
      <p:pic>
        <p:nvPicPr>
          <p:cNvPr id="1026" name="Picture 2" descr="Standish Group 2015 Chaos Report - Q&amp;A with Jennifer Lynch">
            <a:extLst>
              <a:ext uri="{FF2B5EF4-FFF2-40B4-BE49-F238E27FC236}">
                <a16:creationId xmlns:a16="http://schemas.microsoft.com/office/drawing/2014/main" id="{C61819D7-BB01-4A1F-AB67-648B24C67B1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16201"/>
          <a:stretch/>
        </p:blipFill>
        <p:spPr bwMode="auto">
          <a:xfrm>
            <a:off x="114300" y="243290"/>
            <a:ext cx="8991600" cy="2857500"/>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270132F0-5995-4C1A-BC31-05C89C5668C5}"/>
              </a:ext>
            </a:extLst>
          </p:cNvPr>
          <p:cNvPicPr>
            <a:picLocks noChangeAspect="1"/>
          </p:cNvPicPr>
          <p:nvPr/>
        </p:nvPicPr>
        <p:blipFill rotWithShape="1">
          <a:blip r:embed="rId3"/>
          <a:srcRect b="8211"/>
          <a:stretch/>
        </p:blipFill>
        <p:spPr>
          <a:xfrm>
            <a:off x="0" y="3100790"/>
            <a:ext cx="9144000" cy="3719110"/>
          </a:xfrm>
          <a:prstGeom prst="rect">
            <a:avLst/>
          </a:prstGeom>
        </p:spPr>
      </p:pic>
    </p:spTree>
    <p:extLst>
      <p:ext uri="{BB962C8B-B14F-4D97-AF65-F5344CB8AC3E}">
        <p14:creationId xmlns:p14="http://schemas.microsoft.com/office/powerpoint/2010/main" val="83462742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08E771-0EEF-4E2A-9CA2-1C65071FE4B1}"/>
              </a:ext>
            </a:extLst>
          </p:cNvPr>
          <p:cNvSpPr>
            <a:spLocks noGrp="1"/>
          </p:cNvSpPr>
          <p:nvPr>
            <p:ph type="title"/>
          </p:nvPr>
        </p:nvSpPr>
        <p:spPr/>
        <p:txBody>
          <a:bodyPr/>
          <a:lstStyle/>
          <a:p>
            <a:r>
              <a:rPr lang="en-US" dirty="0"/>
              <a:t>Chaos Report 2020</a:t>
            </a:r>
            <a:endParaRPr lang="en-PK" dirty="0"/>
          </a:p>
        </p:txBody>
      </p:sp>
      <p:graphicFrame>
        <p:nvGraphicFramePr>
          <p:cNvPr id="7" name="Content Placeholder 6">
            <a:extLst>
              <a:ext uri="{FF2B5EF4-FFF2-40B4-BE49-F238E27FC236}">
                <a16:creationId xmlns:a16="http://schemas.microsoft.com/office/drawing/2014/main" id="{5490C7A7-CB43-4B51-85A9-93632ABF36F5}"/>
              </a:ext>
            </a:extLst>
          </p:cNvPr>
          <p:cNvGraphicFramePr>
            <a:graphicFrameLocks noGrp="1"/>
          </p:cNvGraphicFramePr>
          <p:nvPr>
            <p:ph idx="1"/>
            <p:extLst>
              <p:ext uri="{D42A27DB-BD31-4B8C-83A1-F6EECF244321}">
                <p14:modId xmlns:p14="http://schemas.microsoft.com/office/powerpoint/2010/main" val="250396854"/>
              </p:ext>
            </p:extLst>
          </p:nvPr>
        </p:nvGraphicFramePr>
        <p:xfrm>
          <a:off x="581025" y="2227263"/>
          <a:ext cx="7989888" cy="36322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33213120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08E771-0EEF-4E2A-9CA2-1C65071FE4B1}"/>
              </a:ext>
            </a:extLst>
          </p:cNvPr>
          <p:cNvSpPr>
            <a:spLocks noGrp="1"/>
          </p:cNvSpPr>
          <p:nvPr>
            <p:ph type="title"/>
          </p:nvPr>
        </p:nvSpPr>
        <p:spPr/>
        <p:txBody>
          <a:bodyPr/>
          <a:lstStyle/>
          <a:p>
            <a:r>
              <a:rPr lang="en-US" dirty="0"/>
              <a:t>Chaos Report 2024</a:t>
            </a:r>
            <a:endParaRPr lang="en-PK" dirty="0"/>
          </a:p>
        </p:txBody>
      </p:sp>
      <p:graphicFrame>
        <p:nvGraphicFramePr>
          <p:cNvPr id="7" name="Content Placeholder 6">
            <a:extLst>
              <a:ext uri="{FF2B5EF4-FFF2-40B4-BE49-F238E27FC236}">
                <a16:creationId xmlns:a16="http://schemas.microsoft.com/office/drawing/2014/main" id="{5490C7A7-CB43-4B51-85A9-93632ABF36F5}"/>
              </a:ext>
            </a:extLst>
          </p:cNvPr>
          <p:cNvGraphicFramePr>
            <a:graphicFrameLocks noGrp="1"/>
          </p:cNvGraphicFramePr>
          <p:nvPr>
            <p:ph idx="1"/>
            <p:extLst>
              <p:ext uri="{D42A27DB-BD31-4B8C-83A1-F6EECF244321}">
                <p14:modId xmlns:p14="http://schemas.microsoft.com/office/powerpoint/2010/main" val="1539861399"/>
              </p:ext>
            </p:extLst>
          </p:nvPr>
        </p:nvGraphicFramePr>
        <p:xfrm>
          <a:off x="3200400" y="990600"/>
          <a:ext cx="7989888" cy="36322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TextBox 2">
            <a:extLst>
              <a:ext uri="{FF2B5EF4-FFF2-40B4-BE49-F238E27FC236}">
                <a16:creationId xmlns:a16="http://schemas.microsoft.com/office/drawing/2014/main" id="{B5620C75-3636-46ED-8260-0FAA3E1ADE79}"/>
              </a:ext>
            </a:extLst>
          </p:cNvPr>
          <p:cNvSpPr txBox="1"/>
          <p:nvPr/>
        </p:nvSpPr>
        <p:spPr>
          <a:xfrm>
            <a:off x="457200" y="3799419"/>
            <a:ext cx="8105608" cy="2800767"/>
          </a:xfrm>
          <a:prstGeom prst="rect">
            <a:avLst/>
          </a:prstGeom>
          <a:noFill/>
        </p:spPr>
        <p:txBody>
          <a:bodyPr wrap="square" rtlCol="0">
            <a:spAutoFit/>
          </a:bodyPr>
          <a:lstStyle/>
          <a:p>
            <a:pPr algn="just"/>
            <a:r>
              <a:rPr lang="en-US" b="1" i="0" dirty="0">
                <a:effectLst/>
                <a:latin typeface="Google Sans"/>
              </a:rPr>
              <a:t>Top Success &amp; Failure Drivers</a:t>
            </a:r>
          </a:p>
          <a:p>
            <a:pPr algn="just"/>
            <a:endParaRPr lang="en-US" b="1" i="0" dirty="0">
              <a:effectLst/>
              <a:latin typeface="Google Sans"/>
            </a:endParaRPr>
          </a:p>
          <a:p>
            <a:pPr algn="just"/>
            <a:r>
              <a:rPr lang="en-US" b="1" i="0" dirty="0">
                <a:effectLst/>
                <a:latin typeface="Google Sans"/>
              </a:rPr>
              <a:t>Success Drivers:</a:t>
            </a:r>
            <a:r>
              <a:rPr lang="en-US" b="0" i="0" dirty="0">
                <a:effectLst/>
                <a:latin typeface="Google Sans"/>
              </a:rPr>
              <a:t> Strong executive sponsorship, clear requirements, and skilled project teams.</a:t>
            </a:r>
          </a:p>
          <a:p>
            <a:pPr algn="just"/>
            <a:r>
              <a:rPr lang="en-US" b="1" i="0" dirty="0">
                <a:effectLst/>
                <a:latin typeface="Google Sans"/>
              </a:rPr>
              <a:t>Failure Drivers:</a:t>
            </a:r>
            <a:r>
              <a:rPr lang="en-US" b="0" i="0" dirty="0">
                <a:effectLst/>
                <a:latin typeface="Google Sans"/>
              </a:rPr>
              <a:t> Lack of user involvement (cited as a top reason for "impaired" projects), unrealistic timelines, and technical incompetence.</a:t>
            </a:r>
          </a:p>
          <a:p>
            <a:pPr algn="just"/>
            <a:endParaRPr lang="en-PK" dirty="0"/>
          </a:p>
        </p:txBody>
      </p:sp>
    </p:spTree>
    <p:extLst>
      <p:ext uri="{BB962C8B-B14F-4D97-AF65-F5344CB8AC3E}">
        <p14:creationId xmlns:p14="http://schemas.microsoft.com/office/powerpoint/2010/main" val="411565462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9699" name="Rectangle 2"/>
          <p:cNvSpPr>
            <a:spLocks noGrp="1" noChangeArrowheads="1"/>
          </p:cNvSpPr>
          <p:nvPr>
            <p:ph type="title"/>
          </p:nvPr>
        </p:nvSpPr>
        <p:spPr>
          <a:xfrm>
            <a:off x="581192" y="687474"/>
            <a:ext cx="7989752" cy="1083329"/>
          </a:xfrm>
        </p:spPr>
        <p:txBody>
          <a:bodyPr/>
          <a:lstStyle/>
          <a:p>
            <a:r>
              <a:rPr lang="en-US" altLang="en-US" dirty="0"/>
              <a:t>Why the Improvements?</a:t>
            </a:r>
          </a:p>
        </p:txBody>
      </p:sp>
      <p:sp>
        <p:nvSpPr>
          <p:cNvPr id="29700" name="Rectangle 3"/>
          <p:cNvSpPr>
            <a:spLocks noGrp="1" noChangeArrowheads="1"/>
          </p:cNvSpPr>
          <p:nvPr>
            <p:ph idx="1"/>
          </p:nvPr>
        </p:nvSpPr>
        <p:spPr>
          <a:xfrm>
            <a:off x="581192" y="2228003"/>
            <a:ext cx="7989752" cy="3630795"/>
          </a:xfrm>
        </p:spPr>
        <p:txBody>
          <a:bodyPr/>
          <a:lstStyle/>
          <a:p>
            <a:pPr algn="just"/>
            <a:r>
              <a:rPr lang="en-US" altLang="en-US" dirty="0"/>
              <a:t>  "The reasons for the increase in successful projects vary. First, the average cost of a project has been more than cut in half. Better tools have been created to monitor and control progress and better skilled project managers with better management processes are being used. The fact that there are processes is significant in itself.”*</a:t>
            </a:r>
          </a:p>
          <a:p>
            <a:endParaRPr lang="en-US" altLang="en-US" dirty="0"/>
          </a:p>
        </p:txBody>
      </p:sp>
      <p:sp>
        <p:nvSpPr>
          <p:cNvPr id="29701" name="Footer Placeholder 5"/>
          <p:cNvSpPr txBox="1">
            <a:spLocks noGrp="1"/>
          </p:cNvSpPr>
          <p:nvPr/>
        </p:nvSpPr>
        <p:spPr bwMode="auto">
          <a:xfrm>
            <a:off x="1524000" y="6400800"/>
            <a:ext cx="6248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2200">
                <a:solidFill>
                  <a:schemeClr val="tx1"/>
                </a:solidFill>
                <a:latin typeface="Arial" panose="020B0604020202020204" pitchFamily="34" charset="0"/>
              </a:defRPr>
            </a:lvl1pPr>
            <a:lvl2pPr marL="742950" indent="-285750" eaLnBrk="0" hangingPunct="0">
              <a:defRPr sz="2200">
                <a:solidFill>
                  <a:schemeClr val="tx1"/>
                </a:solidFill>
                <a:latin typeface="Arial" panose="020B0604020202020204" pitchFamily="34" charset="0"/>
              </a:defRPr>
            </a:lvl2pPr>
            <a:lvl3pPr marL="1143000" indent="-228600" eaLnBrk="0" hangingPunct="0">
              <a:defRPr sz="2200">
                <a:solidFill>
                  <a:schemeClr val="tx1"/>
                </a:solidFill>
                <a:latin typeface="Arial" panose="020B0604020202020204" pitchFamily="34" charset="0"/>
              </a:defRPr>
            </a:lvl3pPr>
            <a:lvl4pPr marL="1600200" indent="-228600" eaLnBrk="0" hangingPunct="0">
              <a:defRPr sz="2200">
                <a:solidFill>
                  <a:schemeClr val="tx1"/>
                </a:solidFill>
                <a:latin typeface="Arial" panose="020B0604020202020204" pitchFamily="34" charset="0"/>
              </a:defRPr>
            </a:lvl4pPr>
            <a:lvl5pPr marL="2057400" indent="-228600" eaLnBrk="0" hangingPunct="0">
              <a:defRPr sz="2200">
                <a:solidFill>
                  <a:schemeClr val="tx1"/>
                </a:solidFill>
                <a:latin typeface="Arial" panose="020B0604020202020204" pitchFamily="34" charset="0"/>
              </a:defRPr>
            </a:lvl5pPr>
            <a:lvl6pPr marL="2514600" indent="-228600" eaLnBrk="0" fontAlgn="base" hangingPunct="0">
              <a:spcBef>
                <a:spcPct val="0"/>
              </a:spcBef>
              <a:spcAft>
                <a:spcPct val="0"/>
              </a:spcAft>
              <a:defRPr sz="2200">
                <a:solidFill>
                  <a:schemeClr val="tx1"/>
                </a:solidFill>
                <a:latin typeface="Arial" panose="020B0604020202020204" pitchFamily="34" charset="0"/>
              </a:defRPr>
            </a:lvl6pPr>
            <a:lvl7pPr marL="2971800" indent="-228600" eaLnBrk="0" fontAlgn="base" hangingPunct="0">
              <a:spcBef>
                <a:spcPct val="0"/>
              </a:spcBef>
              <a:spcAft>
                <a:spcPct val="0"/>
              </a:spcAft>
              <a:defRPr sz="2200">
                <a:solidFill>
                  <a:schemeClr val="tx1"/>
                </a:solidFill>
                <a:latin typeface="Arial" panose="020B0604020202020204" pitchFamily="34" charset="0"/>
              </a:defRPr>
            </a:lvl7pPr>
            <a:lvl8pPr marL="3429000" indent="-228600" eaLnBrk="0" fontAlgn="base" hangingPunct="0">
              <a:spcBef>
                <a:spcPct val="0"/>
              </a:spcBef>
              <a:spcAft>
                <a:spcPct val="0"/>
              </a:spcAft>
              <a:defRPr sz="2200">
                <a:solidFill>
                  <a:schemeClr val="tx1"/>
                </a:solidFill>
                <a:latin typeface="Arial" panose="020B0604020202020204" pitchFamily="34" charset="0"/>
              </a:defRPr>
            </a:lvl8pPr>
            <a:lvl9pPr marL="3886200" indent="-228600" eaLnBrk="0" fontAlgn="base" hangingPunct="0">
              <a:spcBef>
                <a:spcPct val="0"/>
              </a:spcBef>
              <a:spcAft>
                <a:spcPct val="0"/>
              </a:spcAft>
              <a:defRPr sz="2200">
                <a:solidFill>
                  <a:schemeClr val="tx1"/>
                </a:solidFill>
                <a:latin typeface="Arial" panose="020B0604020202020204" pitchFamily="34" charset="0"/>
              </a:defRPr>
            </a:lvl9pPr>
          </a:lstStyle>
          <a:p>
            <a:pPr eaLnBrk="1" hangingPunct="1">
              <a:lnSpc>
                <a:spcPct val="90000"/>
              </a:lnSpc>
              <a:spcBef>
                <a:spcPct val="20000"/>
              </a:spcBef>
            </a:pPr>
            <a:endParaRPr lang="en-US" altLang="en-US" sz="1400">
              <a:solidFill>
                <a:schemeClr val="tx2"/>
              </a:solidFill>
              <a:latin typeface="Times New Roman" panose="02020603050405020304" pitchFamily="18" charset="0"/>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3" name="Title 1"/>
          <p:cNvSpPr>
            <a:spLocks noGrp="1"/>
          </p:cNvSpPr>
          <p:nvPr>
            <p:ph type="title"/>
          </p:nvPr>
        </p:nvSpPr>
        <p:spPr>
          <a:xfrm>
            <a:off x="581192" y="687474"/>
            <a:ext cx="7989752" cy="1083329"/>
          </a:xfrm>
        </p:spPr>
        <p:txBody>
          <a:bodyPr/>
          <a:lstStyle/>
          <a:p>
            <a:r>
              <a:rPr lang="en-US" altLang="en-US"/>
              <a:t>Project Success</a:t>
            </a:r>
          </a:p>
        </p:txBody>
      </p:sp>
      <p:sp>
        <p:nvSpPr>
          <p:cNvPr id="30725" name="Content Placeholder 3"/>
          <p:cNvSpPr>
            <a:spLocks noGrp="1"/>
          </p:cNvSpPr>
          <p:nvPr>
            <p:ph idx="1"/>
          </p:nvPr>
        </p:nvSpPr>
        <p:spPr>
          <a:xfrm>
            <a:off x="581192" y="2228003"/>
            <a:ext cx="7989752" cy="3630795"/>
          </a:xfrm>
        </p:spPr>
        <p:txBody>
          <a:bodyPr/>
          <a:lstStyle/>
          <a:p>
            <a:pPr algn="just"/>
            <a:r>
              <a:rPr lang="en-US" altLang="en-US" dirty="0"/>
              <a:t>There are several ways to define project success</a:t>
            </a:r>
          </a:p>
          <a:p>
            <a:pPr lvl="1" algn="just"/>
            <a:r>
              <a:rPr lang="en-US" altLang="en-US" dirty="0"/>
              <a:t>The project met scope, time, and cost goals</a:t>
            </a:r>
          </a:p>
          <a:p>
            <a:pPr lvl="1" algn="just"/>
            <a:r>
              <a:rPr lang="en-US" altLang="en-US" dirty="0"/>
              <a:t>The project satisfied the customer/sponsor</a:t>
            </a:r>
          </a:p>
          <a:p>
            <a:pPr lvl="1" algn="just"/>
            <a:r>
              <a:rPr lang="en-US" altLang="en-US" dirty="0"/>
              <a:t>The results of the project met its main objective, such as making or saving a certain amount of money, providing a good return on investment, or simply making the sponsors happy</a:t>
            </a:r>
          </a:p>
        </p:txBody>
      </p:sp>
      <p:sp>
        <p:nvSpPr>
          <p:cNvPr id="30724" name="Footer Placeholder 2"/>
          <p:cNvSpPr txBox="1">
            <a:spLocks noGrp="1"/>
          </p:cNvSpPr>
          <p:nvPr/>
        </p:nvSpPr>
        <p:spPr bwMode="auto">
          <a:xfrm>
            <a:off x="1524000" y="6400800"/>
            <a:ext cx="6248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2200">
                <a:solidFill>
                  <a:schemeClr val="tx1"/>
                </a:solidFill>
                <a:latin typeface="Arial" panose="020B0604020202020204" pitchFamily="34" charset="0"/>
              </a:defRPr>
            </a:lvl1pPr>
            <a:lvl2pPr marL="742950" indent="-285750" eaLnBrk="0" hangingPunct="0">
              <a:defRPr sz="2200">
                <a:solidFill>
                  <a:schemeClr val="tx1"/>
                </a:solidFill>
                <a:latin typeface="Arial" panose="020B0604020202020204" pitchFamily="34" charset="0"/>
              </a:defRPr>
            </a:lvl2pPr>
            <a:lvl3pPr marL="1143000" indent="-228600" eaLnBrk="0" hangingPunct="0">
              <a:defRPr sz="2200">
                <a:solidFill>
                  <a:schemeClr val="tx1"/>
                </a:solidFill>
                <a:latin typeface="Arial" panose="020B0604020202020204" pitchFamily="34" charset="0"/>
              </a:defRPr>
            </a:lvl3pPr>
            <a:lvl4pPr marL="1600200" indent="-228600" eaLnBrk="0" hangingPunct="0">
              <a:defRPr sz="2200">
                <a:solidFill>
                  <a:schemeClr val="tx1"/>
                </a:solidFill>
                <a:latin typeface="Arial" panose="020B0604020202020204" pitchFamily="34" charset="0"/>
              </a:defRPr>
            </a:lvl4pPr>
            <a:lvl5pPr marL="2057400" indent="-228600" eaLnBrk="0" hangingPunct="0">
              <a:defRPr sz="2200">
                <a:solidFill>
                  <a:schemeClr val="tx1"/>
                </a:solidFill>
                <a:latin typeface="Arial" panose="020B0604020202020204" pitchFamily="34" charset="0"/>
              </a:defRPr>
            </a:lvl5pPr>
            <a:lvl6pPr marL="2514600" indent="-228600" eaLnBrk="0" fontAlgn="base" hangingPunct="0">
              <a:spcBef>
                <a:spcPct val="0"/>
              </a:spcBef>
              <a:spcAft>
                <a:spcPct val="0"/>
              </a:spcAft>
              <a:defRPr sz="2200">
                <a:solidFill>
                  <a:schemeClr val="tx1"/>
                </a:solidFill>
                <a:latin typeface="Arial" panose="020B0604020202020204" pitchFamily="34" charset="0"/>
              </a:defRPr>
            </a:lvl6pPr>
            <a:lvl7pPr marL="2971800" indent="-228600" eaLnBrk="0" fontAlgn="base" hangingPunct="0">
              <a:spcBef>
                <a:spcPct val="0"/>
              </a:spcBef>
              <a:spcAft>
                <a:spcPct val="0"/>
              </a:spcAft>
              <a:defRPr sz="2200">
                <a:solidFill>
                  <a:schemeClr val="tx1"/>
                </a:solidFill>
                <a:latin typeface="Arial" panose="020B0604020202020204" pitchFamily="34" charset="0"/>
              </a:defRPr>
            </a:lvl7pPr>
            <a:lvl8pPr marL="3429000" indent="-228600" eaLnBrk="0" fontAlgn="base" hangingPunct="0">
              <a:spcBef>
                <a:spcPct val="0"/>
              </a:spcBef>
              <a:spcAft>
                <a:spcPct val="0"/>
              </a:spcAft>
              <a:defRPr sz="2200">
                <a:solidFill>
                  <a:schemeClr val="tx1"/>
                </a:solidFill>
                <a:latin typeface="Arial" panose="020B0604020202020204" pitchFamily="34" charset="0"/>
              </a:defRPr>
            </a:lvl8pPr>
            <a:lvl9pPr marL="3886200" indent="-228600" eaLnBrk="0" fontAlgn="base" hangingPunct="0">
              <a:spcBef>
                <a:spcPct val="0"/>
              </a:spcBef>
              <a:spcAft>
                <a:spcPct val="0"/>
              </a:spcAft>
              <a:defRPr sz="2200">
                <a:solidFill>
                  <a:schemeClr val="tx1"/>
                </a:solidFill>
                <a:latin typeface="Arial" panose="020B0604020202020204" pitchFamily="34" charset="0"/>
              </a:defRPr>
            </a:lvl9pPr>
          </a:lstStyle>
          <a:p>
            <a:pPr eaLnBrk="1" hangingPunct="1">
              <a:lnSpc>
                <a:spcPct val="90000"/>
              </a:lnSpc>
              <a:spcBef>
                <a:spcPct val="20000"/>
              </a:spcBef>
            </a:pPr>
            <a:endParaRPr lang="en-US" altLang="en-US" sz="1400">
              <a:solidFill>
                <a:schemeClr val="tx2"/>
              </a:solidFill>
              <a:latin typeface="Times New Roman" panose="02020603050405020304" pitchFamily="18" charset="0"/>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7" name="Rectangle 4"/>
          <p:cNvSpPr>
            <a:spLocks noGrp="1" noChangeArrowheads="1"/>
          </p:cNvSpPr>
          <p:nvPr>
            <p:ph type="title"/>
          </p:nvPr>
        </p:nvSpPr>
        <p:spPr>
          <a:xfrm>
            <a:off x="581192" y="687474"/>
            <a:ext cx="7989752" cy="1083329"/>
          </a:xfrm>
        </p:spPr>
        <p:txBody>
          <a:bodyPr/>
          <a:lstStyle/>
          <a:p>
            <a:r>
              <a:rPr lang="en-US" altLang="en-US" dirty="0"/>
              <a:t> What Helps Projects Succeed?*</a:t>
            </a:r>
          </a:p>
        </p:txBody>
      </p:sp>
      <p:sp>
        <p:nvSpPr>
          <p:cNvPr id="31748" name="Rectangle 5"/>
          <p:cNvSpPr>
            <a:spLocks noGrp="1" noChangeArrowheads="1"/>
          </p:cNvSpPr>
          <p:nvPr>
            <p:ph sz="half" idx="1"/>
          </p:nvPr>
        </p:nvSpPr>
        <p:spPr>
          <a:xfrm>
            <a:off x="581192" y="2228002"/>
            <a:ext cx="3899527" cy="3633047"/>
          </a:xfrm>
        </p:spPr>
        <p:txBody>
          <a:bodyPr/>
          <a:lstStyle/>
          <a:p>
            <a:r>
              <a:rPr lang="en-US" dirty="0"/>
              <a:t>Executive support</a:t>
            </a:r>
          </a:p>
          <a:p>
            <a:r>
              <a:rPr lang="en-US" dirty="0"/>
              <a:t>User involvement</a:t>
            </a:r>
          </a:p>
          <a:p>
            <a:r>
              <a:rPr lang="en-US" dirty="0"/>
              <a:t>Experienced project manager</a:t>
            </a:r>
          </a:p>
          <a:p>
            <a:r>
              <a:rPr lang="en-US" dirty="0"/>
              <a:t>Clear business objectives</a:t>
            </a:r>
          </a:p>
          <a:p>
            <a:r>
              <a:rPr lang="en-US" dirty="0"/>
              <a:t>Minimized scope</a:t>
            </a:r>
          </a:p>
          <a:p>
            <a:r>
              <a:rPr lang="en-US" dirty="0"/>
              <a:t>Standard software infrastructure</a:t>
            </a:r>
          </a:p>
        </p:txBody>
      </p:sp>
      <p:sp>
        <p:nvSpPr>
          <p:cNvPr id="31749" name="Rectangle 6"/>
          <p:cNvSpPr>
            <a:spLocks noGrp="1" noChangeArrowheads="1"/>
          </p:cNvSpPr>
          <p:nvPr>
            <p:ph sz="half" idx="2"/>
          </p:nvPr>
        </p:nvSpPr>
        <p:spPr>
          <a:xfrm>
            <a:off x="4663282" y="2228003"/>
            <a:ext cx="3907662" cy="3633047"/>
          </a:xfrm>
        </p:spPr>
        <p:txBody>
          <a:bodyPr/>
          <a:lstStyle/>
          <a:p>
            <a:r>
              <a:rPr lang="en-US" dirty="0"/>
              <a:t>Firm basic requirements</a:t>
            </a:r>
          </a:p>
          <a:p>
            <a:r>
              <a:rPr lang="en-US" dirty="0"/>
              <a:t>Formal methodology</a:t>
            </a:r>
          </a:p>
          <a:p>
            <a:r>
              <a:rPr lang="en-US" dirty="0"/>
              <a:t>Reliable estimates</a:t>
            </a:r>
          </a:p>
          <a:p>
            <a:r>
              <a:rPr lang="en-US" dirty="0"/>
              <a:t>Other criteria, such as small milestones, proper planning, competent staff, and ownership</a:t>
            </a:r>
          </a:p>
          <a:p>
            <a:endParaRPr lang="en-US" dirty="0"/>
          </a:p>
        </p:txBody>
      </p:sp>
      <p:sp>
        <p:nvSpPr>
          <p:cNvPr id="31750" name="Footer Placeholder 2"/>
          <p:cNvSpPr txBox="1">
            <a:spLocks noGrp="1"/>
          </p:cNvSpPr>
          <p:nvPr/>
        </p:nvSpPr>
        <p:spPr bwMode="auto">
          <a:xfrm>
            <a:off x="1524000" y="6400800"/>
            <a:ext cx="6248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2200">
                <a:solidFill>
                  <a:schemeClr val="tx1"/>
                </a:solidFill>
                <a:latin typeface="Arial" panose="020B0604020202020204" pitchFamily="34" charset="0"/>
              </a:defRPr>
            </a:lvl1pPr>
            <a:lvl2pPr marL="742950" indent="-285750" eaLnBrk="0" hangingPunct="0">
              <a:defRPr sz="2200">
                <a:solidFill>
                  <a:schemeClr val="tx1"/>
                </a:solidFill>
                <a:latin typeface="Arial" panose="020B0604020202020204" pitchFamily="34" charset="0"/>
              </a:defRPr>
            </a:lvl2pPr>
            <a:lvl3pPr marL="1143000" indent="-228600" eaLnBrk="0" hangingPunct="0">
              <a:defRPr sz="2200">
                <a:solidFill>
                  <a:schemeClr val="tx1"/>
                </a:solidFill>
                <a:latin typeface="Arial" panose="020B0604020202020204" pitchFamily="34" charset="0"/>
              </a:defRPr>
            </a:lvl3pPr>
            <a:lvl4pPr marL="1600200" indent="-228600" eaLnBrk="0" hangingPunct="0">
              <a:defRPr sz="2200">
                <a:solidFill>
                  <a:schemeClr val="tx1"/>
                </a:solidFill>
                <a:latin typeface="Arial" panose="020B0604020202020204" pitchFamily="34" charset="0"/>
              </a:defRPr>
            </a:lvl4pPr>
            <a:lvl5pPr marL="2057400" indent="-228600" eaLnBrk="0" hangingPunct="0">
              <a:defRPr sz="2200">
                <a:solidFill>
                  <a:schemeClr val="tx1"/>
                </a:solidFill>
                <a:latin typeface="Arial" panose="020B0604020202020204" pitchFamily="34" charset="0"/>
              </a:defRPr>
            </a:lvl5pPr>
            <a:lvl6pPr marL="2514600" indent="-228600" eaLnBrk="0" fontAlgn="base" hangingPunct="0">
              <a:spcBef>
                <a:spcPct val="0"/>
              </a:spcBef>
              <a:spcAft>
                <a:spcPct val="0"/>
              </a:spcAft>
              <a:defRPr sz="2200">
                <a:solidFill>
                  <a:schemeClr val="tx1"/>
                </a:solidFill>
                <a:latin typeface="Arial" panose="020B0604020202020204" pitchFamily="34" charset="0"/>
              </a:defRPr>
            </a:lvl6pPr>
            <a:lvl7pPr marL="2971800" indent="-228600" eaLnBrk="0" fontAlgn="base" hangingPunct="0">
              <a:spcBef>
                <a:spcPct val="0"/>
              </a:spcBef>
              <a:spcAft>
                <a:spcPct val="0"/>
              </a:spcAft>
              <a:defRPr sz="2200">
                <a:solidFill>
                  <a:schemeClr val="tx1"/>
                </a:solidFill>
                <a:latin typeface="Arial" panose="020B0604020202020204" pitchFamily="34" charset="0"/>
              </a:defRPr>
            </a:lvl7pPr>
            <a:lvl8pPr marL="3429000" indent="-228600" eaLnBrk="0" fontAlgn="base" hangingPunct="0">
              <a:spcBef>
                <a:spcPct val="0"/>
              </a:spcBef>
              <a:spcAft>
                <a:spcPct val="0"/>
              </a:spcAft>
              <a:defRPr sz="2200">
                <a:solidFill>
                  <a:schemeClr val="tx1"/>
                </a:solidFill>
                <a:latin typeface="Arial" panose="020B0604020202020204" pitchFamily="34" charset="0"/>
              </a:defRPr>
            </a:lvl8pPr>
            <a:lvl9pPr marL="3886200" indent="-228600" eaLnBrk="0" fontAlgn="base" hangingPunct="0">
              <a:spcBef>
                <a:spcPct val="0"/>
              </a:spcBef>
              <a:spcAft>
                <a:spcPct val="0"/>
              </a:spcAft>
              <a:defRPr sz="2200">
                <a:solidFill>
                  <a:schemeClr val="tx1"/>
                </a:solidFill>
                <a:latin typeface="Arial" panose="020B0604020202020204" pitchFamily="34" charset="0"/>
              </a:defRPr>
            </a:lvl9pPr>
          </a:lstStyle>
          <a:p>
            <a:pPr eaLnBrk="1" hangingPunct="1">
              <a:lnSpc>
                <a:spcPct val="90000"/>
              </a:lnSpc>
              <a:spcBef>
                <a:spcPct val="20000"/>
              </a:spcBef>
            </a:pPr>
            <a:endParaRPr lang="en-US" altLang="en-US" sz="1400">
              <a:solidFill>
                <a:schemeClr val="tx2"/>
              </a:solidFill>
              <a:latin typeface="Times New Roman" panose="02020603050405020304" pitchFamily="18" charset="0"/>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Rectangle 2"/>
          <p:cNvSpPr>
            <a:spLocks noGrp="1" noChangeArrowheads="1"/>
          </p:cNvSpPr>
          <p:nvPr>
            <p:ph type="title"/>
          </p:nvPr>
        </p:nvSpPr>
        <p:spPr>
          <a:xfrm>
            <a:off x="581192" y="687474"/>
            <a:ext cx="7989752" cy="1083329"/>
          </a:xfrm>
        </p:spPr>
        <p:txBody>
          <a:bodyPr>
            <a:noAutofit/>
          </a:bodyPr>
          <a:lstStyle/>
          <a:p>
            <a:r>
              <a:rPr lang="en-US" altLang="zh-TW" dirty="0"/>
              <a:t>Causes of failure</a:t>
            </a:r>
          </a:p>
        </p:txBody>
      </p:sp>
      <p:sp>
        <p:nvSpPr>
          <p:cNvPr id="2" name="Text Placeholder 1"/>
          <p:cNvSpPr>
            <a:spLocks noGrp="1"/>
          </p:cNvSpPr>
          <p:nvPr>
            <p:ph type="body" idx="1"/>
          </p:nvPr>
        </p:nvSpPr>
        <p:spPr>
          <a:xfrm>
            <a:off x="887413" y="2065459"/>
            <a:ext cx="3594100" cy="576262"/>
          </a:xfrm>
        </p:spPr>
        <p:txBody>
          <a:bodyPr/>
          <a:lstStyle/>
          <a:p>
            <a:r>
              <a:rPr lang="en-US" dirty="0"/>
              <a:t>Quantitative (Technical)</a:t>
            </a:r>
          </a:p>
        </p:txBody>
      </p:sp>
      <p:sp>
        <p:nvSpPr>
          <p:cNvPr id="3" name="Content Placeholder 2"/>
          <p:cNvSpPr>
            <a:spLocks noGrp="1"/>
          </p:cNvSpPr>
          <p:nvPr>
            <p:ph sz="half" idx="2"/>
          </p:nvPr>
        </p:nvSpPr>
        <p:spPr>
          <a:xfrm>
            <a:off x="581025" y="2657596"/>
            <a:ext cx="3900488" cy="2935287"/>
          </a:xfrm>
        </p:spPr>
        <p:txBody>
          <a:bodyPr/>
          <a:lstStyle/>
          <a:p>
            <a:r>
              <a:rPr lang="en-US" dirty="0"/>
              <a:t>Ineffective planning</a:t>
            </a:r>
          </a:p>
          <a:p>
            <a:r>
              <a:rPr lang="en-US" dirty="0"/>
              <a:t>Ineffective scheduling</a:t>
            </a:r>
          </a:p>
          <a:p>
            <a:r>
              <a:rPr lang="en-US" dirty="0"/>
              <a:t>Ineffective estimating</a:t>
            </a:r>
          </a:p>
          <a:p>
            <a:r>
              <a:rPr lang="en-US" dirty="0"/>
              <a:t>Ineffective cost control</a:t>
            </a:r>
          </a:p>
          <a:p>
            <a:r>
              <a:rPr lang="en-US" dirty="0"/>
              <a:t>Project objectives not properly established</a:t>
            </a:r>
          </a:p>
        </p:txBody>
      </p:sp>
      <p:sp>
        <p:nvSpPr>
          <p:cNvPr id="4" name="Text Placeholder 3"/>
          <p:cNvSpPr>
            <a:spLocks noGrp="1"/>
          </p:cNvSpPr>
          <p:nvPr>
            <p:ph type="body" sz="quarter" idx="3"/>
          </p:nvPr>
        </p:nvSpPr>
        <p:spPr>
          <a:xfrm>
            <a:off x="4590201" y="2062967"/>
            <a:ext cx="3602038" cy="576262"/>
          </a:xfrm>
        </p:spPr>
        <p:txBody>
          <a:bodyPr/>
          <a:lstStyle/>
          <a:p>
            <a:r>
              <a:rPr lang="en-US" dirty="0"/>
              <a:t>Qualitative (Socio-Cultural)</a:t>
            </a:r>
          </a:p>
        </p:txBody>
      </p:sp>
      <p:sp>
        <p:nvSpPr>
          <p:cNvPr id="5" name="Content Placeholder 4"/>
          <p:cNvSpPr>
            <a:spLocks noGrp="1"/>
          </p:cNvSpPr>
          <p:nvPr>
            <p:ph sz="quarter" idx="4"/>
          </p:nvPr>
        </p:nvSpPr>
        <p:spPr>
          <a:xfrm>
            <a:off x="4664075" y="2657596"/>
            <a:ext cx="3906838" cy="2935287"/>
          </a:xfrm>
        </p:spPr>
        <p:txBody>
          <a:bodyPr>
            <a:noAutofit/>
          </a:bodyPr>
          <a:lstStyle/>
          <a:p>
            <a:r>
              <a:rPr lang="en-US" dirty="0"/>
              <a:t>Poor morale</a:t>
            </a:r>
          </a:p>
          <a:p>
            <a:r>
              <a:rPr lang="en-US" dirty="0"/>
              <a:t>Poor motivation</a:t>
            </a:r>
          </a:p>
          <a:p>
            <a:r>
              <a:rPr lang="en-US" dirty="0"/>
              <a:t>Poor human relations</a:t>
            </a:r>
          </a:p>
          <a:p>
            <a:r>
              <a:rPr lang="en-US" dirty="0"/>
              <a:t>Poor productivity</a:t>
            </a:r>
          </a:p>
          <a:p>
            <a:r>
              <a:rPr lang="en-US" dirty="0"/>
              <a:t>No employee commitment</a:t>
            </a:r>
          </a:p>
          <a:p>
            <a:r>
              <a:rPr lang="en-US" dirty="0"/>
              <a:t>No functional commitment</a:t>
            </a:r>
          </a:p>
          <a:p>
            <a:r>
              <a:rPr lang="en-US" dirty="0"/>
              <a:t>Delays in problem solving </a:t>
            </a:r>
          </a:p>
          <a:p>
            <a:r>
              <a:rPr lang="en-US" dirty="0"/>
              <a:t>Too many unresolved policy issues</a:t>
            </a:r>
          </a:p>
          <a:p>
            <a:r>
              <a:rPr lang="en-US" dirty="0"/>
              <a:t>Conflicting priorities between executives, line managers, and project manager</a:t>
            </a:r>
          </a:p>
        </p:txBody>
      </p:sp>
      <p:cxnSp>
        <p:nvCxnSpPr>
          <p:cNvPr id="7" name="Straight Connector 6"/>
          <p:cNvCxnSpPr/>
          <p:nvPr/>
        </p:nvCxnSpPr>
        <p:spPr>
          <a:xfrm>
            <a:off x="4253700" y="1676400"/>
            <a:ext cx="0" cy="3923817"/>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27868422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2"/>
          <p:cNvSpPr>
            <a:spLocks noGrp="1" noChangeArrowheads="1"/>
          </p:cNvSpPr>
          <p:nvPr>
            <p:ph type="title"/>
          </p:nvPr>
        </p:nvSpPr>
        <p:spPr>
          <a:xfrm>
            <a:off x="581192" y="687474"/>
            <a:ext cx="7989752" cy="1083329"/>
          </a:xfrm>
        </p:spPr>
        <p:txBody>
          <a:bodyPr/>
          <a:lstStyle/>
          <a:p>
            <a:r>
              <a:rPr lang="en-US" altLang="en-US" dirty="0"/>
              <a:t>Program</a:t>
            </a:r>
          </a:p>
        </p:txBody>
      </p:sp>
      <p:sp>
        <p:nvSpPr>
          <p:cNvPr id="20484" name="Rectangle 3"/>
          <p:cNvSpPr>
            <a:spLocks noGrp="1" noChangeArrowheads="1"/>
          </p:cNvSpPr>
          <p:nvPr>
            <p:ph idx="1"/>
          </p:nvPr>
        </p:nvSpPr>
        <p:spPr>
          <a:xfrm>
            <a:off x="581192" y="2228003"/>
            <a:ext cx="7989752" cy="3630795"/>
          </a:xfrm>
        </p:spPr>
        <p:txBody>
          <a:bodyPr/>
          <a:lstStyle/>
          <a:p>
            <a:pPr algn="just"/>
            <a:r>
              <a:rPr lang="en-US" altLang="en-US" dirty="0"/>
              <a:t>Program: group of related projects managed in a coordinated way to obtain benefits and control not available from managing them individually </a:t>
            </a:r>
          </a:p>
          <a:p>
            <a:pPr marL="0" indent="0" algn="r">
              <a:buNone/>
            </a:pPr>
            <a:r>
              <a:rPr lang="en-US" altLang="en-US" dirty="0"/>
              <a:t>(PMBOK® Guide, Third Edition, 2004, p. 16)</a:t>
            </a:r>
          </a:p>
        </p:txBody>
      </p:sp>
      <p:sp>
        <p:nvSpPr>
          <p:cNvPr id="20485" name="Footer Placeholder 5"/>
          <p:cNvSpPr txBox="1">
            <a:spLocks noGrp="1"/>
          </p:cNvSpPr>
          <p:nvPr/>
        </p:nvSpPr>
        <p:spPr bwMode="auto">
          <a:xfrm>
            <a:off x="1524000" y="6400800"/>
            <a:ext cx="6248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2200">
                <a:solidFill>
                  <a:schemeClr val="tx1"/>
                </a:solidFill>
                <a:latin typeface="Arial" panose="020B0604020202020204" pitchFamily="34" charset="0"/>
              </a:defRPr>
            </a:lvl1pPr>
            <a:lvl2pPr marL="742950" indent="-285750" eaLnBrk="0" hangingPunct="0">
              <a:defRPr sz="2200">
                <a:solidFill>
                  <a:schemeClr val="tx1"/>
                </a:solidFill>
                <a:latin typeface="Arial" panose="020B0604020202020204" pitchFamily="34" charset="0"/>
              </a:defRPr>
            </a:lvl2pPr>
            <a:lvl3pPr marL="1143000" indent="-228600" eaLnBrk="0" hangingPunct="0">
              <a:defRPr sz="2200">
                <a:solidFill>
                  <a:schemeClr val="tx1"/>
                </a:solidFill>
                <a:latin typeface="Arial" panose="020B0604020202020204" pitchFamily="34" charset="0"/>
              </a:defRPr>
            </a:lvl3pPr>
            <a:lvl4pPr marL="1600200" indent="-228600" eaLnBrk="0" hangingPunct="0">
              <a:defRPr sz="2200">
                <a:solidFill>
                  <a:schemeClr val="tx1"/>
                </a:solidFill>
                <a:latin typeface="Arial" panose="020B0604020202020204" pitchFamily="34" charset="0"/>
              </a:defRPr>
            </a:lvl4pPr>
            <a:lvl5pPr marL="2057400" indent="-228600" eaLnBrk="0" hangingPunct="0">
              <a:defRPr sz="2200">
                <a:solidFill>
                  <a:schemeClr val="tx1"/>
                </a:solidFill>
                <a:latin typeface="Arial" panose="020B0604020202020204" pitchFamily="34" charset="0"/>
              </a:defRPr>
            </a:lvl5pPr>
            <a:lvl6pPr marL="2514600" indent="-228600" eaLnBrk="0" fontAlgn="base" hangingPunct="0">
              <a:spcBef>
                <a:spcPct val="0"/>
              </a:spcBef>
              <a:spcAft>
                <a:spcPct val="0"/>
              </a:spcAft>
              <a:defRPr sz="2200">
                <a:solidFill>
                  <a:schemeClr val="tx1"/>
                </a:solidFill>
                <a:latin typeface="Arial" panose="020B0604020202020204" pitchFamily="34" charset="0"/>
              </a:defRPr>
            </a:lvl6pPr>
            <a:lvl7pPr marL="2971800" indent="-228600" eaLnBrk="0" fontAlgn="base" hangingPunct="0">
              <a:spcBef>
                <a:spcPct val="0"/>
              </a:spcBef>
              <a:spcAft>
                <a:spcPct val="0"/>
              </a:spcAft>
              <a:defRPr sz="2200">
                <a:solidFill>
                  <a:schemeClr val="tx1"/>
                </a:solidFill>
                <a:latin typeface="Arial" panose="020B0604020202020204" pitchFamily="34" charset="0"/>
              </a:defRPr>
            </a:lvl7pPr>
            <a:lvl8pPr marL="3429000" indent="-228600" eaLnBrk="0" fontAlgn="base" hangingPunct="0">
              <a:spcBef>
                <a:spcPct val="0"/>
              </a:spcBef>
              <a:spcAft>
                <a:spcPct val="0"/>
              </a:spcAft>
              <a:defRPr sz="2200">
                <a:solidFill>
                  <a:schemeClr val="tx1"/>
                </a:solidFill>
                <a:latin typeface="Arial" panose="020B0604020202020204" pitchFamily="34" charset="0"/>
              </a:defRPr>
            </a:lvl8pPr>
            <a:lvl9pPr marL="3886200" indent="-228600" eaLnBrk="0" fontAlgn="base" hangingPunct="0">
              <a:spcBef>
                <a:spcPct val="0"/>
              </a:spcBef>
              <a:spcAft>
                <a:spcPct val="0"/>
              </a:spcAft>
              <a:defRPr sz="2200">
                <a:solidFill>
                  <a:schemeClr val="tx1"/>
                </a:solidFill>
                <a:latin typeface="Arial" panose="020B0604020202020204" pitchFamily="34" charset="0"/>
              </a:defRPr>
            </a:lvl9pPr>
          </a:lstStyle>
          <a:p>
            <a:pPr eaLnBrk="1" hangingPunct="1">
              <a:lnSpc>
                <a:spcPct val="90000"/>
              </a:lnSpc>
              <a:spcBef>
                <a:spcPct val="20000"/>
              </a:spcBef>
            </a:pPr>
            <a:endParaRPr lang="en-US" altLang="en-US" sz="1400">
              <a:solidFill>
                <a:schemeClr val="tx2"/>
              </a:solidFill>
              <a:latin typeface="Times New Roman" panose="02020603050405020304" pitchFamily="18" charset="0"/>
            </a:endParaRPr>
          </a:p>
        </p:txBody>
      </p:sp>
    </p:spTree>
    <p:extLst>
      <p:ext uri="{BB962C8B-B14F-4D97-AF65-F5344CB8AC3E}">
        <p14:creationId xmlns:p14="http://schemas.microsoft.com/office/powerpoint/2010/main" val="323563801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2"/>
          <p:cNvSpPr>
            <a:spLocks noGrp="1" noChangeArrowheads="1"/>
          </p:cNvSpPr>
          <p:nvPr>
            <p:ph type="title"/>
          </p:nvPr>
        </p:nvSpPr>
        <p:spPr>
          <a:xfrm>
            <a:off x="581192" y="687474"/>
            <a:ext cx="7989752" cy="1083329"/>
          </a:xfrm>
        </p:spPr>
        <p:txBody>
          <a:bodyPr/>
          <a:lstStyle/>
          <a:p>
            <a:r>
              <a:rPr lang="en-US" altLang="en-US" dirty="0"/>
              <a:t>Project Managers Vs Program Managers</a:t>
            </a:r>
          </a:p>
        </p:txBody>
      </p:sp>
      <p:sp>
        <p:nvSpPr>
          <p:cNvPr id="20484" name="Rectangle 3"/>
          <p:cNvSpPr>
            <a:spLocks noGrp="1" noChangeArrowheads="1"/>
          </p:cNvSpPr>
          <p:nvPr>
            <p:ph idx="1"/>
          </p:nvPr>
        </p:nvSpPr>
        <p:spPr>
          <a:xfrm>
            <a:off x="581192" y="2228003"/>
            <a:ext cx="7989752" cy="3630795"/>
          </a:xfrm>
        </p:spPr>
        <p:txBody>
          <a:bodyPr>
            <a:normAutofit/>
          </a:bodyPr>
          <a:lstStyle/>
          <a:p>
            <a:pPr algn="just"/>
            <a:r>
              <a:rPr lang="en-US" altLang="en-US" dirty="0"/>
              <a:t>Project managers work with project sponsors, a project team, and other people involved in a project to meet project goals</a:t>
            </a:r>
          </a:p>
          <a:p>
            <a:pPr algn="just"/>
            <a:r>
              <a:rPr lang="en-US" altLang="en-US" dirty="0"/>
              <a:t>Program managers oversee programs and often act as bosses for project managers </a:t>
            </a:r>
          </a:p>
          <a:p>
            <a:pPr algn="just"/>
            <a:r>
              <a:rPr lang="en-US" dirty="0"/>
              <a:t>A program manager provides leadership and direction for the project managers heading the projects within the program</a:t>
            </a:r>
          </a:p>
          <a:p>
            <a:pPr algn="just"/>
            <a:endParaRPr lang="en-US" altLang="en-US" dirty="0"/>
          </a:p>
        </p:txBody>
      </p:sp>
      <p:sp>
        <p:nvSpPr>
          <p:cNvPr id="20485" name="Footer Placeholder 5"/>
          <p:cNvSpPr txBox="1">
            <a:spLocks noGrp="1"/>
          </p:cNvSpPr>
          <p:nvPr/>
        </p:nvSpPr>
        <p:spPr bwMode="auto">
          <a:xfrm>
            <a:off x="1524000" y="6400800"/>
            <a:ext cx="6248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2200">
                <a:solidFill>
                  <a:schemeClr val="tx1"/>
                </a:solidFill>
                <a:latin typeface="Arial" panose="020B0604020202020204" pitchFamily="34" charset="0"/>
              </a:defRPr>
            </a:lvl1pPr>
            <a:lvl2pPr marL="742950" indent="-285750" eaLnBrk="0" hangingPunct="0">
              <a:defRPr sz="2200">
                <a:solidFill>
                  <a:schemeClr val="tx1"/>
                </a:solidFill>
                <a:latin typeface="Arial" panose="020B0604020202020204" pitchFamily="34" charset="0"/>
              </a:defRPr>
            </a:lvl2pPr>
            <a:lvl3pPr marL="1143000" indent="-228600" eaLnBrk="0" hangingPunct="0">
              <a:defRPr sz="2200">
                <a:solidFill>
                  <a:schemeClr val="tx1"/>
                </a:solidFill>
                <a:latin typeface="Arial" panose="020B0604020202020204" pitchFamily="34" charset="0"/>
              </a:defRPr>
            </a:lvl3pPr>
            <a:lvl4pPr marL="1600200" indent="-228600" eaLnBrk="0" hangingPunct="0">
              <a:defRPr sz="2200">
                <a:solidFill>
                  <a:schemeClr val="tx1"/>
                </a:solidFill>
                <a:latin typeface="Arial" panose="020B0604020202020204" pitchFamily="34" charset="0"/>
              </a:defRPr>
            </a:lvl4pPr>
            <a:lvl5pPr marL="2057400" indent="-228600" eaLnBrk="0" hangingPunct="0">
              <a:defRPr sz="2200">
                <a:solidFill>
                  <a:schemeClr val="tx1"/>
                </a:solidFill>
                <a:latin typeface="Arial" panose="020B0604020202020204" pitchFamily="34" charset="0"/>
              </a:defRPr>
            </a:lvl5pPr>
            <a:lvl6pPr marL="2514600" indent="-228600" eaLnBrk="0" fontAlgn="base" hangingPunct="0">
              <a:spcBef>
                <a:spcPct val="0"/>
              </a:spcBef>
              <a:spcAft>
                <a:spcPct val="0"/>
              </a:spcAft>
              <a:defRPr sz="2200">
                <a:solidFill>
                  <a:schemeClr val="tx1"/>
                </a:solidFill>
                <a:latin typeface="Arial" panose="020B0604020202020204" pitchFamily="34" charset="0"/>
              </a:defRPr>
            </a:lvl6pPr>
            <a:lvl7pPr marL="2971800" indent="-228600" eaLnBrk="0" fontAlgn="base" hangingPunct="0">
              <a:spcBef>
                <a:spcPct val="0"/>
              </a:spcBef>
              <a:spcAft>
                <a:spcPct val="0"/>
              </a:spcAft>
              <a:defRPr sz="2200">
                <a:solidFill>
                  <a:schemeClr val="tx1"/>
                </a:solidFill>
                <a:latin typeface="Arial" panose="020B0604020202020204" pitchFamily="34" charset="0"/>
              </a:defRPr>
            </a:lvl7pPr>
            <a:lvl8pPr marL="3429000" indent="-228600" eaLnBrk="0" fontAlgn="base" hangingPunct="0">
              <a:spcBef>
                <a:spcPct val="0"/>
              </a:spcBef>
              <a:spcAft>
                <a:spcPct val="0"/>
              </a:spcAft>
              <a:defRPr sz="2200">
                <a:solidFill>
                  <a:schemeClr val="tx1"/>
                </a:solidFill>
                <a:latin typeface="Arial" panose="020B0604020202020204" pitchFamily="34" charset="0"/>
              </a:defRPr>
            </a:lvl8pPr>
            <a:lvl9pPr marL="3886200" indent="-228600" eaLnBrk="0" fontAlgn="base" hangingPunct="0">
              <a:spcBef>
                <a:spcPct val="0"/>
              </a:spcBef>
              <a:spcAft>
                <a:spcPct val="0"/>
              </a:spcAft>
              <a:defRPr sz="2200">
                <a:solidFill>
                  <a:schemeClr val="tx1"/>
                </a:solidFill>
                <a:latin typeface="Arial" panose="020B0604020202020204" pitchFamily="34" charset="0"/>
              </a:defRPr>
            </a:lvl9pPr>
          </a:lstStyle>
          <a:p>
            <a:pPr eaLnBrk="1" hangingPunct="1">
              <a:lnSpc>
                <a:spcPct val="90000"/>
              </a:lnSpc>
              <a:spcBef>
                <a:spcPct val="20000"/>
              </a:spcBef>
            </a:pPr>
            <a:endParaRPr lang="en-US" altLang="en-US" sz="1400">
              <a:solidFill>
                <a:schemeClr val="tx2"/>
              </a:solidFill>
              <a:latin typeface="Times New Roman" panose="02020603050405020304" pitchFamily="18" charset="0"/>
            </a:endParaRPr>
          </a:p>
        </p:txBody>
      </p:sp>
    </p:spTree>
    <p:extLst>
      <p:ext uri="{BB962C8B-B14F-4D97-AF65-F5344CB8AC3E}">
        <p14:creationId xmlns:p14="http://schemas.microsoft.com/office/powerpoint/2010/main" val="277840333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5" name="Rectangle 2"/>
          <p:cNvSpPr>
            <a:spLocks noGrp="1" noChangeArrowheads="1"/>
          </p:cNvSpPr>
          <p:nvPr>
            <p:ph type="title"/>
          </p:nvPr>
        </p:nvSpPr>
        <p:spPr>
          <a:xfrm>
            <a:off x="581192" y="687474"/>
            <a:ext cx="7989752" cy="1083329"/>
          </a:xfrm>
        </p:spPr>
        <p:txBody>
          <a:bodyPr>
            <a:normAutofit/>
          </a:bodyPr>
          <a:lstStyle/>
          <a:p>
            <a:r>
              <a:rPr lang="en-US" altLang="en-US" dirty="0"/>
              <a:t>Project Portfolio Management</a:t>
            </a:r>
          </a:p>
        </p:txBody>
      </p:sp>
      <p:sp>
        <p:nvSpPr>
          <p:cNvPr id="89091" name="Rectangle 3"/>
          <p:cNvSpPr>
            <a:spLocks noGrp="1" noChangeArrowheads="1"/>
          </p:cNvSpPr>
          <p:nvPr>
            <p:ph idx="1"/>
          </p:nvPr>
        </p:nvSpPr>
        <p:spPr>
          <a:xfrm>
            <a:off x="581192" y="2228003"/>
            <a:ext cx="7989752" cy="3630795"/>
          </a:xfrm>
        </p:spPr>
        <p:txBody>
          <a:bodyPr>
            <a:normAutofit/>
          </a:bodyPr>
          <a:lstStyle/>
          <a:p>
            <a:pPr algn="just"/>
            <a:r>
              <a:rPr lang="en-US" dirty="0"/>
              <a:t>Project portfolio management is a strategy in which organizations, group and manage projects and programs as a portfolio of investments that contribute to the entire enterprise’s success. </a:t>
            </a:r>
          </a:p>
          <a:p>
            <a:pPr algn="just"/>
            <a:r>
              <a:rPr lang="en-US" dirty="0"/>
              <a:t>Portfolio managers help their organizations make wise investment decisions by helping to select and analyze projects from a strategic perspective. </a:t>
            </a:r>
          </a:p>
          <a:p>
            <a:pPr algn="just"/>
            <a:r>
              <a:rPr lang="en-US" dirty="0"/>
              <a:t>It is most important that they have strong financial and analytical skills and understand how projects and programs can contribute to meeting strategic goals.</a:t>
            </a:r>
          </a:p>
        </p:txBody>
      </p:sp>
      <p:sp>
        <p:nvSpPr>
          <p:cNvPr id="33797" name="Footer Placeholder 5"/>
          <p:cNvSpPr txBox="1">
            <a:spLocks noGrp="1"/>
          </p:cNvSpPr>
          <p:nvPr/>
        </p:nvSpPr>
        <p:spPr bwMode="auto">
          <a:xfrm>
            <a:off x="1524000" y="6400800"/>
            <a:ext cx="6248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2200">
                <a:solidFill>
                  <a:schemeClr val="tx1"/>
                </a:solidFill>
                <a:latin typeface="Arial" panose="020B0604020202020204" pitchFamily="34" charset="0"/>
              </a:defRPr>
            </a:lvl1pPr>
            <a:lvl2pPr marL="742950" indent="-285750" eaLnBrk="0" hangingPunct="0">
              <a:defRPr sz="2200">
                <a:solidFill>
                  <a:schemeClr val="tx1"/>
                </a:solidFill>
                <a:latin typeface="Arial" panose="020B0604020202020204" pitchFamily="34" charset="0"/>
              </a:defRPr>
            </a:lvl2pPr>
            <a:lvl3pPr marL="1143000" indent="-228600" eaLnBrk="0" hangingPunct="0">
              <a:defRPr sz="2200">
                <a:solidFill>
                  <a:schemeClr val="tx1"/>
                </a:solidFill>
                <a:latin typeface="Arial" panose="020B0604020202020204" pitchFamily="34" charset="0"/>
              </a:defRPr>
            </a:lvl3pPr>
            <a:lvl4pPr marL="1600200" indent="-228600" eaLnBrk="0" hangingPunct="0">
              <a:defRPr sz="2200">
                <a:solidFill>
                  <a:schemeClr val="tx1"/>
                </a:solidFill>
                <a:latin typeface="Arial" panose="020B0604020202020204" pitchFamily="34" charset="0"/>
              </a:defRPr>
            </a:lvl4pPr>
            <a:lvl5pPr marL="2057400" indent="-228600" eaLnBrk="0" hangingPunct="0">
              <a:defRPr sz="2200">
                <a:solidFill>
                  <a:schemeClr val="tx1"/>
                </a:solidFill>
                <a:latin typeface="Arial" panose="020B0604020202020204" pitchFamily="34" charset="0"/>
              </a:defRPr>
            </a:lvl5pPr>
            <a:lvl6pPr marL="2514600" indent="-228600" eaLnBrk="0" fontAlgn="base" hangingPunct="0">
              <a:spcBef>
                <a:spcPct val="0"/>
              </a:spcBef>
              <a:spcAft>
                <a:spcPct val="0"/>
              </a:spcAft>
              <a:defRPr sz="2200">
                <a:solidFill>
                  <a:schemeClr val="tx1"/>
                </a:solidFill>
                <a:latin typeface="Arial" panose="020B0604020202020204" pitchFamily="34" charset="0"/>
              </a:defRPr>
            </a:lvl6pPr>
            <a:lvl7pPr marL="2971800" indent="-228600" eaLnBrk="0" fontAlgn="base" hangingPunct="0">
              <a:spcBef>
                <a:spcPct val="0"/>
              </a:spcBef>
              <a:spcAft>
                <a:spcPct val="0"/>
              </a:spcAft>
              <a:defRPr sz="2200">
                <a:solidFill>
                  <a:schemeClr val="tx1"/>
                </a:solidFill>
                <a:latin typeface="Arial" panose="020B0604020202020204" pitchFamily="34" charset="0"/>
              </a:defRPr>
            </a:lvl7pPr>
            <a:lvl8pPr marL="3429000" indent="-228600" eaLnBrk="0" fontAlgn="base" hangingPunct="0">
              <a:spcBef>
                <a:spcPct val="0"/>
              </a:spcBef>
              <a:spcAft>
                <a:spcPct val="0"/>
              </a:spcAft>
              <a:defRPr sz="2200">
                <a:solidFill>
                  <a:schemeClr val="tx1"/>
                </a:solidFill>
                <a:latin typeface="Arial" panose="020B0604020202020204" pitchFamily="34" charset="0"/>
              </a:defRPr>
            </a:lvl8pPr>
            <a:lvl9pPr marL="3886200" indent="-228600" eaLnBrk="0" fontAlgn="base" hangingPunct="0">
              <a:spcBef>
                <a:spcPct val="0"/>
              </a:spcBef>
              <a:spcAft>
                <a:spcPct val="0"/>
              </a:spcAft>
              <a:defRPr sz="2200">
                <a:solidFill>
                  <a:schemeClr val="tx1"/>
                </a:solidFill>
                <a:latin typeface="Arial" panose="020B0604020202020204" pitchFamily="34" charset="0"/>
              </a:defRPr>
            </a:lvl9pPr>
          </a:lstStyle>
          <a:p>
            <a:pPr eaLnBrk="1" hangingPunct="1">
              <a:lnSpc>
                <a:spcPct val="90000"/>
              </a:lnSpc>
              <a:spcBef>
                <a:spcPct val="20000"/>
              </a:spcBef>
            </a:pPr>
            <a:endParaRPr lang="en-US" altLang="en-US" sz="1400">
              <a:solidFill>
                <a:schemeClr val="tx2"/>
              </a:solidFill>
              <a:latin typeface="Times New Roman" panose="02020603050405020304" pitchFamily="18" charset="0"/>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3" name="Title 1"/>
          <p:cNvSpPr>
            <a:spLocks noGrp="1"/>
          </p:cNvSpPr>
          <p:nvPr>
            <p:ph type="title"/>
          </p:nvPr>
        </p:nvSpPr>
        <p:spPr>
          <a:xfrm>
            <a:off x="581192" y="687474"/>
            <a:ext cx="7989752" cy="1083329"/>
          </a:xfrm>
        </p:spPr>
        <p:txBody>
          <a:bodyPr>
            <a:normAutofit fontScale="90000"/>
          </a:bodyPr>
          <a:lstStyle/>
          <a:p>
            <a:r>
              <a:rPr lang="en-US" altLang="en-US" dirty="0"/>
              <a:t>Differences Between Project Management And Project Portfolio Management</a:t>
            </a:r>
          </a:p>
        </p:txBody>
      </p:sp>
      <p:sp>
        <p:nvSpPr>
          <p:cNvPr id="35844" name="Footer Placeholder 2"/>
          <p:cNvSpPr txBox="1">
            <a:spLocks noGrp="1"/>
          </p:cNvSpPr>
          <p:nvPr/>
        </p:nvSpPr>
        <p:spPr bwMode="auto">
          <a:xfrm>
            <a:off x="1524000" y="6400800"/>
            <a:ext cx="6248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2200">
                <a:solidFill>
                  <a:schemeClr val="tx1"/>
                </a:solidFill>
                <a:latin typeface="Arial" panose="020B0604020202020204" pitchFamily="34" charset="0"/>
              </a:defRPr>
            </a:lvl1pPr>
            <a:lvl2pPr marL="742950" indent="-285750" eaLnBrk="0" hangingPunct="0">
              <a:defRPr sz="2200">
                <a:solidFill>
                  <a:schemeClr val="tx1"/>
                </a:solidFill>
                <a:latin typeface="Arial" panose="020B0604020202020204" pitchFamily="34" charset="0"/>
              </a:defRPr>
            </a:lvl2pPr>
            <a:lvl3pPr marL="1143000" indent="-228600" eaLnBrk="0" hangingPunct="0">
              <a:defRPr sz="2200">
                <a:solidFill>
                  <a:schemeClr val="tx1"/>
                </a:solidFill>
                <a:latin typeface="Arial" panose="020B0604020202020204" pitchFamily="34" charset="0"/>
              </a:defRPr>
            </a:lvl3pPr>
            <a:lvl4pPr marL="1600200" indent="-228600" eaLnBrk="0" hangingPunct="0">
              <a:defRPr sz="2200">
                <a:solidFill>
                  <a:schemeClr val="tx1"/>
                </a:solidFill>
                <a:latin typeface="Arial" panose="020B0604020202020204" pitchFamily="34" charset="0"/>
              </a:defRPr>
            </a:lvl4pPr>
            <a:lvl5pPr marL="2057400" indent="-228600" eaLnBrk="0" hangingPunct="0">
              <a:defRPr sz="2200">
                <a:solidFill>
                  <a:schemeClr val="tx1"/>
                </a:solidFill>
                <a:latin typeface="Arial" panose="020B0604020202020204" pitchFamily="34" charset="0"/>
              </a:defRPr>
            </a:lvl5pPr>
            <a:lvl6pPr marL="2514600" indent="-228600" eaLnBrk="0" fontAlgn="base" hangingPunct="0">
              <a:spcBef>
                <a:spcPct val="0"/>
              </a:spcBef>
              <a:spcAft>
                <a:spcPct val="0"/>
              </a:spcAft>
              <a:defRPr sz="2200">
                <a:solidFill>
                  <a:schemeClr val="tx1"/>
                </a:solidFill>
                <a:latin typeface="Arial" panose="020B0604020202020204" pitchFamily="34" charset="0"/>
              </a:defRPr>
            </a:lvl6pPr>
            <a:lvl7pPr marL="2971800" indent="-228600" eaLnBrk="0" fontAlgn="base" hangingPunct="0">
              <a:spcBef>
                <a:spcPct val="0"/>
              </a:spcBef>
              <a:spcAft>
                <a:spcPct val="0"/>
              </a:spcAft>
              <a:defRPr sz="2200">
                <a:solidFill>
                  <a:schemeClr val="tx1"/>
                </a:solidFill>
                <a:latin typeface="Arial" panose="020B0604020202020204" pitchFamily="34" charset="0"/>
              </a:defRPr>
            </a:lvl7pPr>
            <a:lvl8pPr marL="3429000" indent="-228600" eaLnBrk="0" fontAlgn="base" hangingPunct="0">
              <a:spcBef>
                <a:spcPct val="0"/>
              </a:spcBef>
              <a:spcAft>
                <a:spcPct val="0"/>
              </a:spcAft>
              <a:defRPr sz="2200">
                <a:solidFill>
                  <a:schemeClr val="tx1"/>
                </a:solidFill>
                <a:latin typeface="Arial" panose="020B0604020202020204" pitchFamily="34" charset="0"/>
              </a:defRPr>
            </a:lvl8pPr>
            <a:lvl9pPr marL="3886200" indent="-228600" eaLnBrk="0" fontAlgn="base" hangingPunct="0">
              <a:spcBef>
                <a:spcPct val="0"/>
              </a:spcBef>
              <a:spcAft>
                <a:spcPct val="0"/>
              </a:spcAft>
              <a:defRPr sz="2200">
                <a:solidFill>
                  <a:schemeClr val="tx1"/>
                </a:solidFill>
                <a:latin typeface="Arial" panose="020B0604020202020204" pitchFamily="34" charset="0"/>
              </a:defRPr>
            </a:lvl9pPr>
          </a:lstStyle>
          <a:p>
            <a:pPr eaLnBrk="1" hangingPunct="1">
              <a:lnSpc>
                <a:spcPct val="90000"/>
              </a:lnSpc>
              <a:spcBef>
                <a:spcPct val="20000"/>
              </a:spcBef>
            </a:pPr>
            <a:endParaRPr lang="en-US" altLang="en-US" sz="1400">
              <a:solidFill>
                <a:schemeClr val="tx2"/>
              </a:solidFill>
              <a:latin typeface="Times New Roman" panose="02020603050405020304" pitchFamily="18" charset="0"/>
            </a:endParaRPr>
          </a:p>
        </p:txBody>
      </p:sp>
      <p:pic>
        <p:nvPicPr>
          <p:cNvPr id="35845" name="Picture 4" descr="Fig01-03.bmp"/>
          <p:cNvPicPr>
            <a:picLocks noChangeAspect="1"/>
          </p:cNvPicPr>
          <p:nvPr/>
        </p:nvPicPr>
        <p:blipFill>
          <a:blip r:embed="rId2">
            <a:extLst>
              <a:ext uri="{28A0092B-C50C-407E-A947-70E740481C1C}">
                <a14:useLocalDpi xmlns:a14="http://schemas.microsoft.com/office/drawing/2010/main" val="0"/>
              </a:ext>
            </a:extLst>
          </a:blip>
          <a:srcRect b="8443"/>
          <a:stretch>
            <a:fillRect/>
          </a:stretch>
        </p:blipFill>
        <p:spPr bwMode="auto">
          <a:xfrm>
            <a:off x="361156" y="2593453"/>
            <a:ext cx="8421688" cy="304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DBADF6-84BE-4324-AB41-0F7A2A5E4D97}"/>
              </a:ext>
            </a:extLst>
          </p:cNvPr>
          <p:cNvSpPr>
            <a:spLocks noGrp="1"/>
          </p:cNvSpPr>
          <p:nvPr>
            <p:ph type="title"/>
          </p:nvPr>
        </p:nvSpPr>
        <p:spPr>
          <a:xfrm>
            <a:off x="581192" y="687474"/>
            <a:ext cx="7989752" cy="1083329"/>
          </a:xfrm>
        </p:spPr>
        <p:txBody>
          <a:bodyPr>
            <a:normAutofit fontScale="90000"/>
          </a:bodyPr>
          <a:lstStyle/>
          <a:p>
            <a:r>
              <a:rPr lang="en-US" dirty="0"/>
              <a:t>Project portfolio management vs. program management vs. project management</a:t>
            </a:r>
            <a:endParaRPr lang="en-PK" dirty="0"/>
          </a:p>
        </p:txBody>
      </p:sp>
      <p:sp>
        <p:nvSpPr>
          <p:cNvPr id="9" name="Content Placeholder 8">
            <a:extLst>
              <a:ext uri="{FF2B5EF4-FFF2-40B4-BE49-F238E27FC236}">
                <a16:creationId xmlns:a16="http://schemas.microsoft.com/office/drawing/2014/main" id="{F6BA7DBB-6F8F-4DD1-8BB5-F33492199C83}"/>
              </a:ext>
            </a:extLst>
          </p:cNvPr>
          <p:cNvSpPr>
            <a:spLocks noGrp="1"/>
          </p:cNvSpPr>
          <p:nvPr>
            <p:ph idx="1"/>
          </p:nvPr>
        </p:nvSpPr>
        <p:spPr/>
        <p:txBody>
          <a:bodyPr/>
          <a:lstStyle/>
          <a:p>
            <a:endParaRPr lang="en-PK"/>
          </a:p>
        </p:txBody>
      </p:sp>
      <p:pic>
        <p:nvPicPr>
          <p:cNvPr id="6" name="Picture 5">
            <a:extLst>
              <a:ext uri="{FF2B5EF4-FFF2-40B4-BE49-F238E27FC236}">
                <a16:creationId xmlns:a16="http://schemas.microsoft.com/office/drawing/2014/main" id="{5ADCDEDD-FE04-4A96-9284-E570C4154ADD}"/>
              </a:ext>
            </a:extLst>
          </p:cNvPr>
          <p:cNvPicPr>
            <a:picLocks noChangeAspect="1"/>
          </p:cNvPicPr>
          <p:nvPr/>
        </p:nvPicPr>
        <p:blipFill>
          <a:blip r:embed="rId3"/>
          <a:stretch>
            <a:fillRect/>
          </a:stretch>
        </p:blipFill>
        <p:spPr>
          <a:xfrm>
            <a:off x="0" y="1981200"/>
            <a:ext cx="9144000" cy="4733165"/>
          </a:xfrm>
          <a:prstGeom prst="rect">
            <a:avLst/>
          </a:prstGeom>
        </p:spPr>
      </p:pic>
    </p:spTree>
    <p:extLst>
      <p:ext uri="{BB962C8B-B14F-4D97-AF65-F5344CB8AC3E}">
        <p14:creationId xmlns:p14="http://schemas.microsoft.com/office/powerpoint/2010/main" val="160226990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1" name="Title 1"/>
          <p:cNvSpPr>
            <a:spLocks noGrp="1"/>
          </p:cNvSpPr>
          <p:nvPr>
            <p:ph type="title"/>
          </p:nvPr>
        </p:nvSpPr>
        <p:spPr>
          <a:xfrm>
            <a:off x="581192" y="687474"/>
            <a:ext cx="7989752" cy="1083329"/>
          </a:xfrm>
        </p:spPr>
        <p:txBody>
          <a:bodyPr>
            <a:normAutofit/>
          </a:bodyPr>
          <a:lstStyle/>
          <a:p>
            <a:r>
              <a:rPr lang="en-US" altLang="en-US" dirty="0"/>
              <a:t>Sample Project Portfolio Approach</a:t>
            </a:r>
          </a:p>
        </p:txBody>
      </p:sp>
      <p:sp>
        <p:nvSpPr>
          <p:cNvPr id="37892" name="Footer Placeholder 2"/>
          <p:cNvSpPr txBox="1">
            <a:spLocks noGrp="1"/>
          </p:cNvSpPr>
          <p:nvPr/>
        </p:nvSpPr>
        <p:spPr bwMode="auto">
          <a:xfrm>
            <a:off x="1524000" y="6400800"/>
            <a:ext cx="6248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2200">
                <a:solidFill>
                  <a:schemeClr val="tx1"/>
                </a:solidFill>
                <a:latin typeface="Arial" panose="020B0604020202020204" pitchFamily="34" charset="0"/>
              </a:defRPr>
            </a:lvl1pPr>
            <a:lvl2pPr marL="742950" indent="-285750" eaLnBrk="0" hangingPunct="0">
              <a:defRPr sz="2200">
                <a:solidFill>
                  <a:schemeClr val="tx1"/>
                </a:solidFill>
                <a:latin typeface="Arial" panose="020B0604020202020204" pitchFamily="34" charset="0"/>
              </a:defRPr>
            </a:lvl2pPr>
            <a:lvl3pPr marL="1143000" indent="-228600" eaLnBrk="0" hangingPunct="0">
              <a:defRPr sz="2200">
                <a:solidFill>
                  <a:schemeClr val="tx1"/>
                </a:solidFill>
                <a:latin typeface="Arial" panose="020B0604020202020204" pitchFamily="34" charset="0"/>
              </a:defRPr>
            </a:lvl3pPr>
            <a:lvl4pPr marL="1600200" indent="-228600" eaLnBrk="0" hangingPunct="0">
              <a:defRPr sz="2200">
                <a:solidFill>
                  <a:schemeClr val="tx1"/>
                </a:solidFill>
                <a:latin typeface="Arial" panose="020B0604020202020204" pitchFamily="34" charset="0"/>
              </a:defRPr>
            </a:lvl4pPr>
            <a:lvl5pPr marL="2057400" indent="-228600" eaLnBrk="0" hangingPunct="0">
              <a:defRPr sz="2200">
                <a:solidFill>
                  <a:schemeClr val="tx1"/>
                </a:solidFill>
                <a:latin typeface="Arial" panose="020B0604020202020204" pitchFamily="34" charset="0"/>
              </a:defRPr>
            </a:lvl5pPr>
            <a:lvl6pPr marL="2514600" indent="-228600" eaLnBrk="0" fontAlgn="base" hangingPunct="0">
              <a:spcBef>
                <a:spcPct val="0"/>
              </a:spcBef>
              <a:spcAft>
                <a:spcPct val="0"/>
              </a:spcAft>
              <a:defRPr sz="2200">
                <a:solidFill>
                  <a:schemeClr val="tx1"/>
                </a:solidFill>
                <a:latin typeface="Arial" panose="020B0604020202020204" pitchFamily="34" charset="0"/>
              </a:defRPr>
            </a:lvl6pPr>
            <a:lvl7pPr marL="2971800" indent="-228600" eaLnBrk="0" fontAlgn="base" hangingPunct="0">
              <a:spcBef>
                <a:spcPct val="0"/>
              </a:spcBef>
              <a:spcAft>
                <a:spcPct val="0"/>
              </a:spcAft>
              <a:defRPr sz="2200">
                <a:solidFill>
                  <a:schemeClr val="tx1"/>
                </a:solidFill>
                <a:latin typeface="Arial" panose="020B0604020202020204" pitchFamily="34" charset="0"/>
              </a:defRPr>
            </a:lvl7pPr>
            <a:lvl8pPr marL="3429000" indent="-228600" eaLnBrk="0" fontAlgn="base" hangingPunct="0">
              <a:spcBef>
                <a:spcPct val="0"/>
              </a:spcBef>
              <a:spcAft>
                <a:spcPct val="0"/>
              </a:spcAft>
              <a:defRPr sz="2200">
                <a:solidFill>
                  <a:schemeClr val="tx1"/>
                </a:solidFill>
                <a:latin typeface="Arial" panose="020B0604020202020204" pitchFamily="34" charset="0"/>
              </a:defRPr>
            </a:lvl8pPr>
            <a:lvl9pPr marL="3886200" indent="-228600" eaLnBrk="0" fontAlgn="base" hangingPunct="0">
              <a:spcBef>
                <a:spcPct val="0"/>
              </a:spcBef>
              <a:spcAft>
                <a:spcPct val="0"/>
              </a:spcAft>
              <a:defRPr sz="2200">
                <a:solidFill>
                  <a:schemeClr val="tx1"/>
                </a:solidFill>
                <a:latin typeface="Arial" panose="020B0604020202020204" pitchFamily="34" charset="0"/>
              </a:defRPr>
            </a:lvl9pPr>
          </a:lstStyle>
          <a:p>
            <a:pPr eaLnBrk="1" hangingPunct="1">
              <a:lnSpc>
                <a:spcPct val="90000"/>
              </a:lnSpc>
              <a:spcBef>
                <a:spcPct val="20000"/>
              </a:spcBef>
            </a:pPr>
            <a:endParaRPr lang="en-US" altLang="en-US" sz="1400">
              <a:solidFill>
                <a:schemeClr val="tx2"/>
              </a:solidFill>
              <a:latin typeface="Times New Roman" panose="02020603050405020304" pitchFamily="18" charset="0"/>
            </a:endParaRPr>
          </a:p>
        </p:txBody>
      </p:sp>
      <p:pic>
        <p:nvPicPr>
          <p:cNvPr id="4098" name="Picture 2">
            <a:extLst>
              <a:ext uri="{FF2B5EF4-FFF2-40B4-BE49-F238E27FC236}">
                <a16:creationId xmlns:a16="http://schemas.microsoft.com/office/drawing/2014/main" id="{107CE023-B118-4B39-B70B-98D4FC61D0C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2995" b="3939"/>
          <a:stretch/>
        </p:blipFill>
        <p:spPr bwMode="auto">
          <a:xfrm>
            <a:off x="76200" y="1800300"/>
            <a:ext cx="9144000" cy="5087197"/>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240FBBD1-1275-499C-96AE-39CC66BFD33B}"/>
              </a:ext>
            </a:extLst>
          </p:cNvPr>
          <p:cNvSpPr/>
          <p:nvPr/>
        </p:nvSpPr>
        <p:spPr>
          <a:xfrm>
            <a:off x="8001000" y="4953000"/>
            <a:ext cx="1143000" cy="228600"/>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PK"/>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7891" name="Title 1"/>
          <p:cNvSpPr>
            <a:spLocks noGrp="1"/>
          </p:cNvSpPr>
          <p:nvPr>
            <p:ph type="title"/>
          </p:nvPr>
        </p:nvSpPr>
        <p:spPr>
          <a:xfrm>
            <a:off x="581192" y="687474"/>
            <a:ext cx="7989752" cy="1083329"/>
          </a:xfrm>
        </p:spPr>
        <p:txBody>
          <a:bodyPr>
            <a:normAutofit/>
          </a:bodyPr>
          <a:lstStyle/>
          <a:p>
            <a:r>
              <a:rPr lang="en-US" altLang="en-US" dirty="0"/>
              <a:t>Sample Project Portfolio Approach</a:t>
            </a:r>
          </a:p>
        </p:txBody>
      </p:sp>
      <p:sp>
        <p:nvSpPr>
          <p:cNvPr id="37892" name="Footer Placeholder 2"/>
          <p:cNvSpPr txBox="1">
            <a:spLocks noGrp="1"/>
          </p:cNvSpPr>
          <p:nvPr/>
        </p:nvSpPr>
        <p:spPr bwMode="auto">
          <a:xfrm>
            <a:off x="1524000" y="6400800"/>
            <a:ext cx="6248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2200">
                <a:solidFill>
                  <a:schemeClr val="tx1"/>
                </a:solidFill>
                <a:latin typeface="Arial" panose="020B0604020202020204" pitchFamily="34" charset="0"/>
              </a:defRPr>
            </a:lvl1pPr>
            <a:lvl2pPr marL="742950" indent="-285750" eaLnBrk="0" hangingPunct="0">
              <a:defRPr sz="2200">
                <a:solidFill>
                  <a:schemeClr val="tx1"/>
                </a:solidFill>
                <a:latin typeface="Arial" panose="020B0604020202020204" pitchFamily="34" charset="0"/>
              </a:defRPr>
            </a:lvl2pPr>
            <a:lvl3pPr marL="1143000" indent="-228600" eaLnBrk="0" hangingPunct="0">
              <a:defRPr sz="2200">
                <a:solidFill>
                  <a:schemeClr val="tx1"/>
                </a:solidFill>
                <a:latin typeface="Arial" panose="020B0604020202020204" pitchFamily="34" charset="0"/>
              </a:defRPr>
            </a:lvl3pPr>
            <a:lvl4pPr marL="1600200" indent="-228600" eaLnBrk="0" hangingPunct="0">
              <a:defRPr sz="2200">
                <a:solidFill>
                  <a:schemeClr val="tx1"/>
                </a:solidFill>
                <a:latin typeface="Arial" panose="020B0604020202020204" pitchFamily="34" charset="0"/>
              </a:defRPr>
            </a:lvl4pPr>
            <a:lvl5pPr marL="2057400" indent="-228600" eaLnBrk="0" hangingPunct="0">
              <a:defRPr sz="2200">
                <a:solidFill>
                  <a:schemeClr val="tx1"/>
                </a:solidFill>
                <a:latin typeface="Arial" panose="020B0604020202020204" pitchFamily="34" charset="0"/>
              </a:defRPr>
            </a:lvl5pPr>
            <a:lvl6pPr marL="2514600" indent="-228600" eaLnBrk="0" fontAlgn="base" hangingPunct="0">
              <a:spcBef>
                <a:spcPct val="0"/>
              </a:spcBef>
              <a:spcAft>
                <a:spcPct val="0"/>
              </a:spcAft>
              <a:defRPr sz="2200">
                <a:solidFill>
                  <a:schemeClr val="tx1"/>
                </a:solidFill>
                <a:latin typeface="Arial" panose="020B0604020202020204" pitchFamily="34" charset="0"/>
              </a:defRPr>
            </a:lvl6pPr>
            <a:lvl7pPr marL="2971800" indent="-228600" eaLnBrk="0" fontAlgn="base" hangingPunct="0">
              <a:spcBef>
                <a:spcPct val="0"/>
              </a:spcBef>
              <a:spcAft>
                <a:spcPct val="0"/>
              </a:spcAft>
              <a:defRPr sz="2200">
                <a:solidFill>
                  <a:schemeClr val="tx1"/>
                </a:solidFill>
                <a:latin typeface="Arial" panose="020B0604020202020204" pitchFamily="34" charset="0"/>
              </a:defRPr>
            </a:lvl7pPr>
            <a:lvl8pPr marL="3429000" indent="-228600" eaLnBrk="0" fontAlgn="base" hangingPunct="0">
              <a:spcBef>
                <a:spcPct val="0"/>
              </a:spcBef>
              <a:spcAft>
                <a:spcPct val="0"/>
              </a:spcAft>
              <a:defRPr sz="2200">
                <a:solidFill>
                  <a:schemeClr val="tx1"/>
                </a:solidFill>
                <a:latin typeface="Arial" panose="020B0604020202020204" pitchFamily="34" charset="0"/>
              </a:defRPr>
            </a:lvl8pPr>
            <a:lvl9pPr marL="3886200" indent="-228600" eaLnBrk="0" fontAlgn="base" hangingPunct="0">
              <a:spcBef>
                <a:spcPct val="0"/>
              </a:spcBef>
              <a:spcAft>
                <a:spcPct val="0"/>
              </a:spcAft>
              <a:defRPr sz="2200">
                <a:solidFill>
                  <a:schemeClr val="tx1"/>
                </a:solidFill>
                <a:latin typeface="Arial" panose="020B0604020202020204" pitchFamily="34" charset="0"/>
              </a:defRPr>
            </a:lvl9pPr>
          </a:lstStyle>
          <a:p>
            <a:pPr eaLnBrk="1" hangingPunct="1">
              <a:lnSpc>
                <a:spcPct val="90000"/>
              </a:lnSpc>
              <a:spcBef>
                <a:spcPct val="20000"/>
              </a:spcBef>
            </a:pPr>
            <a:endParaRPr lang="en-US" altLang="en-US" sz="1400">
              <a:solidFill>
                <a:schemeClr val="tx2"/>
              </a:solidFill>
              <a:latin typeface="Times New Roman" panose="02020603050405020304" pitchFamily="18" charset="0"/>
            </a:endParaRPr>
          </a:p>
        </p:txBody>
      </p:sp>
      <p:pic>
        <p:nvPicPr>
          <p:cNvPr id="37893" name="Picture 4" descr="Fig01-04.bmp"/>
          <p:cNvPicPr>
            <a:picLocks noChangeAspect="1"/>
          </p:cNvPicPr>
          <p:nvPr/>
        </p:nvPicPr>
        <p:blipFill>
          <a:blip r:embed="rId2">
            <a:extLst>
              <a:ext uri="{28A0092B-C50C-407E-A947-70E740481C1C}">
                <a14:useLocalDpi xmlns:a14="http://schemas.microsoft.com/office/drawing/2010/main" val="0"/>
              </a:ext>
            </a:extLst>
          </a:blip>
          <a:srcRect b="6326"/>
          <a:stretch>
            <a:fillRect/>
          </a:stretch>
        </p:blipFill>
        <p:spPr bwMode="auto">
          <a:xfrm>
            <a:off x="581192" y="2286000"/>
            <a:ext cx="7772400" cy="351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65942343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Title 1"/>
          <p:cNvSpPr>
            <a:spLocks noGrp="1"/>
          </p:cNvSpPr>
          <p:nvPr>
            <p:ph type="title"/>
          </p:nvPr>
        </p:nvSpPr>
        <p:spPr>
          <a:xfrm>
            <a:off x="581192" y="687474"/>
            <a:ext cx="7989752" cy="1083329"/>
          </a:xfrm>
        </p:spPr>
        <p:txBody>
          <a:bodyPr/>
          <a:lstStyle/>
          <a:p>
            <a:r>
              <a:rPr lang="en-US" altLang="en-US" dirty="0"/>
              <a:t>Best Practice</a:t>
            </a:r>
          </a:p>
        </p:txBody>
      </p:sp>
      <p:sp>
        <p:nvSpPr>
          <p:cNvPr id="36869" name="Content Placeholder 3"/>
          <p:cNvSpPr>
            <a:spLocks noGrp="1"/>
          </p:cNvSpPr>
          <p:nvPr>
            <p:ph idx="1"/>
          </p:nvPr>
        </p:nvSpPr>
        <p:spPr>
          <a:xfrm>
            <a:off x="581192" y="2228003"/>
            <a:ext cx="7989752" cy="3630795"/>
          </a:xfrm>
        </p:spPr>
        <p:txBody>
          <a:bodyPr/>
          <a:lstStyle/>
          <a:p>
            <a:pPr algn="just"/>
            <a:r>
              <a:rPr lang="en-US" altLang="en-US" dirty="0"/>
              <a:t>A best practice is “an optimal way recognized by industry to achieve a stated goal or objective”*</a:t>
            </a:r>
          </a:p>
          <a:p>
            <a:pPr algn="just"/>
            <a:r>
              <a:rPr lang="en-US" altLang="en-US" dirty="0"/>
              <a:t>Robert </a:t>
            </a:r>
            <a:r>
              <a:rPr lang="en-US" altLang="en-US" dirty="0" err="1"/>
              <a:t>Butrick</a:t>
            </a:r>
            <a:r>
              <a:rPr lang="en-US" altLang="en-US" dirty="0"/>
              <a:t> suggests that organizations need to follow basic principles of project management, including these two mentioned below</a:t>
            </a:r>
          </a:p>
          <a:p>
            <a:pPr lvl="1" algn="just"/>
            <a:r>
              <a:rPr lang="en-US" altLang="en-US" dirty="0"/>
              <a:t>Make sure your projects are driven by your strategy; be able to demonstrate how each project you undertake fits your business strategy, and screen out unwanted projects as soon as possible</a:t>
            </a:r>
          </a:p>
          <a:p>
            <a:pPr lvl="1" algn="just"/>
            <a:r>
              <a:rPr lang="en-US" altLang="en-US" dirty="0"/>
              <a:t>Engage your stakeholders; ignoring stakeholders often leads to project failure</a:t>
            </a:r>
          </a:p>
          <a:p>
            <a:pPr lvl="2" algn="just"/>
            <a:r>
              <a:rPr lang="en-US" altLang="en-US" dirty="0"/>
              <a:t>Be sure to engage stakeholders at all stages of a project, and encourage teamwork and commitment at all times</a:t>
            </a:r>
          </a:p>
          <a:p>
            <a:pPr algn="just"/>
            <a:endParaRPr lang="en-US" altLang="en-US" dirty="0"/>
          </a:p>
        </p:txBody>
      </p:sp>
      <p:sp>
        <p:nvSpPr>
          <p:cNvPr id="36868" name="Footer Placeholder 2"/>
          <p:cNvSpPr txBox="1">
            <a:spLocks noGrp="1"/>
          </p:cNvSpPr>
          <p:nvPr/>
        </p:nvSpPr>
        <p:spPr bwMode="auto">
          <a:xfrm>
            <a:off x="1524000" y="6457950"/>
            <a:ext cx="6248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2200">
                <a:solidFill>
                  <a:schemeClr val="tx1"/>
                </a:solidFill>
                <a:latin typeface="Arial" panose="020B0604020202020204" pitchFamily="34" charset="0"/>
              </a:defRPr>
            </a:lvl1pPr>
            <a:lvl2pPr marL="742950" indent="-285750" eaLnBrk="0" hangingPunct="0">
              <a:defRPr sz="2200">
                <a:solidFill>
                  <a:schemeClr val="tx1"/>
                </a:solidFill>
                <a:latin typeface="Arial" panose="020B0604020202020204" pitchFamily="34" charset="0"/>
              </a:defRPr>
            </a:lvl2pPr>
            <a:lvl3pPr marL="1143000" indent="-228600" eaLnBrk="0" hangingPunct="0">
              <a:defRPr sz="2200">
                <a:solidFill>
                  <a:schemeClr val="tx1"/>
                </a:solidFill>
                <a:latin typeface="Arial" panose="020B0604020202020204" pitchFamily="34" charset="0"/>
              </a:defRPr>
            </a:lvl3pPr>
            <a:lvl4pPr marL="1600200" indent="-228600" eaLnBrk="0" hangingPunct="0">
              <a:defRPr sz="2200">
                <a:solidFill>
                  <a:schemeClr val="tx1"/>
                </a:solidFill>
                <a:latin typeface="Arial" panose="020B0604020202020204" pitchFamily="34" charset="0"/>
              </a:defRPr>
            </a:lvl4pPr>
            <a:lvl5pPr marL="2057400" indent="-228600" eaLnBrk="0" hangingPunct="0">
              <a:defRPr sz="2200">
                <a:solidFill>
                  <a:schemeClr val="tx1"/>
                </a:solidFill>
                <a:latin typeface="Arial" panose="020B0604020202020204" pitchFamily="34" charset="0"/>
              </a:defRPr>
            </a:lvl5pPr>
            <a:lvl6pPr marL="2514600" indent="-228600" eaLnBrk="0" fontAlgn="base" hangingPunct="0">
              <a:spcBef>
                <a:spcPct val="0"/>
              </a:spcBef>
              <a:spcAft>
                <a:spcPct val="0"/>
              </a:spcAft>
              <a:defRPr sz="2200">
                <a:solidFill>
                  <a:schemeClr val="tx1"/>
                </a:solidFill>
                <a:latin typeface="Arial" panose="020B0604020202020204" pitchFamily="34" charset="0"/>
              </a:defRPr>
            </a:lvl6pPr>
            <a:lvl7pPr marL="2971800" indent="-228600" eaLnBrk="0" fontAlgn="base" hangingPunct="0">
              <a:spcBef>
                <a:spcPct val="0"/>
              </a:spcBef>
              <a:spcAft>
                <a:spcPct val="0"/>
              </a:spcAft>
              <a:defRPr sz="2200">
                <a:solidFill>
                  <a:schemeClr val="tx1"/>
                </a:solidFill>
                <a:latin typeface="Arial" panose="020B0604020202020204" pitchFamily="34" charset="0"/>
              </a:defRPr>
            </a:lvl7pPr>
            <a:lvl8pPr marL="3429000" indent="-228600" eaLnBrk="0" fontAlgn="base" hangingPunct="0">
              <a:spcBef>
                <a:spcPct val="0"/>
              </a:spcBef>
              <a:spcAft>
                <a:spcPct val="0"/>
              </a:spcAft>
              <a:defRPr sz="2200">
                <a:solidFill>
                  <a:schemeClr val="tx1"/>
                </a:solidFill>
                <a:latin typeface="Arial" panose="020B0604020202020204" pitchFamily="34" charset="0"/>
              </a:defRPr>
            </a:lvl8pPr>
            <a:lvl9pPr marL="3886200" indent="-228600" eaLnBrk="0" fontAlgn="base" hangingPunct="0">
              <a:spcBef>
                <a:spcPct val="0"/>
              </a:spcBef>
              <a:spcAft>
                <a:spcPct val="0"/>
              </a:spcAft>
              <a:defRPr sz="2200">
                <a:solidFill>
                  <a:schemeClr val="tx1"/>
                </a:solidFill>
                <a:latin typeface="Arial" panose="020B0604020202020204" pitchFamily="34" charset="0"/>
              </a:defRPr>
            </a:lvl9pPr>
          </a:lstStyle>
          <a:p>
            <a:pPr eaLnBrk="1" hangingPunct="1">
              <a:lnSpc>
                <a:spcPct val="90000"/>
              </a:lnSpc>
              <a:spcBef>
                <a:spcPct val="20000"/>
              </a:spcBef>
            </a:pPr>
            <a:endParaRPr lang="en-US" altLang="en-US" sz="1400">
              <a:solidFill>
                <a:schemeClr val="tx2"/>
              </a:solidFill>
              <a:latin typeface="Times New Roman" panose="02020603050405020304" pitchFamily="18" charset="0"/>
            </a:endParaRPr>
          </a:p>
        </p:txBody>
      </p:sp>
      <p:sp>
        <p:nvSpPr>
          <p:cNvPr id="36870" name="TextBox 4"/>
          <p:cNvSpPr txBox="1">
            <a:spLocks noChangeArrowheads="1"/>
          </p:cNvSpPr>
          <p:nvPr/>
        </p:nvSpPr>
        <p:spPr bwMode="auto">
          <a:xfrm>
            <a:off x="299884" y="5364394"/>
            <a:ext cx="8839200" cy="9571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200">
                <a:solidFill>
                  <a:schemeClr val="tx1"/>
                </a:solidFill>
                <a:latin typeface="Arial" panose="020B0604020202020204" pitchFamily="34" charset="0"/>
              </a:defRPr>
            </a:lvl1pPr>
            <a:lvl2pPr marL="742950" indent="-285750" eaLnBrk="0" hangingPunct="0">
              <a:defRPr sz="2200">
                <a:solidFill>
                  <a:schemeClr val="tx1"/>
                </a:solidFill>
                <a:latin typeface="Arial" panose="020B0604020202020204" pitchFamily="34" charset="0"/>
              </a:defRPr>
            </a:lvl2pPr>
            <a:lvl3pPr marL="1143000" indent="-228600" eaLnBrk="0" hangingPunct="0">
              <a:defRPr sz="2200">
                <a:solidFill>
                  <a:schemeClr val="tx1"/>
                </a:solidFill>
                <a:latin typeface="Arial" panose="020B0604020202020204" pitchFamily="34" charset="0"/>
              </a:defRPr>
            </a:lvl3pPr>
            <a:lvl4pPr marL="1600200" indent="-228600" eaLnBrk="0" hangingPunct="0">
              <a:defRPr sz="2200">
                <a:solidFill>
                  <a:schemeClr val="tx1"/>
                </a:solidFill>
                <a:latin typeface="Arial" panose="020B0604020202020204" pitchFamily="34" charset="0"/>
              </a:defRPr>
            </a:lvl4pPr>
            <a:lvl5pPr marL="2057400" indent="-228600" eaLnBrk="0" hangingPunct="0">
              <a:defRPr sz="2200">
                <a:solidFill>
                  <a:schemeClr val="tx1"/>
                </a:solidFill>
                <a:latin typeface="Arial" panose="020B0604020202020204" pitchFamily="34" charset="0"/>
              </a:defRPr>
            </a:lvl5pPr>
            <a:lvl6pPr marL="2514600" indent="-228600" eaLnBrk="0" fontAlgn="base" hangingPunct="0">
              <a:spcBef>
                <a:spcPct val="0"/>
              </a:spcBef>
              <a:spcAft>
                <a:spcPct val="0"/>
              </a:spcAft>
              <a:defRPr sz="2200">
                <a:solidFill>
                  <a:schemeClr val="tx1"/>
                </a:solidFill>
                <a:latin typeface="Arial" panose="020B0604020202020204" pitchFamily="34" charset="0"/>
              </a:defRPr>
            </a:lvl6pPr>
            <a:lvl7pPr marL="2971800" indent="-228600" eaLnBrk="0" fontAlgn="base" hangingPunct="0">
              <a:spcBef>
                <a:spcPct val="0"/>
              </a:spcBef>
              <a:spcAft>
                <a:spcPct val="0"/>
              </a:spcAft>
              <a:defRPr sz="2200">
                <a:solidFill>
                  <a:schemeClr val="tx1"/>
                </a:solidFill>
                <a:latin typeface="Arial" panose="020B0604020202020204" pitchFamily="34" charset="0"/>
              </a:defRPr>
            </a:lvl7pPr>
            <a:lvl8pPr marL="3429000" indent="-228600" eaLnBrk="0" fontAlgn="base" hangingPunct="0">
              <a:spcBef>
                <a:spcPct val="0"/>
              </a:spcBef>
              <a:spcAft>
                <a:spcPct val="0"/>
              </a:spcAft>
              <a:defRPr sz="2200">
                <a:solidFill>
                  <a:schemeClr val="tx1"/>
                </a:solidFill>
                <a:latin typeface="Arial" panose="020B0604020202020204" pitchFamily="34" charset="0"/>
              </a:defRPr>
            </a:lvl8pPr>
            <a:lvl9pPr marL="3886200" indent="-228600" eaLnBrk="0" fontAlgn="base" hangingPunct="0">
              <a:spcBef>
                <a:spcPct val="0"/>
              </a:spcBef>
              <a:spcAft>
                <a:spcPct val="0"/>
              </a:spcAft>
              <a:defRPr sz="2200">
                <a:solidFill>
                  <a:schemeClr val="tx1"/>
                </a:solidFill>
                <a:latin typeface="Arial" panose="020B0604020202020204" pitchFamily="34" charset="0"/>
              </a:defRPr>
            </a:lvl9pPr>
          </a:lstStyle>
          <a:p>
            <a:pPr algn="r" eaLnBrk="1" hangingPunct="1">
              <a:lnSpc>
                <a:spcPct val="90000"/>
              </a:lnSpc>
              <a:spcBef>
                <a:spcPct val="20000"/>
              </a:spcBef>
            </a:pPr>
            <a:r>
              <a:rPr lang="en-US" altLang="en-US" sz="1600" dirty="0">
                <a:latin typeface="Times New Roman" panose="02020603050405020304" pitchFamily="18" charset="0"/>
              </a:rPr>
              <a:t>*</a:t>
            </a:r>
            <a:r>
              <a:rPr lang="en-US" altLang="en-US" sz="1400" dirty="0">
                <a:latin typeface="Times New Roman" panose="02020603050405020304" pitchFamily="18" charset="0"/>
              </a:rPr>
              <a:t>Project Management Institute, Inc., </a:t>
            </a:r>
            <a:r>
              <a:rPr lang="en-US" altLang="en-US" sz="1400" i="1" dirty="0">
                <a:latin typeface="Times New Roman" panose="02020603050405020304" pitchFamily="18" charset="0"/>
              </a:rPr>
              <a:t>Organizational Project Management Maturity Model</a:t>
            </a:r>
          </a:p>
          <a:p>
            <a:pPr algn="r" eaLnBrk="1" hangingPunct="1">
              <a:lnSpc>
                <a:spcPct val="90000"/>
              </a:lnSpc>
              <a:spcBef>
                <a:spcPct val="20000"/>
              </a:spcBef>
            </a:pPr>
            <a:r>
              <a:rPr lang="en-US" altLang="en-US" sz="1400" i="1" dirty="0">
                <a:latin typeface="Times New Roman" panose="02020603050405020304" pitchFamily="18" charset="0"/>
              </a:rPr>
              <a:t>(OPM3) Knowledge Foundation (2003), p. 13.</a:t>
            </a:r>
          </a:p>
          <a:p>
            <a:pPr eaLnBrk="1" hangingPunct="1">
              <a:lnSpc>
                <a:spcPct val="90000"/>
              </a:lnSpc>
              <a:spcBef>
                <a:spcPct val="20000"/>
              </a:spcBef>
              <a:buFontTx/>
              <a:buChar char="•"/>
            </a:pPr>
            <a:endParaRPr lang="en-US" altLang="en-US" dirty="0">
              <a:latin typeface="Times New Roman" panose="02020603050405020304" pitchFamily="18" charset="0"/>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xfrm>
            <a:off x="581192" y="687474"/>
            <a:ext cx="7989752" cy="1083329"/>
          </a:xfrm>
        </p:spPr>
        <p:txBody>
          <a:bodyPr/>
          <a:lstStyle/>
          <a:p>
            <a:r>
              <a:rPr lang="en-US" dirty="0"/>
              <a:t>Roles and responsibilities of Project Manager</a:t>
            </a:r>
          </a:p>
        </p:txBody>
      </p:sp>
      <p:sp>
        <p:nvSpPr>
          <p:cNvPr id="8" name="Content Placeholder 7"/>
          <p:cNvSpPr>
            <a:spLocks noGrp="1"/>
          </p:cNvSpPr>
          <p:nvPr>
            <p:ph idx="1"/>
          </p:nvPr>
        </p:nvSpPr>
        <p:spPr>
          <a:xfrm>
            <a:off x="581192" y="2228003"/>
            <a:ext cx="7989752" cy="3630795"/>
          </a:xfrm>
        </p:spPr>
        <p:txBody>
          <a:bodyPr>
            <a:normAutofit lnSpcReduction="10000"/>
          </a:bodyPr>
          <a:lstStyle/>
          <a:p>
            <a:r>
              <a:rPr lang="en-US" dirty="0"/>
              <a:t>Planning the activities</a:t>
            </a:r>
          </a:p>
          <a:p>
            <a:r>
              <a:rPr lang="en-US" dirty="0"/>
              <a:t>Organizing a project team to perform work</a:t>
            </a:r>
          </a:p>
          <a:p>
            <a:r>
              <a:rPr lang="en-US" dirty="0"/>
              <a:t>Delegating the teams</a:t>
            </a:r>
          </a:p>
          <a:p>
            <a:r>
              <a:rPr lang="en-US" dirty="0"/>
              <a:t>Time management</a:t>
            </a:r>
          </a:p>
          <a:p>
            <a:r>
              <a:rPr lang="en-US" dirty="0"/>
              <a:t>Managing Deliveries </a:t>
            </a:r>
          </a:p>
          <a:p>
            <a:r>
              <a:rPr lang="en-US" dirty="0"/>
              <a:t>Monitor Progress</a:t>
            </a:r>
          </a:p>
          <a:p>
            <a:r>
              <a:rPr lang="en-US" dirty="0"/>
              <a:t>Establish Regular Meetings</a:t>
            </a:r>
          </a:p>
          <a:p>
            <a:r>
              <a:rPr lang="en-US" dirty="0"/>
              <a:t>Communicate a vision with the team</a:t>
            </a:r>
          </a:p>
          <a:p>
            <a:r>
              <a:rPr lang="en-US" dirty="0"/>
              <a:t>Managing reports and necessary documentation</a:t>
            </a:r>
          </a:p>
          <a:p>
            <a:endParaRPr lang="en-US" dirty="0"/>
          </a:p>
        </p:txBody>
      </p:sp>
    </p:spTree>
    <p:extLst>
      <p:ext uri="{BB962C8B-B14F-4D97-AF65-F5344CB8AC3E}">
        <p14:creationId xmlns:p14="http://schemas.microsoft.com/office/powerpoint/2010/main" val="54779057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7" name="Rectangle 2"/>
          <p:cNvSpPr>
            <a:spLocks noGrp="1" noChangeArrowheads="1"/>
          </p:cNvSpPr>
          <p:nvPr>
            <p:ph type="title"/>
          </p:nvPr>
        </p:nvSpPr>
        <p:spPr>
          <a:xfrm>
            <a:off x="581192" y="687474"/>
            <a:ext cx="7989752" cy="1083329"/>
          </a:xfrm>
        </p:spPr>
        <p:txBody>
          <a:bodyPr>
            <a:normAutofit/>
          </a:bodyPr>
          <a:lstStyle/>
          <a:p>
            <a:r>
              <a:rPr lang="en-US" altLang="en-US" dirty="0"/>
              <a:t>Required Knowledge for Project Managers</a:t>
            </a:r>
          </a:p>
        </p:txBody>
      </p:sp>
      <p:sp>
        <p:nvSpPr>
          <p:cNvPr id="41988" name="Rectangle 3"/>
          <p:cNvSpPr>
            <a:spLocks noGrp="1" noChangeArrowheads="1"/>
          </p:cNvSpPr>
          <p:nvPr>
            <p:ph idx="1"/>
          </p:nvPr>
        </p:nvSpPr>
        <p:spPr>
          <a:xfrm>
            <a:off x="581192" y="2228003"/>
            <a:ext cx="7989752" cy="3630795"/>
          </a:xfrm>
        </p:spPr>
        <p:txBody>
          <a:bodyPr/>
          <a:lstStyle/>
          <a:p>
            <a:r>
              <a:rPr lang="en-US" altLang="en-US" dirty="0"/>
              <a:t>Knowledge of the Project Management Body </a:t>
            </a:r>
          </a:p>
          <a:p>
            <a:r>
              <a:rPr lang="en-US" altLang="en-US" dirty="0"/>
              <a:t>Application area knowledge, standards, and regulations</a:t>
            </a:r>
          </a:p>
          <a:p>
            <a:r>
              <a:rPr lang="en-US" altLang="en-US" dirty="0"/>
              <a:t>Project environment knowledge</a:t>
            </a:r>
          </a:p>
          <a:p>
            <a:r>
              <a:rPr lang="en-US" altLang="en-US" dirty="0"/>
              <a:t>General management knowledge and skills</a:t>
            </a:r>
          </a:p>
          <a:p>
            <a:r>
              <a:rPr lang="en-US" altLang="en-US" dirty="0"/>
              <a:t>Soft skills or human relations skills</a:t>
            </a:r>
          </a:p>
          <a:p>
            <a:endParaRPr lang="en-US" altLang="en-US" dirty="0"/>
          </a:p>
        </p:txBody>
      </p:sp>
      <p:sp>
        <p:nvSpPr>
          <p:cNvPr id="41989" name="Footer Placeholder 5"/>
          <p:cNvSpPr txBox="1">
            <a:spLocks noGrp="1"/>
          </p:cNvSpPr>
          <p:nvPr/>
        </p:nvSpPr>
        <p:spPr bwMode="auto">
          <a:xfrm>
            <a:off x="1524000" y="6400800"/>
            <a:ext cx="6248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2200">
                <a:solidFill>
                  <a:schemeClr val="tx1"/>
                </a:solidFill>
                <a:latin typeface="Arial" panose="020B0604020202020204" pitchFamily="34" charset="0"/>
              </a:defRPr>
            </a:lvl1pPr>
            <a:lvl2pPr marL="742950" indent="-285750" eaLnBrk="0" hangingPunct="0">
              <a:defRPr sz="2200">
                <a:solidFill>
                  <a:schemeClr val="tx1"/>
                </a:solidFill>
                <a:latin typeface="Arial" panose="020B0604020202020204" pitchFamily="34" charset="0"/>
              </a:defRPr>
            </a:lvl2pPr>
            <a:lvl3pPr marL="1143000" indent="-228600" eaLnBrk="0" hangingPunct="0">
              <a:defRPr sz="2200">
                <a:solidFill>
                  <a:schemeClr val="tx1"/>
                </a:solidFill>
                <a:latin typeface="Arial" panose="020B0604020202020204" pitchFamily="34" charset="0"/>
              </a:defRPr>
            </a:lvl3pPr>
            <a:lvl4pPr marL="1600200" indent="-228600" eaLnBrk="0" hangingPunct="0">
              <a:defRPr sz="2200">
                <a:solidFill>
                  <a:schemeClr val="tx1"/>
                </a:solidFill>
                <a:latin typeface="Arial" panose="020B0604020202020204" pitchFamily="34" charset="0"/>
              </a:defRPr>
            </a:lvl4pPr>
            <a:lvl5pPr marL="2057400" indent="-228600" eaLnBrk="0" hangingPunct="0">
              <a:defRPr sz="2200">
                <a:solidFill>
                  <a:schemeClr val="tx1"/>
                </a:solidFill>
                <a:latin typeface="Arial" panose="020B0604020202020204" pitchFamily="34" charset="0"/>
              </a:defRPr>
            </a:lvl5pPr>
            <a:lvl6pPr marL="2514600" indent="-228600" eaLnBrk="0" fontAlgn="base" hangingPunct="0">
              <a:spcBef>
                <a:spcPct val="0"/>
              </a:spcBef>
              <a:spcAft>
                <a:spcPct val="0"/>
              </a:spcAft>
              <a:defRPr sz="2200">
                <a:solidFill>
                  <a:schemeClr val="tx1"/>
                </a:solidFill>
                <a:latin typeface="Arial" panose="020B0604020202020204" pitchFamily="34" charset="0"/>
              </a:defRPr>
            </a:lvl6pPr>
            <a:lvl7pPr marL="2971800" indent="-228600" eaLnBrk="0" fontAlgn="base" hangingPunct="0">
              <a:spcBef>
                <a:spcPct val="0"/>
              </a:spcBef>
              <a:spcAft>
                <a:spcPct val="0"/>
              </a:spcAft>
              <a:defRPr sz="2200">
                <a:solidFill>
                  <a:schemeClr val="tx1"/>
                </a:solidFill>
                <a:latin typeface="Arial" panose="020B0604020202020204" pitchFamily="34" charset="0"/>
              </a:defRPr>
            </a:lvl7pPr>
            <a:lvl8pPr marL="3429000" indent="-228600" eaLnBrk="0" fontAlgn="base" hangingPunct="0">
              <a:spcBef>
                <a:spcPct val="0"/>
              </a:spcBef>
              <a:spcAft>
                <a:spcPct val="0"/>
              </a:spcAft>
              <a:defRPr sz="2200">
                <a:solidFill>
                  <a:schemeClr val="tx1"/>
                </a:solidFill>
                <a:latin typeface="Arial" panose="020B0604020202020204" pitchFamily="34" charset="0"/>
              </a:defRPr>
            </a:lvl8pPr>
            <a:lvl9pPr marL="3886200" indent="-228600" eaLnBrk="0" fontAlgn="base" hangingPunct="0">
              <a:spcBef>
                <a:spcPct val="0"/>
              </a:spcBef>
              <a:spcAft>
                <a:spcPct val="0"/>
              </a:spcAft>
              <a:defRPr sz="2200">
                <a:solidFill>
                  <a:schemeClr val="tx1"/>
                </a:solidFill>
                <a:latin typeface="Arial" panose="020B0604020202020204" pitchFamily="34" charset="0"/>
              </a:defRPr>
            </a:lvl9pPr>
          </a:lstStyle>
          <a:p>
            <a:pPr eaLnBrk="1" hangingPunct="1">
              <a:lnSpc>
                <a:spcPct val="90000"/>
              </a:lnSpc>
              <a:spcBef>
                <a:spcPct val="20000"/>
              </a:spcBef>
            </a:pPr>
            <a:endParaRPr lang="en-US" altLang="en-US" sz="1400">
              <a:solidFill>
                <a:schemeClr val="tx2"/>
              </a:solidFill>
              <a:latin typeface="Times New Roman" panose="02020603050405020304" pitchFamily="18" charset="0"/>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13314" name="Picture 6" descr="http://leadershipchamps.files.wordpress.com/2013/04/pms-essential-soft-skills.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66284" y="2362200"/>
            <a:ext cx="4377716" cy="4118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316" name="Rectangle 2"/>
          <p:cNvSpPr>
            <a:spLocks noGrp="1" noChangeArrowheads="1"/>
          </p:cNvSpPr>
          <p:nvPr>
            <p:ph type="title"/>
          </p:nvPr>
        </p:nvSpPr>
        <p:spPr>
          <a:xfrm>
            <a:off x="581192" y="687474"/>
            <a:ext cx="7989752" cy="1083329"/>
          </a:xfrm>
        </p:spPr>
        <p:txBody>
          <a:bodyPr>
            <a:normAutofit/>
          </a:bodyPr>
          <a:lstStyle/>
          <a:p>
            <a:r>
              <a:rPr lang="en-US" altLang="en-US" dirty="0"/>
              <a:t>Project Manager’s Skills</a:t>
            </a:r>
          </a:p>
        </p:txBody>
      </p:sp>
      <p:sp>
        <p:nvSpPr>
          <p:cNvPr id="132099" name="Rectangle 3"/>
          <p:cNvSpPr>
            <a:spLocks noGrp="1" noChangeArrowheads="1"/>
          </p:cNvSpPr>
          <p:nvPr>
            <p:ph idx="1"/>
          </p:nvPr>
        </p:nvSpPr>
        <p:spPr>
          <a:xfrm>
            <a:off x="581192" y="2228003"/>
            <a:ext cx="7989752" cy="3630795"/>
          </a:xfrm>
        </p:spPr>
        <p:txBody>
          <a:bodyPr>
            <a:normAutofit/>
          </a:bodyPr>
          <a:lstStyle/>
          <a:p>
            <a:r>
              <a:rPr lang="en-US" altLang="en-US" dirty="0"/>
              <a:t>Leadership and team Building</a:t>
            </a:r>
          </a:p>
          <a:p>
            <a:r>
              <a:rPr lang="en-US" altLang="en-US" dirty="0"/>
              <a:t>Communications</a:t>
            </a:r>
          </a:p>
          <a:p>
            <a:r>
              <a:rPr lang="en-US" altLang="en-US" dirty="0"/>
              <a:t>Problem Solving</a:t>
            </a:r>
          </a:p>
          <a:p>
            <a:r>
              <a:rPr lang="en-US" dirty="0"/>
              <a:t>Negotiation and influencing skills </a:t>
            </a:r>
          </a:p>
          <a:p>
            <a:r>
              <a:rPr lang="en-US" altLang="en-US" dirty="0"/>
              <a:t>Influencing the Organization</a:t>
            </a:r>
          </a:p>
          <a:p>
            <a:r>
              <a:rPr lang="en-US" altLang="en-US" dirty="0"/>
              <a:t>Mentoring</a:t>
            </a:r>
          </a:p>
          <a:p>
            <a:r>
              <a:rPr lang="en-US" altLang="en-US" dirty="0"/>
              <a:t>Process and technical expertise (Application skills)</a:t>
            </a:r>
          </a:p>
          <a:p>
            <a:r>
              <a:rPr lang="en-US" dirty="0"/>
              <a:t>Organizational and planning skills</a:t>
            </a:r>
          </a:p>
          <a:p>
            <a:r>
              <a:rPr lang="en-US" dirty="0"/>
              <a:t> Conflict management</a:t>
            </a:r>
            <a:endParaRPr lang="en-US" altLang="en-US" dirty="0"/>
          </a:p>
        </p:txBody>
      </p:sp>
    </p:spTree>
    <p:extLst>
      <p:ext uri="{BB962C8B-B14F-4D97-AF65-F5344CB8AC3E}">
        <p14:creationId xmlns:p14="http://schemas.microsoft.com/office/powerpoint/2010/main" val="398087124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3209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3209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13209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132099">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132099">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132099">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499"/>
                                          </p:stCondLst>
                                        </p:cTn>
                                        <p:tgtEl>
                                          <p:spTgt spid="132099">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499"/>
                                          </p:stCondLst>
                                        </p:cTn>
                                        <p:tgtEl>
                                          <p:spTgt spid="132099">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499"/>
                                          </p:stCondLst>
                                        </p:cTn>
                                        <p:tgtEl>
                                          <p:spTgt spid="132099">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2099" grpId="0" build="p" autoUpdateAnimBg="0"/>
    </p:bldLst>
  </p:timing>
</p:sld>
</file>

<file path=ppt/slides/slide4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3011" name="Rectangle 2"/>
          <p:cNvSpPr>
            <a:spLocks noGrp="1" noChangeArrowheads="1"/>
          </p:cNvSpPr>
          <p:nvPr>
            <p:ph type="title"/>
          </p:nvPr>
        </p:nvSpPr>
        <p:spPr>
          <a:xfrm>
            <a:off x="581192" y="687474"/>
            <a:ext cx="7989752" cy="1083329"/>
          </a:xfrm>
        </p:spPr>
        <p:txBody>
          <a:bodyPr>
            <a:normAutofit/>
          </a:bodyPr>
          <a:lstStyle/>
          <a:p>
            <a:r>
              <a:rPr lang="en-US" altLang="en-US" dirty="0"/>
              <a:t>Skills and Competencies for Project Managers</a:t>
            </a:r>
          </a:p>
        </p:txBody>
      </p:sp>
      <p:sp>
        <p:nvSpPr>
          <p:cNvPr id="11" name="Content Placeholder 10">
            <a:extLst>
              <a:ext uri="{FF2B5EF4-FFF2-40B4-BE49-F238E27FC236}">
                <a16:creationId xmlns:a16="http://schemas.microsoft.com/office/drawing/2014/main" id="{4B177CD7-90B5-4706-B848-E654391D0F1B}"/>
              </a:ext>
            </a:extLst>
          </p:cNvPr>
          <p:cNvSpPr>
            <a:spLocks noGrp="1"/>
          </p:cNvSpPr>
          <p:nvPr>
            <p:ph idx="1"/>
          </p:nvPr>
        </p:nvSpPr>
        <p:spPr>
          <a:xfrm>
            <a:off x="581192" y="2228003"/>
            <a:ext cx="7989752" cy="3630795"/>
          </a:xfrm>
        </p:spPr>
        <p:txBody>
          <a:bodyPr>
            <a:normAutofit fontScale="85000" lnSpcReduction="10000"/>
          </a:bodyPr>
          <a:lstStyle/>
          <a:p>
            <a:r>
              <a:rPr lang="en-US" altLang="en-US" dirty="0"/>
              <a:t>Be comfortable with change</a:t>
            </a:r>
          </a:p>
          <a:p>
            <a:r>
              <a:rPr lang="en-US" altLang="en-US" dirty="0"/>
              <a:t>Understand the organizations they work in and with</a:t>
            </a:r>
          </a:p>
          <a:p>
            <a:r>
              <a:rPr lang="en-US" altLang="en-US" dirty="0"/>
              <a:t>Leadership</a:t>
            </a:r>
          </a:p>
          <a:p>
            <a:r>
              <a:rPr lang="en-US" altLang="en-US" dirty="0"/>
              <a:t>Listening</a:t>
            </a:r>
          </a:p>
          <a:p>
            <a:r>
              <a:rPr lang="en-US" altLang="en-US" dirty="0"/>
              <a:t>Integrity, ethical behavior, consistent</a:t>
            </a:r>
          </a:p>
          <a:p>
            <a:r>
              <a:rPr lang="en-US" altLang="en-US" dirty="0"/>
              <a:t>Strong at building trust</a:t>
            </a:r>
          </a:p>
          <a:p>
            <a:r>
              <a:rPr lang="en-US" altLang="en-US" dirty="0"/>
              <a:t>Verbal communication</a:t>
            </a:r>
          </a:p>
          <a:p>
            <a:r>
              <a:rPr lang="en-US" altLang="en-US" dirty="0"/>
              <a:t>Strong at building teams</a:t>
            </a:r>
          </a:p>
          <a:p>
            <a:r>
              <a:rPr lang="en-US" altLang="en-US" dirty="0"/>
              <a:t>Conflict resolution, conflict management</a:t>
            </a:r>
          </a:p>
          <a:p>
            <a:r>
              <a:rPr lang="en-US" altLang="en-US" dirty="0"/>
              <a:t>Critical thinking, problem solving</a:t>
            </a:r>
          </a:p>
          <a:p>
            <a:r>
              <a:rPr lang="en-US" altLang="en-US" dirty="0"/>
              <a:t>Understands, balances priorities</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5" name="Title 5"/>
          <p:cNvSpPr>
            <a:spLocks noGrp="1"/>
          </p:cNvSpPr>
          <p:nvPr>
            <p:ph type="title"/>
          </p:nvPr>
        </p:nvSpPr>
        <p:spPr>
          <a:xfrm>
            <a:off x="581192" y="687474"/>
            <a:ext cx="7989752" cy="1083329"/>
          </a:xfrm>
        </p:spPr>
        <p:txBody>
          <a:bodyPr/>
          <a:lstStyle/>
          <a:p>
            <a:r>
              <a:rPr lang="en-US" altLang="en-US"/>
              <a:t>Different Skills Needed in Different Situations</a:t>
            </a:r>
          </a:p>
        </p:txBody>
      </p:sp>
      <p:sp>
        <p:nvSpPr>
          <p:cNvPr id="44037" name="Content Placeholder 6"/>
          <p:cNvSpPr>
            <a:spLocks noGrp="1"/>
          </p:cNvSpPr>
          <p:nvPr>
            <p:ph idx="1"/>
          </p:nvPr>
        </p:nvSpPr>
        <p:spPr>
          <a:xfrm>
            <a:off x="581192" y="2228003"/>
            <a:ext cx="7989752" cy="3630795"/>
          </a:xfrm>
        </p:spPr>
        <p:txBody>
          <a:bodyPr>
            <a:normAutofit/>
          </a:bodyPr>
          <a:lstStyle/>
          <a:p>
            <a:pPr algn="just"/>
            <a:r>
              <a:rPr lang="en-US" altLang="en-US" dirty="0"/>
              <a:t>Large projects: leadership, relevant prior experience, planning, people skills, verbal communication, and team-building skills are most important</a:t>
            </a:r>
          </a:p>
          <a:p>
            <a:pPr algn="just"/>
            <a:r>
              <a:rPr lang="en-US" altLang="en-US" dirty="0"/>
              <a:t>High uncertainty projects: risk management, expectation management, leadership, people skills, and planning skills are most important</a:t>
            </a:r>
          </a:p>
          <a:p>
            <a:pPr algn="just"/>
            <a:r>
              <a:rPr lang="en-US" altLang="en-US" dirty="0"/>
              <a:t>Very novel projects: leadership, people skills, having vision and goals, self-confidence, expectations management, and listening skills are most important</a:t>
            </a:r>
          </a:p>
        </p:txBody>
      </p:sp>
      <p:sp>
        <p:nvSpPr>
          <p:cNvPr id="44036" name="Footer Placeholder 2"/>
          <p:cNvSpPr txBox="1">
            <a:spLocks noGrp="1"/>
          </p:cNvSpPr>
          <p:nvPr/>
        </p:nvSpPr>
        <p:spPr bwMode="auto">
          <a:xfrm>
            <a:off x="1524000" y="6400800"/>
            <a:ext cx="6248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2200">
                <a:solidFill>
                  <a:schemeClr val="tx1"/>
                </a:solidFill>
                <a:latin typeface="Arial" panose="020B0604020202020204" pitchFamily="34" charset="0"/>
              </a:defRPr>
            </a:lvl1pPr>
            <a:lvl2pPr marL="742950" indent="-285750" eaLnBrk="0" hangingPunct="0">
              <a:defRPr sz="2200">
                <a:solidFill>
                  <a:schemeClr val="tx1"/>
                </a:solidFill>
                <a:latin typeface="Arial" panose="020B0604020202020204" pitchFamily="34" charset="0"/>
              </a:defRPr>
            </a:lvl2pPr>
            <a:lvl3pPr marL="1143000" indent="-228600" eaLnBrk="0" hangingPunct="0">
              <a:defRPr sz="2200">
                <a:solidFill>
                  <a:schemeClr val="tx1"/>
                </a:solidFill>
                <a:latin typeface="Arial" panose="020B0604020202020204" pitchFamily="34" charset="0"/>
              </a:defRPr>
            </a:lvl3pPr>
            <a:lvl4pPr marL="1600200" indent="-228600" eaLnBrk="0" hangingPunct="0">
              <a:defRPr sz="2200">
                <a:solidFill>
                  <a:schemeClr val="tx1"/>
                </a:solidFill>
                <a:latin typeface="Arial" panose="020B0604020202020204" pitchFamily="34" charset="0"/>
              </a:defRPr>
            </a:lvl4pPr>
            <a:lvl5pPr marL="2057400" indent="-228600" eaLnBrk="0" hangingPunct="0">
              <a:defRPr sz="2200">
                <a:solidFill>
                  <a:schemeClr val="tx1"/>
                </a:solidFill>
                <a:latin typeface="Arial" panose="020B0604020202020204" pitchFamily="34" charset="0"/>
              </a:defRPr>
            </a:lvl5pPr>
            <a:lvl6pPr marL="2514600" indent="-228600" eaLnBrk="0" fontAlgn="base" hangingPunct="0">
              <a:spcBef>
                <a:spcPct val="0"/>
              </a:spcBef>
              <a:spcAft>
                <a:spcPct val="0"/>
              </a:spcAft>
              <a:defRPr sz="2200">
                <a:solidFill>
                  <a:schemeClr val="tx1"/>
                </a:solidFill>
                <a:latin typeface="Arial" panose="020B0604020202020204" pitchFamily="34" charset="0"/>
              </a:defRPr>
            </a:lvl6pPr>
            <a:lvl7pPr marL="2971800" indent="-228600" eaLnBrk="0" fontAlgn="base" hangingPunct="0">
              <a:spcBef>
                <a:spcPct val="0"/>
              </a:spcBef>
              <a:spcAft>
                <a:spcPct val="0"/>
              </a:spcAft>
              <a:defRPr sz="2200">
                <a:solidFill>
                  <a:schemeClr val="tx1"/>
                </a:solidFill>
                <a:latin typeface="Arial" panose="020B0604020202020204" pitchFamily="34" charset="0"/>
              </a:defRPr>
            </a:lvl7pPr>
            <a:lvl8pPr marL="3429000" indent="-228600" eaLnBrk="0" fontAlgn="base" hangingPunct="0">
              <a:spcBef>
                <a:spcPct val="0"/>
              </a:spcBef>
              <a:spcAft>
                <a:spcPct val="0"/>
              </a:spcAft>
              <a:defRPr sz="2200">
                <a:solidFill>
                  <a:schemeClr val="tx1"/>
                </a:solidFill>
                <a:latin typeface="Arial" panose="020B0604020202020204" pitchFamily="34" charset="0"/>
              </a:defRPr>
            </a:lvl8pPr>
            <a:lvl9pPr marL="3886200" indent="-228600" eaLnBrk="0" fontAlgn="base" hangingPunct="0">
              <a:spcBef>
                <a:spcPct val="0"/>
              </a:spcBef>
              <a:spcAft>
                <a:spcPct val="0"/>
              </a:spcAft>
              <a:defRPr sz="2200">
                <a:solidFill>
                  <a:schemeClr val="tx1"/>
                </a:solidFill>
                <a:latin typeface="Arial" panose="020B0604020202020204" pitchFamily="34" charset="0"/>
              </a:defRPr>
            </a:lvl9pPr>
          </a:lstStyle>
          <a:p>
            <a:pPr eaLnBrk="1" hangingPunct="1">
              <a:lnSpc>
                <a:spcPct val="90000"/>
              </a:lnSpc>
              <a:spcBef>
                <a:spcPct val="20000"/>
              </a:spcBef>
            </a:pPr>
            <a:endParaRPr lang="en-US" altLang="en-US" sz="1400">
              <a:solidFill>
                <a:schemeClr val="tx2"/>
              </a:solidFill>
              <a:latin typeface="Times New Roman" panose="02020603050405020304" pitchFamily="18" charset="0"/>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9" name="Rectangle 2"/>
          <p:cNvSpPr>
            <a:spLocks noGrp="1" noChangeArrowheads="1"/>
          </p:cNvSpPr>
          <p:nvPr>
            <p:ph type="title"/>
          </p:nvPr>
        </p:nvSpPr>
        <p:spPr>
          <a:xfrm>
            <a:off x="581192" y="687474"/>
            <a:ext cx="7989752" cy="1083329"/>
          </a:xfrm>
        </p:spPr>
        <p:txBody>
          <a:bodyPr/>
          <a:lstStyle/>
          <a:p>
            <a:r>
              <a:rPr lang="en-US" altLang="en-US"/>
              <a:t>Importance of Leadership Skills</a:t>
            </a:r>
          </a:p>
        </p:txBody>
      </p:sp>
      <p:sp>
        <p:nvSpPr>
          <p:cNvPr id="45060" name="Rectangle 3"/>
          <p:cNvSpPr>
            <a:spLocks noGrp="1" noChangeArrowheads="1"/>
          </p:cNvSpPr>
          <p:nvPr>
            <p:ph idx="1"/>
          </p:nvPr>
        </p:nvSpPr>
        <p:spPr>
          <a:xfrm>
            <a:off x="581192" y="2228003"/>
            <a:ext cx="7989752" cy="3630795"/>
          </a:xfrm>
        </p:spPr>
        <p:txBody>
          <a:bodyPr/>
          <a:lstStyle/>
          <a:p>
            <a:pPr algn="just"/>
            <a:r>
              <a:rPr lang="en-US" altLang="en-US" dirty="0"/>
              <a:t>Effective project managers provide leadership by example</a:t>
            </a:r>
          </a:p>
          <a:p>
            <a:pPr algn="just"/>
            <a:r>
              <a:rPr lang="en-US" altLang="en-US" dirty="0"/>
              <a:t>A leader focuses on long-term goals and big-picture objectives while inspiring people to reach those goals</a:t>
            </a:r>
          </a:p>
          <a:p>
            <a:pPr algn="just"/>
            <a:r>
              <a:rPr lang="en-US" altLang="en-US" dirty="0"/>
              <a:t>A manager deals with the day-to-day details of meeting specific goals</a:t>
            </a:r>
          </a:p>
          <a:p>
            <a:pPr algn="just"/>
            <a:r>
              <a:rPr lang="en-US" altLang="en-US" dirty="0"/>
              <a:t>Project managers often take on the role of both leader and manager</a:t>
            </a:r>
          </a:p>
        </p:txBody>
      </p:sp>
      <p:sp>
        <p:nvSpPr>
          <p:cNvPr id="45061" name="Footer Placeholder 5"/>
          <p:cNvSpPr txBox="1">
            <a:spLocks noGrp="1"/>
          </p:cNvSpPr>
          <p:nvPr/>
        </p:nvSpPr>
        <p:spPr bwMode="auto">
          <a:xfrm>
            <a:off x="1524000" y="6400800"/>
            <a:ext cx="6248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2200">
                <a:solidFill>
                  <a:schemeClr val="tx1"/>
                </a:solidFill>
                <a:latin typeface="Arial" panose="020B0604020202020204" pitchFamily="34" charset="0"/>
              </a:defRPr>
            </a:lvl1pPr>
            <a:lvl2pPr marL="742950" indent="-285750" eaLnBrk="0" hangingPunct="0">
              <a:defRPr sz="2200">
                <a:solidFill>
                  <a:schemeClr val="tx1"/>
                </a:solidFill>
                <a:latin typeface="Arial" panose="020B0604020202020204" pitchFamily="34" charset="0"/>
              </a:defRPr>
            </a:lvl2pPr>
            <a:lvl3pPr marL="1143000" indent="-228600" eaLnBrk="0" hangingPunct="0">
              <a:defRPr sz="2200">
                <a:solidFill>
                  <a:schemeClr val="tx1"/>
                </a:solidFill>
                <a:latin typeface="Arial" panose="020B0604020202020204" pitchFamily="34" charset="0"/>
              </a:defRPr>
            </a:lvl3pPr>
            <a:lvl4pPr marL="1600200" indent="-228600" eaLnBrk="0" hangingPunct="0">
              <a:defRPr sz="2200">
                <a:solidFill>
                  <a:schemeClr val="tx1"/>
                </a:solidFill>
                <a:latin typeface="Arial" panose="020B0604020202020204" pitchFamily="34" charset="0"/>
              </a:defRPr>
            </a:lvl4pPr>
            <a:lvl5pPr marL="2057400" indent="-228600" eaLnBrk="0" hangingPunct="0">
              <a:defRPr sz="2200">
                <a:solidFill>
                  <a:schemeClr val="tx1"/>
                </a:solidFill>
                <a:latin typeface="Arial" panose="020B0604020202020204" pitchFamily="34" charset="0"/>
              </a:defRPr>
            </a:lvl5pPr>
            <a:lvl6pPr marL="2514600" indent="-228600" eaLnBrk="0" fontAlgn="base" hangingPunct="0">
              <a:spcBef>
                <a:spcPct val="0"/>
              </a:spcBef>
              <a:spcAft>
                <a:spcPct val="0"/>
              </a:spcAft>
              <a:defRPr sz="2200">
                <a:solidFill>
                  <a:schemeClr val="tx1"/>
                </a:solidFill>
                <a:latin typeface="Arial" panose="020B0604020202020204" pitchFamily="34" charset="0"/>
              </a:defRPr>
            </a:lvl6pPr>
            <a:lvl7pPr marL="2971800" indent="-228600" eaLnBrk="0" fontAlgn="base" hangingPunct="0">
              <a:spcBef>
                <a:spcPct val="0"/>
              </a:spcBef>
              <a:spcAft>
                <a:spcPct val="0"/>
              </a:spcAft>
              <a:defRPr sz="2200">
                <a:solidFill>
                  <a:schemeClr val="tx1"/>
                </a:solidFill>
                <a:latin typeface="Arial" panose="020B0604020202020204" pitchFamily="34" charset="0"/>
              </a:defRPr>
            </a:lvl7pPr>
            <a:lvl8pPr marL="3429000" indent="-228600" eaLnBrk="0" fontAlgn="base" hangingPunct="0">
              <a:spcBef>
                <a:spcPct val="0"/>
              </a:spcBef>
              <a:spcAft>
                <a:spcPct val="0"/>
              </a:spcAft>
              <a:defRPr sz="2200">
                <a:solidFill>
                  <a:schemeClr val="tx1"/>
                </a:solidFill>
                <a:latin typeface="Arial" panose="020B0604020202020204" pitchFamily="34" charset="0"/>
              </a:defRPr>
            </a:lvl8pPr>
            <a:lvl9pPr marL="3886200" indent="-228600" eaLnBrk="0" fontAlgn="base" hangingPunct="0">
              <a:spcBef>
                <a:spcPct val="0"/>
              </a:spcBef>
              <a:spcAft>
                <a:spcPct val="0"/>
              </a:spcAft>
              <a:defRPr sz="2200">
                <a:solidFill>
                  <a:schemeClr val="tx1"/>
                </a:solidFill>
                <a:latin typeface="Arial" panose="020B0604020202020204" pitchFamily="34" charset="0"/>
              </a:defRPr>
            </a:lvl9pPr>
          </a:lstStyle>
          <a:p>
            <a:pPr eaLnBrk="1" hangingPunct="1">
              <a:lnSpc>
                <a:spcPct val="90000"/>
              </a:lnSpc>
              <a:spcBef>
                <a:spcPct val="20000"/>
              </a:spcBef>
            </a:pPr>
            <a:endParaRPr lang="en-US" altLang="en-US" sz="1400">
              <a:solidFill>
                <a:schemeClr val="tx2"/>
              </a:solidFill>
              <a:latin typeface="Times New Roman" panose="02020603050405020304" pitchFamily="18" charset="0"/>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3" name="Title 1"/>
          <p:cNvSpPr>
            <a:spLocks noGrp="1"/>
          </p:cNvSpPr>
          <p:nvPr>
            <p:ph type="title"/>
          </p:nvPr>
        </p:nvSpPr>
        <p:spPr>
          <a:xfrm>
            <a:off x="581192" y="687474"/>
            <a:ext cx="7989752" cy="1083329"/>
          </a:xfrm>
        </p:spPr>
        <p:txBody>
          <a:bodyPr/>
          <a:lstStyle/>
          <a:p>
            <a:r>
              <a:rPr lang="en-US" altLang="en-US" dirty="0"/>
              <a:t>Careers for IT Project Managers</a:t>
            </a:r>
          </a:p>
        </p:txBody>
      </p:sp>
      <p:sp>
        <p:nvSpPr>
          <p:cNvPr id="46085" name="Content Placeholder 3"/>
          <p:cNvSpPr>
            <a:spLocks noGrp="1"/>
          </p:cNvSpPr>
          <p:nvPr>
            <p:ph idx="1"/>
          </p:nvPr>
        </p:nvSpPr>
        <p:spPr>
          <a:xfrm>
            <a:off x="581192" y="2228003"/>
            <a:ext cx="7989752" cy="3630795"/>
          </a:xfrm>
        </p:spPr>
        <p:txBody>
          <a:bodyPr/>
          <a:lstStyle/>
          <a:p>
            <a:pPr algn="just"/>
            <a:r>
              <a:rPr lang="en-US" dirty="0"/>
              <a:t>The demand for IT project managers and project management skills is on the rise. According to the U.S. Bureau of Labor Statistics, new jobs for computer and information systems managers will grow by 11% from 2020 to 2030 </a:t>
            </a:r>
          </a:p>
          <a:p>
            <a:endParaRPr lang="en-US" altLang="en-US" dirty="0"/>
          </a:p>
        </p:txBody>
      </p:sp>
      <p:sp>
        <p:nvSpPr>
          <p:cNvPr id="46084" name="Footer Placeholder 2"/>
          <p:cNvSpPr txBox="1">
            <a:spLocks noGrp="1"/>
          </p:cNvSpPr>
          <p:nvPr/>
        </p:nvSpPr>
        <p:spPr bwMode="auto">
          <a:xfrm>
            <a:off x="1524000" y="6400800"/>
            <a:ext cx="6248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2200">
                <a:solidFill>
                  <a:schemeClr val="tx1"/>
                </a:solidFill>
                <a:latin typeface="Arial" panose="020B0604020202020204" pitchFamily="34" charset="0"/>
              </a:defRPr>
            </a:lvl1pPr>
            <a:lvl2pPr marL="742950" indent="-285750" eaLnBrk="0" hangingPunct="0">
              <a:defRPr sz="2200">
                <a:solidFill>
                  <a:schemeClr val="tx1"/>
                </a:solidFill>
                <a:latin typeface="Arial" panose="020B0604020202020204" pitchFamily="34" charset="0"/>
              </a:defRPr>
            </a:lvl2pPr>
            <a:lvl3pPr marL="1143000" indent="-228600" eaLnBrk="0" hangingPunct="0">
              <a:defRPr sz="2200">
                <a:solidFill>
                  <a:schemeClr val="tx1"/>
                </a:solidFill>
                <a:latin typeface="Arial" panose="020B0604020202020204" pitchFamily="34" charset="0"/>
              </a:defRPr>
            </a:lvl3pPr>
            <a:lvl4pPr marL="1600200" indent="-228600" eaLnBrk="0" hangingPunct="0">
              <a:defRPr sz="2200">
                <a:solidFill>
                  <a:schemeClr val="tx1"/>
                </a:solidFill>
                <a:latin typeface="Arial" panose="020B0604020202020204" pitchFamily="34" charset="0"/>
              </a:defRPr>
            </a:lvl4pPr>
            <a:lvl5pPr marL="2057400" indent="-228600" eaLnBrk="0" hangingPunct="0">
              <a:defRPr sz="2200">
                <a:solidFill>
                  <a:schemeClr val="tx1"/>
                </a:solidFill>
                <a:latin typeface="Arial" panose="020B0604020202020204" pitchFamily="34" charset="0"/>
              </a:defRPr>
            </a:lvl5pPr>
            <a:lvl6pPr marL="2514600" indent="-228600" eaLnBrk="0" fontAlgn="base" hangingPunct="0">
              <a:spcBef>
                <a:spcPct val="0"/>
              </a:spcBef>
              <a:spcAft>
                <a:spcPct val="0"/>
              </a:spcAft>
              <a:defRPr sz="2200">
                <a:solidFill>
                  <a:schemeClr val="tx1"/>
                </a:solidFill>
                <a:latin typeface="Arial" panose="020B0604020202020204" pitchFamily="34" charset="0"/>
              </a:defRPr>
            </a:lvl6pPr>
            <a:lvl7pPr marL="2971800" indent="-228600" eaLnBrk="0" fontAlgn="base" hangingPunct="0">
              <a:spcBef>
                <a:spcPct val="0"/>
              </a:spcBef>
              <a:spcAft>
                <a:spcPct val="0"/>
              </a:spcAft>
              <a:defRPr sz="2200">
                <a:solidFill>
                  <a:schemeClr val="tx1"/>
                </a:solidFill>
                <a:latin typeface="Arial" panose="020B0604020202020204" pitchFamily="34" charset="0"/>
              </a:defRPr>
            </a:lvl7pPr>
            <a:lvl8pPr marL="3429000" indent="-228600" eaLnBrk="0" fontAlgn="base" hangingPunct="0">
              <a:spcBef>
                <a:spcPct val="0"/>
              </a:spcBef>
              <a:spcAft>
                <a:spcPct val="0"/>
              </a:spcAft>
              <a:defRPr sz="2200">
                <a:solidFill>
                  <a:schemeClr val="tx1"/>
                </a:solidFill>
                <a:latin typeface="Arial" panose="020B0604020202020204" pitchFamily="34" charset="0"/>
              </a:defRPr>
            </a:lvl8pPr>
            <a:lvl9pPr marL="3886200" indent="-228600" eaLnBrk="0" fontAlgn="base" hangingPunct="0">
              <a:spcBef>
                <a:spcPct val="0"/>
              </a:spcBef>
              <a:spcAft>
                <a:spcPct val="0"/>
              </a:spcAft>
              <a:defRPr sz="2200">
                <a:solidFill>
                  <a:schemeClr val="tx1"/>
                </a:solidFill>
                <a:latin typeface="Arial" panose="020B0604020202020204" pitchFamily="34" charset="0"/>
              </a:defRPr>
            </a:lvl9pPr>
          </a:lstStyle>
          <a:p>
            <a:pPr eaLnBrk="1" hangingPunct="1">
              <a:lnSpc>
                <a:spcPct val="90000"/>
              </a:lnSpc>
              <a:spcBef>
                <a:spcPct val="20000"/>
              </a:spcBef>
            </a:pPr>
            <a:endParaRPr lang="en-US" altLang="en-US" sz="1400">
              <a:solidFill>
                <a:schemeClr val="tx2"/>
              </a:solidFill>
              <a:latin typeface="Times New Roman" panose="02020603050405020304" pitchFamily="18" charset="0"/>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Rectangle 2"/>
          <p:cNvSpPr>
            <a:spLocks noGrp="1" noChangeArrowheads="1"/>
          </p:cNvSpPr>
          <p:nvPr>
            <p:ph type="title"/>
          </p:nvPr>
        </p:nvSpPr>
        <p:spPr>
          <a:xfrm>
            <a:off x="581192" y="687474"/>
            <a:ext cx="7989752" cy="1083329"/>
          </a:xfrm>
        </p:spPr>
        <p:txBody>
          <a:bodyPr>
            <a:noAutofit/>
          </a:bodyPr>
          <a:lstStyle/>
          <a:p>
            <a:r>
              <a:rPr lang="en-US" altLang="zh-TW" dirty="0"/>
              <a:t>4 P’s in SPM</a:t>
            </a:r>
          </a:p>
        </p:txBody>
      </p:sp>
      <p:sp>
        <p:nvSpPr>
          <p:cNvPr id="14339" name="Rectangle 3"/>
          <p:cNvSpPr>
            <a:spLocks noGrp="1" noChangeArrowheads="1"/>
          </p:cNvSpPr>
          <p:nvPr>
            <p:ph idx="1"/>
          </p:nvPr>
        </p:nvSpPr>
        <p:spPr>
          <a:xfrm>
            <a:off x="581192" y="2228003"/>
            <a:ext cx="7989752" cy="3630795"/>
          </a:xfrm>
        </p:spPr>
        <p:txBody>
          <a:bodyPr numCol="2">
            <a:normAutofit/>
          </a:bodyPr>
          <a:lstStyle/>
          <a:p>
            <a:r>
              <a:rPr lang="en-US" dirty="0"/>
              <a:t>People</a:t>
            </a:r>
          </a:p>
          <a:p>
            <a:r>
              <a:rPr lang="en-US" dirty="0"/>
              <a:t>Product</a:t>
            </a:r>
          </a:p>
          <a:p>
            <a:r>
              <a:rPr lang="en-US" dirty="0"/>
              <a:t>Process</a:t>
            </a:r>
          </a:p>
          <a:p>
            <a:r>
              <a:rPr lang="en-US" dirty="0"/>
              <a:t>Project</a:t>
            </a:r>
          </a:p>
        </p:txBody>
      </p:sp>
      <p:pic>
        <p:nvPicPr>
          <p:cNvPr id="6" name="Picture 5">
            <a:extLst>
              <a:ext uri="{FF2B5EF4-FFF2-40B4-BE49-F238E27FC236}">
                <a16:creationId xmlns:a16="http://schemas.microsoft.com/office/drawing/2014/main" id="{5B275908-BCD3-4276-81B6-8C41B6F9F2F7}"/>
              </a:ext>
            </a:extLst>
          </p:cNvPr>
          <p:cNvPicPr>
            <a:picLocks noChangeAspect="1"/>
          </p:cNvPicPr>
          <p:nvPr/>
        </p:nvPicPr>
        <p:blipFill>
          <a:blip r:embed="rId3"/>
          <a:stretch>
            <a:fillRect/>
          </a:stretch>
        </p:blipFill>
        <p:spPr>
          <a:xfrm>
            <a:off x="2743199" y="2253678"/>
            <a:ext cx="5534025" cy="3556571"/>
          </a:xfrm>
          <a:prstGeom prst="rect">
            <a:avLst/>
          </a:prstGeom>
        </p:spPr>
      </p:pic>
    </p:spTree>
    <p:extLst>
      <p:ext uri="{BB962C8B-B14F-4D97-AF65-F5344CB8AC3E}">
        <p14:creationId xmlns:p14="http://schemas.microsoft.com/office/powerpoint/2010/main" val="50696981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Rectangle 2"/>
          <p:cNvSpPr>
            <a:spLocks noGrp="1" noChangeArrowheads="1"/>
          </p:cNvSpPr>
          <p:nvPr>
            <p:ph type="title"/>
          </p:nvPr>
        </p:nvSpPr>
        <p:spPr>
          <a:xfrm>
            <a:off x="581192" y="687474"/>
            <a:ext cx="7989752" cy="1083329"/>
          </a:xfrm>
        </p:spPr>
        <p:txBody>
          <a:bodyPr>
            <a:noAutofit/>
          </a:bodyPr>
          <a:lstStyle/>
          <a:p>
            <a:r>
              <a:rPr lang="en-US" altLang="zh-TW" dirty="0"/>
              <a:t>4 P’s in SPM</a:t>
            </a:r>
          </a:p>
        </p:txBody>
      </p:sp>
      <p:pic>
        <p:nvPicPr>
          <p:cNvPr id="3074" name="Picture 2" descr="The Four Ps of software engineering | Download Scientific Diagram">
            <a:extLst>
              <a:ext uri="{FF2B5EF4-FFF2-40B4-BE49-F238E27FC236}">
                <a16:creationId xmlns:a16="http://schemas.microsoft.com/office/drawing/2014/main" id="{5019FB9D-1F9F-49B8-B464-B2699DFB4A7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3000" y="2514600"/>
            <a:ext cx="6538479" cy="336459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2951336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a:extLst>
              <a:ext uri="{FF2B5EF4-FFF2-40B4-BE49-F238E27FC236}">
                <a16:creationId xmlns:a16="http://schemas.microsoft.com/office/drawing/2014/main" id="{DC4B422A-E530-4872-ABB5-52630115411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087673" y="2599402"/>
            <a:ext cx="4056327" cy="3725198"/>
          </a:xfrm>
          <a:prstGeom prst="rect">
            <a:avLst/>
          </a:prstGeom>
          <a:noFill/>
          <a:extLst>
            <a:ext uri="{909E8E84-426E-40DD-AFC4-6F175D3DCCD1}">
              <a14:hiddenFill xmlns:a14="http://schemas.microsoft.com/office/drawing/2010/main">
                <a:solidFill>
                  <a:srgbClr val="FFFFFF"/>
                </a:solidFill>
              </a14:hiddenFill>
            </a:ext>
          </a:extLst>
        </p:spPr>
      </p:pic>
      <p:sp>
        <p:nvSpPr>
          <p:cNvPr id="2" name="object 2"/>
          <p:cNvSpPr txBox="1">
            <a:spLocks noGrp="1"/>
          </p:cNvSpPr>
          <p:nvPr>
            <p:ph type="title"/>
          </p:nvPr>
        </p:nvSpPr>
        <p:spPr>
          <a:xfrm>
            <a:off x="581192" y="687474"/>
            <a:ext cx="7989752" cy="1083329"/>
          </a:xfrm>
        </p:spPr>
        <p:txBody>
          <a:bodyPr vert="horz" wrap="square" lIns="0" tIns="10001" rIns="0" bIns="0" rtlCol="0" anchor="ctr">
            <a:spAutoFit/>
          </a:bodyPr>
          <a:lstStyle/>
          <a:p>
            <a:r>
              <a:rPr lang="en-US" dirty="0"/>
              <a:t>W5HH Principle of SPM</a:t>
            </a:r>
          </a:p>
        </p:txBody>
      </p:sp>
      <p:sp>
        <p:nvSpPr>
          <p:cNvPr id="6" name="Content Placeholder 5">
            <a:extLst>
              <a:ext uri="{FF2B5EF4-FFF2-40B4-BE49-F238E27FC236}">
                <a16:creationId xmlns:a16="http://schemas.microsoft.com/office/drawing/2014/main" id="{69C4966D-8B47-4150-9B71-D768B8429919}"/>
              </a:ext>
            </a:extLst>
          </p:cNvPr>
          <p:cNvSpPr>
            <a:spLocks noGrp="1"/>
          </p:cNvSpPr>
          <p:nvPr>
            <p:ph idx="1"/>
          </p:nvPr>
        </p:nvSpPr>
        <p:spPr>
          <a:xfrm>
            <a:off x="67977" y="2133600"/>
            <a:ext cx="5342223" cy="4401397"/>
          </a:xfrm>
        </p:spPr>
        <p:txBody>
          <a:bodyPr>
            <a:normAutofit/>
          </a:bodyPr>
          <a:lstStyle/>
          <a:p>
            <a:pPr algn="just"/>
            <a:r>
              <a:rPr lang="en-US" dirty="0"/>
              <a:t>Why is  the system being develop?</a:t>
            </a:r>
          </a:p>
          <a:p>
            <a:pPr lvl="1" algn="just"/>
            <a:r>
              <a:rPr lang="en-US" dirty="0"/>
              <a:t>Answer to this questions help assess validity of business reason for the software  work.</a:t>
            </a:r>
          </a:p>
          <a:p>
            <a:pPr lvl="1" algn="just"/>
            <a:r>
              <a:rPr lang="en-US" dirty="0"/>
              <a:t>It answers if the business purpose justifies the expenditure of people, time and  money</a:t>
            </a:r>
          </a:p>
          <a:p>
            <a:pPr algn="just"/>
            <a:r>
              <a:rPr lang="en-US" dirty="0"/>
              <a:t>What will be done?</a:t>
            </a:r>
          </a:p>
          <a:p>
            <a:pPr lvl="1" algn="just"/>
            <a:r>
              <a:rPr lang="en-US" dirty="0"/>
              <a:t>Answer to this question establishes the task set required for project</a:t>
            </a:r>
          </a:p>
          <a:p>
            <a:pPr algn="just"/>
            <a:r>
              <a:rPr lang="en-US" dirty="0"/>
              <a:t>When will it be done?</a:t>
            </a:r>
          </a:p>
          <a:p>
            <a:pPr lvl="1" algn="just"/>
            <a:r>
              <a:rPr lang="en-US" dirty="0"/>
              <a:t>Answer to this question helps the team establish a project schedule by  identifying when tasks have to be conducted and when milestones are to be  reached</a:t>
            </a:r>
          </a:p>
        </p:txBody>
      </p:sp>
      <p:sp>
        <p:nvSpPr>
          <p:cNvPr id="3" name="object 3"/>
          <p:cNvSpPr txBox="1"/>
          <p:nvPr/>
        </p:nvSpPr>
        <p:spPr>
          <a:xfrm>
            <a:off x="1272236" y="1806893"/>
            <a:ext cx="140494" cy="148117"/>
          </a:xfrm>
          <a:prstGeom prst="rect">
            <a:avLst/>
          </a:prstGeom>
        </p:spPr>
        <p:txBody>
          <a:bodyPr vert="horz" wrap="square" lIns="0" tIns="9525" rIns="0" bIns="0" rtlCol="0">
            <a:spAutoFit/>
          </a:bodyPr>
          <a:lstStyle/>
          <a:p>
            <a:pPr marL="9525" defTabSz="685800">
              <a:spcBef>
                <a:spcPts val="75"/>
              </a:spcBef>
            </a:pPr>
            <a:r>
              <a:rPr sz="900" b="1" spc="-56" dirty="0">
                <a:solidFill>
                  <a:srgbClr val="FFFFFF"/>
                </a:solidFill>
                <a:latin typeface="Trebuchet MS"/>
                <a:cs typeface="Trebuchet MS"/>
              </a:rPr>
              <a:t>44</a:t>
            </a:r>
            <a:endParaRPr sz="900">
              <a:solidFill>
                <a:prstClr val="black"/>
              </a:solidFill>
              <a:latin typeface="Trebuchet MS"/>
              <a:cs typeface="Trebuchet MS"/>
            </a:endParaRPr>
          </a:p>
        </p:txBody>
      </p:sp>
    </p:spTree>
    <p:extLst>
      <p:ext uri="{BB962C8B-B14F-4D97-AF65-F5344CB8AC3E}">
        <p14:creationId xmlns:p14="http://schemas.microsoft.com/office/powerpoint/2010/main" val="17627299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a:extLst>
              <a:ext uri="{FF2B5EF4-FFF2-40B4-BE49-F238E27FC236}">
                <a16:creationId xmlns:a16="http://schemas.microsoft.com/office/drawing/2014/main" id="{6C02C975-B34A-4DCB-91C0-24174BD86E5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05400" y="152400"/>
            <a:ext cx="3898106" cy="2941448"/>
          </a:xfrm>
          <a:prstGeom prst="rect">
            <a:avLst/>
          </a:prstGeom>
          <a:noFill/>
          <a:extLst>
            <a:ext uri="{909E8E84-426E-40DD-AFC4-6F175D3DCCD1}">
              <a14:hiddenFill xmlns:a14="http://schemas.microsoft.com/office/drawing/2010/main">
                <a:solidFill>
                  <a:srgbClr val="FFFFFF"/>
                </a:solidFill>
              </a14:hiddenFill>
            </a:ext>
          </a:extLst>
        </p:spPr>
      </p:pic>
      <p:sp>
        <p:nvSpPr>
          <p:cNvPr id="3" name="object 3"/>
          <p:cNvSpPr txBox="1"/>
          <p:nvPr/>
        </p:nvSpPr>
        <p:spPr>
          <a:xfrm>
            <a:off x="1272236" y="1806893"/>
            <a:ext cx="140494" cy="148117"/>
          </a:xfrm>
          <a:prstGeom prst="rect">
            <a:avLst/>
          </a:prstGeom>
        </p:spPr>
        <p:txBody>
          <a:bodyPr vert="horz" wrap="square" lIns="0" tIns="9525" rIns="0" bIns="0" rtlCol="0">
            <a:spAutoFit/>
          </a:bodyPr>
          <a:lstStyle/>
          <a:p>
            <a:pPr marL="9525" defTabSz="685800">
              <a:spcBef>
                <a:spcPts val="75"/>
              </a:spcBef>
            </a:pPr>
            <a:r>
              <a:rPr sz="900" b="1" spc="-56" dirty="0">
                <a:solidFill>
                  <a:srgbClr val="FFFFFF"/>
                </a:solidFill>
                <a:latin typeface="Trebuchet MS"/>
                <a:cs typeface="Trebuchet MS"/>
              </a:rPr>
              <a:t>45</a:t>
            </a:r>
            <a:endParaRPr sz="900">
              <a:solidFill>
                <a:prstClr val="black"/>
              </a:solidFill>
              <a:latin typeface="Trebuchet MS"/>
              <a:cs typeface="Trebuchet MS"/>
            </a:endParaRPr>
          </a:p>
        </p:txBody>
      </p:sp>
      <p:sp>
        <p:nvSpPr>
          <p:cNvPr id="13" name="Title 12">
            <a:extLst>
              <a:ext uri="{FF2B5EF4-FFF2-40B4-BE49-F238E27FC236}">
                <a16:creationId xmlns:a16="http://schemas.microsoft.com/office/drawing/2014/main" id="{150B9432-D2B0-406B-BD35-60608F855605}"/>
              </a:ext>
            </a:extLst>
          </p:cNvPr>
          <p:cNvSpPr>
            <a:spLocks noGrp="1"/>
          </p:cNvSpPr>
          <p:nvPr>
            <p:ph type="title"/>
          </p:nvPr>
        </p:nvSpPr>
        <p:spPr>
          <a:xfrm>
            <a:off x="581192" y="687474"/>
            <a:ext cx="7989752" cy="1083329"/>
          </a:xfrm>
        </p:spPr>
        <p:txBody>
          <a:bodyPr/>
          <a:lstStyle/>
          <a:p>
            <a:r>
              <a:rPr lang="en-US" dirty="0"/>
              <a:t>W5HH Principle of SPM</a:t>
            </a:r>
            <a:endParaRPr lang="en-PK" dirty="0"/>
          </a:p>
        </p:txBody>
      </p:sp>
      <p:sp>
        <p:nvSpPr>
          <p:cNvPr id="16" name="Content Placeholder 15">
            <a:extLst>
              <a:ext uri="{FF2B5EF4-FFF2-40B4-BE49-F238E27FC236}">
                <a16:creationId xmlns:a16="http://schemas.microsoft.com/office/drawing/2014/main" id="{C9899EC5-7168-4215-88AF-B75CE31EDF3C}"/>
              </a:ext>
            </a:extLst>
          </p:cNvPr>
          <p:cNvSpPr>
            <a:spLocks noGrp="1"/>
          </p:cNvSpPr>
          <p:nvPr>
            <p:ph idx="1"/>
          </p:nvPr>
        </p:nvSpPr>
        <p:spPr>
          <a:xfrm>
            <a:off x="342900" y="2667000"/>
            <a:ext cx="8458200" cy="3630795"/>
          </a:xfrm>
        </p:spPr>
        <p:txBody>
          <a:bodyPr>
            <a:normAutofit lnSpcReduction="10000"/>
          </a:bodyPr>
          <a:lstStyle/>
          <a:p>
            <a:pPr algn="just"/>
            <a:r>
              <a:rPr lang="en-US" dirty="0"/>
              <a:t>Who is responsible for a function ?</a:t>
            </a:r>
          </a:p>
          <a:p>
            <a:pPr lvl="1" algn="just"/>
            <a:r>
              <a:rPr lang="en-US" dirty="0"/>
              <a:t>Answer to this question establishes roles and responsibility of each team member</a:t>
            </a:r>
          </a:p>
          <a:p>
            <a:pPr algn="just"/>
            <a:r>
              <a:rPr lang="en-US" dirty="0"/>
              <a:t>Where are they organizationally located ?</a:t>
            </a:r>
          </a:p>
          <a:p>
            <a:pPr lvl="1" algn="just"/>
            <a:r>
              <a:rPr lang="en-US" dirty="0"/>
              <a:t>Answer to this question indicates that all roles and responsibilities are not limited  to the software team itself, the customers,  users and stakeholders also have  responsibilities.</a:t>
            </a:r>
          </a:p>
          <a:p>
            <a:pPr algn="just"/>
            <a:r>
              <a:rPr lang="en-US" dirty="0"/>
              <a:t>How will be job done technically and managerially ?</a:t>
            </a:r>
          </a:p>
          <a:p>
            <a:pPr lvl="1" algn="just"/>
            <a:r>
              <a:rPr lang="en-US" dirty="0"/>
              <a:t>Once product scope is establishes, a technical and management strategy must  be defined for it.</a:t>
            </a:r>
          </a:p>
          <a:p>
            <a:pPr algn="just"/>
            <a:r>
              <a:rPr lang="en-US" dirty="0"/>
              <a:t>How much of each resource is needed ?</a:t>
            </a:r>
          </a:p>
          <a:p>
            <a:pPr lvl="1" algn="just"/>
            <a:r>
              <a:rPr lang="en-US" dirty="0"/>
              <a:t>Answer to this question is derived by developing estimates based on answers to earlier questions.</a:t>
            </a:r>
          </a:p>
        </p:txBody>
      </p:sp>
    </p:spTree>
    <p:extLst>
      <p:ext uri="{BB962C8B-B14F-4D97-AF65-F5344CB8AC3E}">
        <p14:creationId xmlns:p14="http://schemas.microsoft.com/office/powerpoint/2010/main" val="18606934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7" name="Rectangle 2"/>
          <p:cNvSpPr>
            <a:spLocks noGrp="1" noChangeArrowheads="1"/>
          </p:cNvSpPr>
          <p:nvPr>
            <p:ph type="title"/>
          </p:nvPr>
        </p:nvSpPr>
        <p:spPr>
          <a:xfrm>
            <a:off x="581192" y="687474"/>
            <a:ext cx="7989752" cy="1083329"/>
          </a:xfrm>
        </p:spPr>
        <p:txBody>
          <a:bodyPr/>
          <a:lstStyle/>
          <a:p>
            <a:r>
              <a:rPr lang="en-US" altLang="en-US"/>
              <a:t>Chapter Summary</a:t>
            </a:r>
          </a:p>
        </p:txBody>
      </p:sp>
      <p:sp>
        <p:nvSpPr>
          <p:cNvPr id="110595" name="Rectangle 3"/>
          <p:cNvSpPr>
            <a:spLocks noGrp="1" noChangeArrowheads="1"/>
          </p:cNvSpPr>
          <p:nvPr>
            <p:ph idx="1"/>
          </p:nvPr>
        </p:nvSpPr>
        <p:spPr>
          <a:xfrm>
            <a:off x="581192" y="2228003"/>
            <a:ext cx="7989752" cy="3630795"/>
          </a:xfrm>
        </p:spPr>
        <p:txBody>
          <a:bodyPr>
            <a:normAutofit/>
          </a:bodyPr>
          <a:lstStyle/>
          <a:p>
            <a:pPr algn="just"/>
            <a:r>
              <a:rPr lang="en-US" dirty="0"/>
              <a:t>A project is a temporary endeavor undertaken to create a unique product, service, or result</a:t>
            </a:r>
          </a:p>
          <a:p>
            <a:pPr algn="just"/>
            <a:r>
              <a:rPr lang="en-US" dirty="0"/>
              <a:t>Project management is the application of knowledge, skills, tools, and techniques to project activities to meet project requirements</a:t>
            </a:r>
          </a:p>
          <a:p>
            <a:pPr algn="just"/>
            <a:r>
              <a:rPr lang="en-US" dirty="0"/>
              <a:t>A program is a group of related projects managed in a coordinated way; project portfolio management involves organizing and managing projects and programs as a portfolio of investments</a:t>
            </a:r>
          </a:p>
          <a:p>
            <a:pPr algn="just"/>
            <a:r>
              <a:rPr lang="en-US" dirty="0"/>
              <a:t>Project managers play a key role in helping projects and organizations succeed</a:t>
            </a:r>
          </a:p>
          <a:p>
            <a:pPr algn="just"/>
            <a:r>
              <a:rPr lang="en-US" dirty="0"/>
              <a:t>The project management profession continues to grow and mature</a:t>
            </a:r>
          </a:p>
        </p:txBody>
      </p:sp>
      <p:sp>
        <p:nvSpPr>
          <p:cNvPr id="57349" name="Footer Placeholder 5"/>
          <p:cNvSpPr txBox="1">
            <a:spLocks noGrp="1"/>
          </p:cNvSpPr>
          <p:nvPr/>
        </p:nvSpPr>
        <p:spPr bwMode="auto">
          <a:xfrm>
            <a:off x="1524000" y="6400800"/>
            <a:ext cx="6248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2200">
                <a:solidFill>
                  <a:schemeClr val="tx1"/>
                </a:solidFill>
                <a:latin typeface="Arial" panose="020B0604020202020204" pitchFamily="34" charset="0"/>
              </a:defRPr>
            </a:lvl1pPr>
            <a:lvl2pPr marL="742950" indent="-285750" eaLnBrk="0" hangingPunct="0">
              <a:defRPr sz="2200">
                <a:solidFill>
                  <a:schemeClr val="tx1"/>
                </a:solidFill>
                <a:latin typeface="Arial" panose="020B0604020202020204" pitchFamily="34" charset="0"/>
              </a:defRPr>
            </a:lvl2pPr>
            <a:lvl3pPr marL="1143000" indent="-228600" eaLnBrk="0" hangingPunct="0">
              <a:defRPr sz="2200">
                <a:solidFill>
                  <a:schemeClr val="tx1"/>
                </a:solidFill>
                <a:latin typeface="Arial" panose="020B0604020202020204" pitchFamily="34" charset="0"/>
              </a:defRPr>
            </a:lvl3pPr>
            <a:lvl4pPr marL="1600200" indent="-228600" eaLnBrk="0" hangingPunct="0">
              <a:defRPr sz="2200">
                <a:solidFill>
                  <a:schemeClr val="tx1"/>
                </a:solidFill>
                <a:latin typeface="Arial" panose="020B0604020202020204" pitchFamily="34" charset="0"/>
              </a:defRPr>
            </a:lvl4pPr>
            <a:lvl5pPr marL="2057400" indent="-228600" eaLnBrk="0" hangingPunct="0">
              <a:defRPr sz="2200">
                <a:solidFill>
                  <a:schemeClr val="tx1"/>
                </a:solidFill>
                <a:latin typeface="Arial" panose="020B0604020202020204" pitchFamily="34" charset="0"/>
              </a:defRPr>
            </a:lvl5pPr>
            <a:lvl6pPr marL="2514600" indent="-228600" eaLnBrk="0" fontAlgn="base" hangingPunct="0">
              <a:spcBef>
                <a:spcPct val="0"/>
              </a:spcBef>
              <a:spcAft>
                <a:spcPct val="0"/>
              </a:spcAft>
              <a:defRPr sz="2200">
                <a:solidFill>
                  <a:schemeClr val="tx1"/>
                </a:solidFill>
                <a:latin typeface="Arial" panose="020B0604020202020204" pitchFamily="34" charset="0"/>
              </a:defRPr>
            </a:lvl6pPr>
            <a:lvl7pPr marL="2971800" indent="-228600" eaLnBrk="0" fontAlgn="base" hangingPunct="0">
              <a:spcBef>
                <a:spcPct val="0"/>
              </a:spcBef>
              <a:spcAft>
                <a:spcPct val="0"/>
              </a:spcAft>
              <a:defRPr sz="2200">
                <a:solidFill>
                  <a:schemeClr val="tx1"/>
                </a:solidFill>
                <a:latin typeface="Arial" panose="020B0604020202020204" pitchFamily="34" charset="0"/>
              </a:defRPr>
            </a:lvl7pPr>
            <a:lvl8pPr marL="3429000" indent="-228600" eaLnBrk="0" fontAlgn="base" hangingPunct="0">
              <a:spcBef>
                <a:spcPct val="0"/>
              </a:spcBef>
              <a:spcAft>
                <a:spcPct val="0"/>
              </a:spcAft>
              <a:defRPr sz="2200">
                <a:solidFill>
                  <a:schemeClr val="tx1"/>
                </a:solidFill>
                <a:latin typeface="Arial" panose="020B0604020202020204" pitchFamily="34" charset="0"/>
              </a:defRPr>
            </a:lvl8pPr>
            <a:lvl9pPr marL="3886200" indent="-228600" eaLnBrk="0" fontAlgn="base" hangingPunct="0">
              <a:spcBef>
                <a:spcPct val="0"/>
              </a:spcBef>
              <a:spcAft>
                <a:spcPct val="0"/>
              </a:spcAft>
              <a:defRPr sz="2200">
                <a:solidFill>
                  <a:schemeClr val="tx1"/>
                </a:solidFill>
                <a:latin typeface="Arial" panose="020B0604020202020204" pitchFamily="34" charset="0"/>
              </a:defRPr>
            </a:lvl9pPr>
          </a:lstStyle>
          <a:p>
            <a:pPr eaLnBrk="1" hangingPunct="1">
              <a:lnSpc>
                <a:spcPct val="90000"/>
              </a:lnSpc>
              <a:spcBef>
                <a:spcPct val="20000"/>
              </a:spcBef>
            </a:pPr>
            <a:endParaRPr lang="en-US" altLang="en-US" sz="1400">
              <a:solidFill>
                <a:schemeClr val="tx2"/>
              </a:solidFill>
              <a:latin typeface="Times New Roman" panose="02020603050405020304" pitchFamily="18" charset="0"/>
            </a:endParaRPr>
          </a:p>
        </p:txBody>
      </p:sp>
    </p:spTree>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Dividend">
  <a:themeElements>
    <a:clrScheme name="Dividend">
      <a:dk1>
        <a:sysClr val="windowText" lastClr="000000"/>
      </a:dk1>
      <a:lt1>
        <a:sysClr val="window" lastClr="FFFFFF"/>
      </a:lt1>
      <a:dk2>
        <a:srgbClr val="3D3D3D"/>
      </a:dk2>
      <a:lt2>
        <a:srgbClr val="EBEBEB"/>
      </a:lt2>
      <a:accent1>
        <a:srgbClr val="1A3260"/>
      </a:accent1>
      <a:accent2>
        <a:srgbClr val="4590B8"/>
      </a:accent2>
      <a:accent3>
        <a:srgbClr val="45CBE8"/>
      </a:accent3>
      <a:accent4>
        <a:srgbClr val="969FA7"/>
      </a:accent4>
      <a:accent5>
        <a:srgbClr val="A2C777"/>
      </a:accent5>
      <a:accent6>
        <a:srgbClr val="42955F"/>
      </a:accent6>
      <a:hlink>
        <a:srgbClr val="828282"/>
      </a:hlink>
      <a:folHlink>
        <a:srgbClr val="A5A5A5"/>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66F1C100-1D2B-4BEA-AD01-C4F230B3B965}"/>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c5e93d4a-e23b-42c8-8ff1-78131b2d8e46">
      <Terms xmlns="http://schemas.microsoft.com/office/infopath/2007/PartnerControls"/>
    </lcf76f155ced4ddcb4097134ff3c332f>
    <TaxCatchAll xmlns="4365d7e7-07f8-46ee-9253-0d9db5cf0247"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C59C947163D0D9438ADFAABD5D135A8E" ma:contentTypeVersion="15" ma:contentTypeDescription="Create a new document." ma:contentTypeScope="" ma:versionID="5b4f94f29af92c2c38760606e13a76fa">
  <xsd:schema xmlns:xsd="http://www.w3.org/2001/XMLSchema" xmlns:xs="http://www.w3.org/2001/XMLSchema" xmlns:p="http://schemas.microsoft.com/office/2006/metadata/properties" xmlns:ns2="4365d7e7-07f8-46ee-9253-0d9db5cf0247" xmlns:ns3="c5e93d4a-e23b-42c8-8ff1-78131b2d8e46" targetNamespace="http://schemas.microsoft.com/office/2006/metadata/properties" ma:root="true" ma:fieldsID="27929261d078ce812582891b1a16c94f" ns2:_="" ns3:_="">
    <xsd:import namespace="4365d7e7-07f8-46ee-9253-0d9db5cf0247"/>
    <xsd:import namespace="c5e93d4a-e23b-42c8-8ff1-78131b2d8e46"/>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SearchProperties" minOccurs="0"/>
                <xsd:element ref="ns3:MediaServiceObjectDetectorVersions" minOccurs="0"/>
                <xsd:element ref="ns3:lcf76f155ced4ddcb4097134ff3c332f" minOccurs="0"/>
                <xsd:element ref="ns2:TaxCatchAll" minOccurs="0"/>
                <xsd:element ref="ns3:MediaServiceOCR" minOccurs="0"/>
                <xsd:element ref="ns3:MediaServiceGenerationTime" minOccurs="0"/>
                <xsd:element ref="ns3:MediaServiceEventHashCode" minOccurs="0"/>
                <xsd:element ref="ns3:MediaServiceDateTaken" minOccurs="0"/>
                <xsd:element ref="ns3:MediaServiceLocation"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365d7e7-07f8-46ee-9253-0d9db5cf0247"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TaxCatchAll" ma:index="16" nillable="true" ma:displayName="Taxonomy Catch All Column" ma:hidden="true" ma:list="{2b5eb382-fb55-4e68-ad83-511be951eceb}" ma:internalName="TaxCatchAll" ma:showField="CatchAllData" ma:web="4365d7e7-07f8-46ee-9253-0d9db5cf0247">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c5e93d4a-e23b-42c8-8ff1-78131b2d8e46"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SearchProperties" ma:index="12" nillable="true" ma:displayName="MediaServiceSearchProperties" ma:hidden="true" ma:internalName="MediaServiceSearchProperties" ma:readOnly="true">
      <xsd:simpleType>
        <xsd:restriction base="dms:Note"/>
      </xsd:simpleType>
    </xsd:element>
    <xsd:element name="MediaServiceObjectDetectorVersions" ma:index="13" nillable="true" ma:displayName="MediaServiceObjectDetectorVersions" ma:hidden="true" ma:indexed="true" ma:internalName="MediaServiceObjectDetectorVersions" ma:readOnly="true">
      <xsd:simpleType>
        <xsd:restriction base="dms:Text"/>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5b19d95c-03cc-479b-95fc-186cd9d3511f" ma:termSetId="09814cd3-568e-fe90-9814-8d621ff8fb84" ma:anchorId="fba54fb3-c3e1-fe81-a776-ca4b69148c4d" ma:open="true" ma:isKeyword="false">
      <xsd:complexType>
        <xsd:sequence>
          <xsd:element ref="pc:Terms" minOccurs="0" maxOccurs="1"/>
        </xsd:sequence>
      </xsd:complex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ServiceDateTaken" ma:index="20" nillable="true" ma:displayName="MediaServiceDateTaken" ma:hidden="true" ma:indexed="true" ma:internalName="MediaServiceDateTaken" ma:readOnly="true">
      <xsd:simpleType>
        <xsd:restriction base="dms:Text"/>
      </xsd:simpleType>
    </xsd:element>
    <xsd:element name="MediaServiceLocation" ma:index="21" nillable="true" ma:displayName="Location" ma:indexed="true" ma:internalName="MediaServiceLocation" ma:readOnly="true">
      <xsd:simpleType>
        <xsd:restriction base="dms:Text"/>
      </xsd:simpleType>
    </xsd:element>
    <xsd:element name="MediaLengthInSeconds" ma:index="22"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7267C0F2-90A6-4BCC-9A3D-5FE72160D67D}">
  <ds:schemaRefs>
    <ds:schemaRef ds:uri="http://schemas.microsoft.com/office/2006/metadata/properties"/>
    <ds:schemaRef ds:uri="http://schemas.microsoft.com/office/infopath/2007/PartnerControls"/>
    <ds:schemaRef ds:uri="c5e93d4a-e23b-42c8-8ff1-78131b2d8e46"/>
    <ds:schemaRef ds:uri="4365d7e7-07f8-46ee-9253-0d9db5cf0247"/>
  </ds:schemaRefs>
</ds:datastoreItem>
</file>

<file path=customXml/itemProps2.xml><?xml version="1.0" encoding="utf-8"?>
<ds:datastoreItem xmlns:ds="http://schemas.openxmlformats.org/officeDocument/2006/customXml" ds:itemID="{96BBBE75-DC44-40E0-B9B6-2B966D7F8F4C}">
  <ds:schemaRefs>
    <ds:schemaRef ds:uri="http://schemas.microsoft.com/sharepoint/v3/contenttype/forms"/>
  </ds:schemaRefs>
</ds:datastoreItem>
</file>

<file path=customXml/itemProps3.xml><?xml version="1.0" encoding="utf-8"?>
<ds:datastoreItem xmlns:ds="http://schemas.openxmlformats.org/officeDocument/2006/customXml" ds:itemID="{7365155C-C474-4881-80A3-0FE78F5C81F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365d7e7-07f8-46ee-9253-0d9db5cf0247"/>
    <ds:schemaRef ds:uri="c5e93d4a-e23b-42c8-8ff1-78131b2d8e4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4170</TotalTime>
  <Words>3508</Words>
  <Application>Microsoft Office PowerPoint</Application>
  <PresentationFormat>On-screen Show (4:3)</PresentationFormat>
  <Paragraphs>337</Paragraphs>
  <Slides>55</Slides>
  <Notes>15</Notes>
  <HiddenSlides>5</HiddenSlides>
  <MMClips>0</MMClips>
  <ScaleCrop>false</ScaleCrop>
  <HeadingPairs>
    <vt:vector size="6" baseType="variant">
      <vt:variant>
        <vt:lpstr>Fonts Used</vt:lpstr>
      </vt:variant>
      <vt:variant>
        <vt:i4>10</vt:i4>
      </vt:variant>
      <vt:variant>
        <vt:lpstr>Theme</vt:lpstr>
      </vt:variant>
      <vt:variant>
        <vt:i4>2</vt:i4>
      </vt:variant>
      <vt:variant>
        <vt:lpstr>Slide Titles</vt:lpstr>
      </vt:variant>
      <vt:variant>
        <vt:i4>55</vt:i4>
      </vt:variant>
    </vt:vector>
  </HeadingPairs>
  <TitlesOfParts>
    <vt:vector size="67" baseType="lpstr">
      <vt:lpstr>Arial</vt:lpstr>
      <vt:lpstr>Arial Black</vt:lpstr>
      <vt:lpstr>Arial Rounded MT Bold</vt:lpstr>
      <vt:lpstr>Calibri</vt:lpstr>
      <vt:lpstr>Gill Sans MT</vt:lpstr>
      <vt:lpstr>Google Sans</vt:lpstr>
      <vt:lpstr>SF-Pro-Text</vt:lpstr>
      <vt:lpstr>Times New Roman</vt:lpstr>
      <vt:lpstr>Trebuchet MS</vt:lpstr>
      <vt:lpstr>Wingdings 2</vt:lpstr>
      <vt:lpstr>Custom Design</vt:lpstr>
      <vt:lpstr>Dividend</vt:lpstr>
      <vt:lpstr>Introduction to Project Management</vt:lpstr>
      <vt:lpstr>Introduction</vt:lpstr>
      <vt:lpstr>Introduction</vt:lpstr>
      <vt:lpstr>Top Ten Technology Projects in 2025</vt:lpstr>
      <vt:lpstr>What Is a Project?</vt:lpstr>
      <vt:lpstr>Project Attributes</vt:lpstr>
      <vt:lpstr>Project Constraints</vt:lpstr>
      <vt:lpstr>The Triple Constraint of Project Management</vt:lpstr>
      <vt:lpstr>Project Constraints</vt:lpstr>
      <vt:lpstr>PowerPoint Presentation</vt:lpstr>
      <vt:lpstr>Project Constraints</vt:lpstr>
      <vt:lpstr>Project Constraints</vt:lpstr>
      <vt:lpstr>Project Constraints</vt:lpstr>
      <vt:lpstr>Project Constraints</vt:lpstr>
      <vt:lpstr>Quadruple Constraint</vt:lpstr>
      <vt:lpstr>What is Project Management?</vt:lpstr>
      <vt:lpstr>Software Project Management</vt:lpstr>
      <vt:lpstr>Dimensions of a Software Project</vt:lpstr>
      <vt:lpstr>Software Project Management</vt:lpstr>
      <vt:lpstr>Benefits of Project Management</vt:lpstr>
      <vt:lpstr>The main advantage of project management is that is helps you to manage your projects effectively, enabling you to resolve problems more quickly.   It takes time and money to manage a project, however following good practices can help you</vt:lpstr>
      <vt:lpstr>Project Management Framework</vt:lpstr>
      <vt:lpstr>Project Stakeholders</vt:lpstr>
      <vt:lpstr>Nine Project Management Knowledge Areas</vt:lpstr>
      <vt:lpstr>Project Management Tools and Techniques</vt:lpstr>
      <vt:lpstr>PowerPoint Presentation</vt:lpstr>
      <vt:lpstr>Super Tools</vt:lpstr>
      <vt:lpstr>What Went Right? Improved Project Performance</vt:lpstr>
      <vt:lpstr>PowerPoint Presentation</vt:lpstr>
      <vt:lpstr>Chaos Report 2020</vt:lpstr>
      <vt:lpstr>Chaos Report 2024</vt:lpstr>
      <vt:lpstr>Why the Improvements?</vt:lpstr>
      <vt:lpstr>Project Success</vt:lpstr>
      <vt:lpstr> What Helps Projects Succeed?*</vt:lpstr>
      <vt:lpstr>Causes of failure</vt:lpstr>
      <vt:lpstr>Program</vt:lpstr>
      <vt:lpstr>Project Managers Vs Program Managers</vt:lpstr>
      <vt:lpstr>Project Portfolio Management</vt:lpstr>
      <vt:lpstr>Differences Between Project Management And Project Portfolio Management</vt:lpstr>
      <vt:lpstr>Project portfolio management vs. program management vs. project management</vt:lpstr>
      <vt:lpstr>Sample Project Portfolio Approach</vt:lpstr>
      <vt:lpstr>Sample Project Portfolio Approach</vt:lpstr>
      <vt:lpstr>Best Practice</vt:lpstr>
      <vt:lpstr>Roles and responsibilities of Project Manager</vt:lpstr>
      <vt:lpstr>Required Knowledge for Project Managers</vt:lpstr>
      <vt:lpstr>Project Manager’s Skills</vt:lpstr>
      <vt:lpstr>Skills and Competencies for Project Managers</vt:lpstr>
      <vt:lpstr>Different Skills Needed in Different Situations</vt:lpstr>
      <vt:lpstr>Importance of Leadership Skills</vt:lpstr>
      <vt:lpstr>Careers for IT Project Managers</vt:lpstr>
      <vt:lpstr>4 P’s in SPM</vt:lpstr>
      <vt:lpstr>4 P’s in SPM</vt:lpstr>
      <vt:lpstr>W5HH Principle of SPM</vt:lpstr>
      <vt:lpstr>W5HH Principle of SPM</vt:lpstr>
      <vt:lpstr>Chapter Summary</vt:lpstr>
    </vt:vector>
  </TitlesOfParts>
  <Company>Augsburg College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dc:title>
  <dc:creator>Course Technology</dc:creator>
  <cp:lastModifiedBy>Maham Mehr Awan</cp:lastModifiedBy>
  <cp:revision>284</cp:revision>
  <dcterms:created xsi:type="dcterms:W3CDTF">2001-07-05T23:10:12Z</dcterms:created>
  <dcterms:modified xsi:type="dcterms:W3CDTF">2026-02-23T06:29:28Z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0x010100C59C947163D0D9438ADFAABD5D135A8E</vt:lpwstr>
  </property>
</Properties>
</file>