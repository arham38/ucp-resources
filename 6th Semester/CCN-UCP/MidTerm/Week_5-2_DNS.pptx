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3" r:id="rId1"/>
  </p:sldMasterIdLst>
  <p:notesMasterIdLst>
    <p:notesMasterId r:id="rId24"/>
  </p:notesMasterIdLst>
  <p:handoutMasterIdLst>
    <p:handoutMasterId r:id="rId25"/>
  </p:handoutMasterIdLst>
  <p:sldIdLst>
    <p:sldId id="486" r:id="rId2"/>
    <p:sldId id="487" r:id="rId3"/>
    <p:sldId id="482" r:id="rId4"/>
    <p:sldId id="488" r:id="rId5"/>
    <p:sldId id="494" r:id="rId6"/>
    <p:sldId id="481" r:id="rId7"/>
    <p:sldId id="485" r:id="rId8"/>
    <p:sldId id="489" r:id="rId9"/>
    <p:sldId id="457" r:id="rId10"/>
    <p:sldId id="458" r:id="rId11"/>
    <p:sldId id="495" r:id="rId12"/>
    <p:sldId id="459" r:id="rId13"/>
    <p:sldId id="461" r:id="rId14"/>
    <p:sldId id="484" r:id="rId15"/>
    <p:sldId id="462" r:id="rId16"/>
    <p:sldId id="463" r:id="rId17"/>
    <p:sldId id="464" r:id="rId18"/>
    <p:sldId id="465" r:id="rId19"/>
    <p:sldId id="466" r:id="rId20"/>
    <p:sldId id="493" r:id="rId21"/>
    <p:sldId id="490" r:id="rId22"/>
    <p:sldId id="491" r:id="rId2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66CCFF"/>
    <a:srgbClr val="0099CC"/>
    <a:srgbClr val="339900"/>
    <a:srgbClr val="336600"/>
    <a:srgbClr val="000099"/>
    <a:srgbClr val="33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00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272FB03C-C947-4820-A26B-35D190D5BC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E086830E-A815-472D-89A0-FB9343F56AA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898C1A3B-744B-4AB6-A2FF-095BFE04DA2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04098FA8-91DE-4508-8F6A-D5CA18B8F2A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C1ADD118-19B7-47E4-A28D-3B067BAC749A}" type="slidenum">
              <a:rPr lang="en-US" altLang="en-PK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ED0D4C1-5EBD-442F-91C1-3B49542280B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9081FCD-CBCB-4478-B9EE-59C96BBC1C1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2C2774A6-E0F6-4AAF-B469-3BB2E0686A8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0901C7A-F87E-47EB-9D64-B1E3AE97EBF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DDCEA2A-57DA-4A96-909A-257C859CE8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48D574F2-5C6A-4DED-95CB-E9D4432977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484F39E1-9F7B-40F4-8FAC-E1B14DA4FB70}" type="slidenum">
              <a:rPr lang="en-US" altLang="en-PK"/>
              <a:pPr>
                <a:defRPr/>
              </a:pPr>
              <a:t>‹#›</a:t>
            </a:fld>
            <a:endParaRPr lang="en-US" altLang="en-P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8E07A3F2-49DB-4C69-B47C-5D93A5CA84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B8F172E7-DB2A-41E3-9FFC-9EE6F668F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702A8B3D-0211-4038-BE1E-1713EA49D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2BAAAC5-7F8D-4604-86B1-E222EF955195}" type="slidenum">
              <a:rPr lang="en-US" altLang="en-US" sz="1300" smtClean="0">
                <a:latin typeface="Times New Roman" panose="02020603050405020304" pitchFamily="18" charset="0"/>
              </a:rPr>
              <a:pPr/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0D2D2F81-EF56-4519-9F61-1A7FDBB8E2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B42C3454-675B-485A-9E20-D553ED058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3F930628-9032-4283-B684-31F4CCEB4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EE69AB4-8FA5-42A6-8BC1-2AEA459CB451}" type="slidenum">
              <a:rPr lang="en-US" altLang="en-US" sz="1300" smtClean="0">
                <a:latin typeface="Times New Roman" panose="02020603050405020304" pitchFamily="18" charset="0"/>
              </a:rPr>
              <a:pPr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FA0D172-A840-4067-8519-DFB9844272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5D0117F-6784-4CA2-AC6F-EDE3E7D9F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7BF90052-106A-46EC-B93A-2B39E21EC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6AB68C-4FFF-43FB-A4BA-1AB4595ECE08}" type="slidenum">
              <a:rPr lang="en-US" altLang="en-US" sz="1300" smtClean="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91B96E64-1E9A-4FE7-A232-CC03EA4F36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13F7EC69-5B66-4489-9497-8BD22A494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BF762BB7-4E90-435B-A2CD-90CA971D7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9CFB3A-21F2-4019-A15D-6E9AECC86367}" type="slidenum">
              <a:rPr lang="en-US" altLang="en-US" sz="1300" smtClean="0">
                <a:latin typeface="Times New Roman" panose="02020603050405020304" pitchFamily="18" charset="0"/>
              </a:rPr>
              <a:pPr/>
              <a:t>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18A7334E-14A1-499E-B032-D8F763C9DC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D02772AA-E693-4C98-8D71-37254F35F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B40BFFDD-4980-4317-93F9-CD6EE003D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E1EDB4-8DEB-4808-A22D-6AD91B24E662}" type="slidenum">
              <a:rPr lang="en-US" altLang="en-US" sz="1300" smtClean="0">
                <a:latin typeface="Times New Roman" panose="02020603050405020304" pitchFamily="18" charset="0"/>
              </a:rPr>
              <a:pPr/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C55E73F8-688E-416C-B3FA-97D516C54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CBDAFF51-866C-4E2A-A93F-DEA3C020F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AC3373C2-8DC1-405C-8CAA-F8AB74B62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8512647-B065-49FE-8664-8820A11D0AA1}" type="slidenum">
              <a:rPr lang="en-US" altLang="en-US" sz="1300" smtClean="0">
                <a:latin typeface="Times New Roman" panose="02020603050405020304" pitchFamily="18" charset="0"/>
              </a:rPr>
              <a:pPr/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A77FE273-EEBA-4482-B587-87926F1249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3C554B7C-8E91-42F1-8F26-72D6F0B2E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D96D3447-CB4A-4694-802D-02192F74A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D6E162B-C907-4CC9-98F5-B214B7B6F9F9}" type="slidenum">
              <a:rPr lang="en-US" altLang="en-US" sz="1300" smtClean="0">
                <a:latin typeface="Times New Roman" panose="02020603050405020304" pitchFamily="18" charset="0"/>
              </a:rPr>
              <a:pPr/>
              <a:t>11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E72A55AF-9507-4A6F-95FC-001B6FACBB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8FFCE5CE-D093-4FD5-B3FD-911D126F3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14966C47-9604-4FF4-BFDE-41DF28F87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1BDD64-D5AF-41DE-B522-4BECF7FF080B}" type="slidenum">
              <a:rPr lang="en-US" altLang="en-US" sz="1300" smtClean="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F1AFC9AE-C613-4726-B2C3-F980E509C7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DA5431B6-E845-40F0-9ED4-69D96F741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4A3CC4DB-258A-47A1-AA57-0700D9877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A82536-2FFD-4FEE-B2B7-FC0CA1D091BE}" type="slidenum">
              <a:rPr lang="en-US" altLang="en-US" sz="1300" smtClean="0">
                <a:latin typeface="Times New Roman" panose="02020603050405020304" pitchFamily="18" charset="0"/>
              </a:rPr>
              <a:pPr/>
              <a:t>13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FD35CE6C-11E9-478B-808C-8C7272B1E6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CD7D2D7B-A01C-48EC-9909-4E694C703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8AD6A38E-747D-4083-B024-3D081D514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EF927E4-C3BA-49C7-B935-AAE698DDDADC}" type="slidenum">
              <a:rPr lang="en-US" altLang="en-US" sz="1300" smtClean="0">
                <a:latin typeface="Times New Roman" panose="02020603050405020304" pitchFamily="18" charset="0"/>
              </a:rPr>
              <a:pPr/>
              <a:t>14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777BF779-DB7D-4BB5-AE0C-962B6D993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BAC46C94-0BA7-4BFB-B7F0-33A83E594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D43FCA25-E269-4BFB-9606-0D031E47E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27287E5-E8C3-4EAC-98B1-B993A40F7DC7}" type="slidenum">
              <a:rPr lang="en-US" altLang="en-US" sz="1300" smtClean="0">
                <a:latin typeface="Times New Roman" panose="02020603050405020304" pitchFamily="18" charset="0"/>
              </a:rPr>
              <a:pPr/>
              <a:t>15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CC1D957A-0276-4B5B-A194-1C828DE00A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D13552B3-2E21-47A1-AA8C-63D6E12E2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7AEE78DD-8B91-4025-AAFF-7CA54C5C9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C68DD5B-6130-42CE-A437-CE0EA3D50F4A}" type="slidenum">
              <a:rPr lang="en-US" altLang="en-US" sz="1300" smtClean="0">
                <a:latin typeface="Times New Roman" panose="02020603050405020304" pitchFamily="18" charset="0"/>
              </a:rPr>
              <a:pPr/>
              <a:t>16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EF3ADB35-2228-4887-B121-0F2BDC6882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5618CF04-73B0-4662-B859-576759549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7C20E028-835D-45A1-A8E9-A0EEC9BD3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D69D3FB-72D3-4E63-A8AA-43A61534E848}" type="slidenum">
              <a:rPr lang="en-US" altLang="en-US" sz="1300" smtClean="0">
                <a:latin typeface="Times New Roman" panose="02020603050405020304" pitchFamily="18" charset="0"/>
              </a:rPr>
              <a:pPr/>
              <a:t>17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9113F19C-796E-4822-8B03-B4AE90BFD2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A4586C98-86D8-4183-9AF9-02421BE95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47D6C8AA-4AD0-4F7D-AC2B-FA1030341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053452E-5567-4029-BC7A-850C520B93B9}" type="slidenum">
              <a:rPr lang="en-US" altLang="en-US" sz="1300" smtClean="0">
                <a:latin typeface="Times New Roman" panose="02020603050405020304" pitchFamily="18" charset="0"/>
              </a:rPr>
              <a:pPr/>
              <a:t>18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D26DFCDC-C881-42BC-B15C-6CBBC46D60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C4E1C5E8-5FC2-4270-AF42-BFAAEA61A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EE86D3AA-0674-437D-A896-0A9E6FE15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1FB87E-2AC4-4749-AB55-EB23147C970A}" type="slidenum">
              <a:rPr lang="en-US" altLang="en-US" sz="1300" smtClean="0">
                <a:latin typeface="Times New Roman" panose="02020603050405020304" pitchFamily="18" charset="0"/>
              </a:rPr>
              <a:pPr/>
              <a:t>19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CF6E52-B57F-46F0-A08E-CB142D7DE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6FDF2-79A9-4A88-A9E7-BCF0864F4ECB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D4B6ED-738D-4914-A4C3-5ECC0404BA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8F0B99-AB0F-49F1-9FCF-D755923C52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2-</a:t>
            </a:r>
            <a:fld id="{C06660B3-44E0-49CA-8EBD-AC4822FFAC12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79518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E40B8F-744E-4110-9595-949FDD64EC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45E04-3928-46C2-A10B-3AF5A9B4A185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3345FD-C5D9-4F97-910B-D4623B544E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DE0CFD-422E-4BFF-B7E1-C4450CE035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2-</a:t>
            </a:r>
            <a:fld id="{556C01D7-5800-4B50-BB74-4A95853C27B1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147662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C06AEE-5E4B-4C4C-8636-4F8F608FE7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D8F62-436F-4980-AA35-4DCB40FECBCD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3D340E-C934-46C2-A572-0EAFAACEA9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56BFD5-7D4D-4D94-8692-16F52C3FB6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2-</a:t>
            </a:r>
            <a:fld id="{34BBCE0C-380A-494A-80DD-B8070AE3707C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240012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8F8BC7-FC69-453E-87AC-F08BB0186B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26C080-B673-4EEA-87A9-FFB8CFC9E99F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2A987E-1010-401A-8CAA-0866F9AC96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AD27C9-B22A-4C7F-8A6D-9F73DA548D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2-</a:t>
            </a:r>
            <a:fld id="{F72C39C6-A10B-4286-8EF3-70A63AF56FCB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294977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5686A63-41AA-48CB-91C4-A1BB5461EE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01A45-4EAF-4A2F-B2CB-1A16BB55A966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D75F353-BABA-4450-A2A0-21BEE05F64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47CC0A-6A0E-44EF-AFA4-E0DC7C4692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2-</a:t>
            </a:r>
            <a:fld id="{D564820F-41F7-41E4-BD74-6AFCFF78ECB5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407572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A4FBEC9-9EE8-4197-B8BE-C2041A23DF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26B9D-02DF-4815-8995-999C6D499F3D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EDC5D9-4CE6-4B83-B376-FF603577A7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83BE72-D417-4778-B253-B5490751F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2-</a:t>
            </a:r>
            <a:fld id="{211F0091-BDC8-481F-A09B-460416C47E51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717972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901E58-9C65-4910-8E37-6894322CE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FFEF2-3A84-4CFD-836C-6446A1330BB2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E2C59-86AE-46A1-9DF8-8E0FF6E54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2A1D3-56E0-41A2-B523-86CD7631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1-</a:t>
            </a:r>
            <a:fld id="{AC3C1340-CA3F-4666-B0B4-1BD6D21E3B82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16515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7CFE4-C02E-4412-BB85-B3B35A20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89168-20B5-4362-810A-2991EAA3CF05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E5707-EA31-4824-8AAE-17EF948B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069AE-FB76-4F1C-87AF-48FF2D6F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1-</a:t>
            </a:r>
            <a:fld id="{BE1025F0-BA44-4660-ADCE-F6F6DEA6C11A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284409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06BA6F-46E3-4DA4-9FA7-41F7761D1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26673-77F1-4967-A3FD-CCD18FF48958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E96B3-16E8-49A4-8117-09A97989A5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5C7539-340A-4D80-AA4F-C4AD426A8A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2-</a:t>
            </a:r>
            <a:fld id="{578CA670-577B-4296-B2CD-B7D15B7D392F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415087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9AAED-8CC3-4678-905B-9F991481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C50CF-6C89-43E7-8CC1-BDF5E97DC95F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694AB-779B-4916-AC3F-89428D37D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37FC-B097-437D-BD0A-893A9638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1-</a:t>
            </a:r>
            <a:fld id="{5CFF0011-A3F4-4FA8-868C-37B5A0F9F33F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2440910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949BE-FEB8-4CBC-B296-61910F4C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FBE1B5-C3FA-48A3-AF48-B59307E45DED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0AABD-A7EE-4479-8191-6DBC58E0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41903-889E-4047-B92C-FC3EF855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1-</a:t>
            </a:r>
            <a:fld id="{763F59C7-C8CB-48AC-9DA9-996BD15D4199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759832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E82F5D3-8777-4242-BEC2-E2D4E5802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7FAFD-5CDD-49E2-851A-C70789AAE8DA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97603-C217-4C78-8D8C-6601C01B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7D7178-08B3-4A54-A5EA-5711A763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PK"/>
              <a:t>1</a:t>
            </a:r>
            <a:fld id="{DD76D8B3-FA88-42FD-9310-92F2CE469B36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1456849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2A05D6-172C-401D-A7E5-A28F70BCD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04D75C-A16F-4B21-8BBD-5F71B76B3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B24A6E3-F57B-42DD-BFE7-7C1F7BB22D7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E7A84DBC-2C7A-405D-BF8D-72054C9883C5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C2ACC05F-A0F9-4FD1-85AD-FBEF0BB741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>
            <a:extLst>
              <a:ext uri="{FF2B5EF4-FFF2-40B4-BE49-F238E27FC236}">
                <a16:creationId xmlns:a16="http://schemas.microsoft.com/office/drawing/2014/main" id="{F2BF6025-CABC-4673-AC30-52721563B8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r>
              <a:rPr lang="en-US" altLang="en-PK"/>
              <a:t>2-</a:t>
            </a:r>
            <a:fld id="{1EAF9E1C-AEAF-41BF-8668-6F11E21D252E}" type="slidenum">
              <a:rPr lang="en-US" altLang="en-PK" smtClean="0"/>
              <a:pPr>
                <a:defRPr/>
              </a:pPr>
              <a:t>‹#›</a:t>
            </a:fld>
            <a:endParaRPr lang="en-US" altLang="en-P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74" r:id="rId1"/>
    <p:sldLayoutId id="2147485075" r:id="rId2"/>
    <p:sldLayoutId id="2147485076" r:id="rId3"/>
    <p:sldLayoutId id="2147485077" r:id="rId4"/>
    <p:sldLayoutId id="2147485078" r:id="rId5"/>
    <p:sldLayoutId id="2147485079" r:id="rId6"/>
    <p:sldLayoutId id="2147485081" r:id="rId7"/>
    <p:sldLayoutId id="2147485082" r:id="rId8"/>
    <p:sldLayoutId id="2147485080" r:id="rId9"/>
    <p:sldLayoutId id="2147485083" r:id="rId10"/>
    <p:sldLayoutId id="2147485084" r:id="rId11"/>
    <p:sldLayoutId id="2147485085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9E340508-9DF3-4979-BF0D-525EDBAEF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3276600"/>
            <a:ext cx="2576512" cy="243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solidFill>
                  <a:srgbClr val="008000"/>
                </a:solidFill>
              </a:rPr>
              <a:t>Computer Networking: A Top Down Approach </a:t>
            </a:r>
            <a:br>
              <a:rPr lang="en-US" altLang="en-US" sz="2400">
                <a:solidFill>
                  <a:srgbClr val="008000"/>
                </a:solidFill>
              </a:rPr>
            </a:br>
            <a:r>
              <a:rPr lang="en-US" altLang="en-US" sz="1800">
                <a:solidFill>
                  <a:srgbClr val="008000"/>
                </a:solidFill>
              </a:rPr>
              <a:t>6</a:t>
            </a:r>
            <a:r>
              <a:rPr lang="en-US" altLang="en-US" sz="1800" baseline="30000">
                <a:solidFill>
                  <a:srgbClr val="008000"/>
                </a:solidFill>
              </a:rPr>
              <a:t>th</a:t>
            </a:r>
            <a:r>
              <a:rPr lang="en-US" altLang="en-US" sz="1800">
                <a:solidFill>
                  <a:srgbClr val="008000"/>
                </a:solidFill>
              </a:rPr>
              <a:t> edition </a:t>
            </a:r>
            <a:br>
              <a:rPr lang="en-US" altLang="en-US" sz="1800">
                <a:solidFill>
                  <a:srgbClr val="008000"/>
                </a:solidFill>
              </a:rPr>
            </a:br>
            <a:r>
              <a:rPr lang="en-US" altLang="en-US" sz="1800">
                <a:solidFill>
                  <a:srgbClr val="008000"/>
                </a:solidFill>
              </a:rPr>
              <a:t>Jim Kurose, Keith Ross</a:t>
            </a:r>
            <a:br>
              <a:rPr lang="en-US" altLang="en-US" sz="1800">
                <a:solidFill>
                  <a:srgbClr val="008000"/>
                </a:solidFill>
              </a:rPr>
            </a:br>
            <a:r>
              <a:rPr lang="en-US" altLang="en-US" sz="1800">
                <a:solidFill>
                  <a:srgbClr val="008000"/>
                </a:solidFill>
              </a:rPr>
              <a:t>Addison-Wesley</a:t>
            </a:r>
            <a:br>
              <a:rPr lang="en-US" altLang="en-US" sz="1800">
                <a:solidFill>
                  <a:srgbClr val="008000"/>
                </a:solidFill>
              </a:rPr>
            </a:br>
            <a:r>
              <a:rPr lang="en-US" altLang="en-US" sz="1800">
                <a:solidFill>
                  <a:srgbClr val="008000"/>
                </a:solidFill>
              </a:rPr>
              <a:t>March 2012</a:t>
            </a:r>
          </a:p>
        </p:txBody>
      </p:sp>
      <p:pic>
        <p:nvPicPr>
          <p:cNvPr id="9219" name="Picture 9" descr="underline_base">
            <a:extLst>
              <a:ext uri="{FF2B5EF4-FFF2-40B4-BE49-F238E27FC236}">
                <a16:creationId xmlns:a16="http://schemas.microsoft.com/office/drawing/2014/main" id="{63E8BD2C-FEBE-4BE2-A389-DF2C048F396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209800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1" descr="6e_cover.jpg">
            <a:extLst>
              <a:ext uri="{FF2B5EF4-FFF2-40B4-BE49-F238E27FC236}">
                <a16:creationId xmlns:a16="http://schemas.microsoft.com/office/drawing/2014/main" id="{3589ED28-159C-4673-9D9B-4EBD93450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511175"/>
            <a:ext cx="2306637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Rectangle 3">
            <a:extLst>
              <a:ext uri="{FF2B5EF4-FFF2-40B4-BE49-F238E27FC236}">
                <a16:creationId xmlns:a16="http://schemas.microsoft.com/office/drawing/2014/main" id="{6D2F0427-E96A-48E5-BBBA-44A054F62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3810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5F2432E-F7FE-449A-BB2C-569F3DC43FD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304800"/>
            <a:ext cx="6019800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400" b="1" dirty="0">
                <a:solidFill>
                  <a:srgbClr val="0000CC"/>
                </a:solidFill>
                <a:latin typeface="+mn-lt"/>
                <a:ea typeface="+mj-ea"/>
                <a:cs typeface="+mj-cs"/>
              </a:rPr>
              <a:t>Computer Communications </a:t>
            </a:r>
            <a:br>
              <a:rPr lang="en-US" sz="3400" b="1" dirty="0">
                <a:solidFill>
                  <a:srgbClr val="0000CC"/>
                </a:solidFill>
                <a:latin typeface="+mn-lt"/>
                <a:ea typeface="+mj-ea"/>
                <a:cs typeface="+mj-cs"/>
              </a:rPr>
            </a:br>
            <a:r>
              <a:rPr lang="en-US" sz="3400" b="1" dirty="0">
                <a:solidFill>
                  <a:srgbClr val="0000CC"/>
                </a:solidFill>
                <a:latin typeface="+mn-lt"/>
                <a:ea typeface="+mj-ea"/>
                <a:cs typeface="+mj-cs"/>
              </a:rPr>
              <a:t>&amp; Networks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n-lt"/>
                <a:ea typeface="+mj-ea"/>
                <a:cs typeface="+mj-cs"/>
              </a:rPr>
              <a:t>CSNC-2413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E880046-0B5D-41EF-9AC0-7466FCD34A93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581400"/>
            <a:ext cx="5410200" cy="7620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Domain Name System (DNS)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1BD16E0-6852-44BD-A790-16152319F0B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048000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Week: 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5DBF564-7225-4ECA-B63E-5026E100C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2: outline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1E5D3D9-422E-4F32-86B2-68DFB91887A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473200"/>
            <a:ext cx="6365875" cy="4648200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339900"/>
                </a:solidFill>
              </a:rPr>
              <a:t>2.1  Principles of network applications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339900"/>
                </a:solidFill>
              </a:rPr>
              <a:t>2.2  Web and HTTP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339900"/>
                </a:solidFill>
              </a:rPr>
              <a:t>2.3  FTP 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339900"/>
                </a:solidFill>
              </a:rPr>
              <a:t>2.4  Electronic mail</a:t>
            </a:r>
          </a:p>
          <a:p>
            <a:pPr marL="912813" lvl="1">
              <a:lnSpc>
                <a:spcPct val="110000"/>
              </a:lnSpc>
              <a:spcBef>
                <a:spcPts val="600"/>
              </a:spcBef>
            </a:pPr>
            <a:r>
              <a:rPr lang="en-US" altLang="en-US">
                <a:solidFill>
                  <a:srgbClr val="339900"/>
                </a:solidFill>
                <a:ea typeface="MS PGothic" panose="020B0600070205080204" pitchFamily="34" charset="-128"/>
              </a:rPr>
              <a:t>SMTP, POP3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CC0000"/>
                </a:solidFill>
              </a:rPr>
              <a:t>2.5  DNS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400"/>
              <a:t>2.6  P2P applications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400"/>
              <a:t>2.7  Socket programming with UDP and TCP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</a:pPr>
            <a:endParaRPr lang="en-US" altLang="en-US" sz="2400"/>
          </a:p>
        </p:txBody>
      </p:sp>
      <p:pic>
        <p:nvPicPr>
          <p:cNvPr id="10244" name="Picture 11" descr="underline_base">
            <a:extLst>
              <a:ext uri="{FF2B5EF4-FFF2-40B4-BE49-F238E27FC236}">
                <a16:creationId xmlns:a16="http://schemas.microsoft.com/office/drawing/2014/main" id="{AEDB0A36-1AAC-46D8-BF8D-6B2E868210F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Slide Number Placeholder 3">
            <a:extLst>
              <a:ext uri="{FF2B5EF4-FFF2-40B4-BE49-F238E27FC236}">
                <a16:creationId xmlns:a16="http://schemas.microsoft.com/office/drawing/2014/main" id="{2533D57A-D4E0-48A8-81F5-D605BA02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E2C44667-2C24-4D37-BFA1-6A54C810FE4C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B0BB74-BBAE-4936-B5C6-E2F8ACC755D4}"/>
              </a:ext>
            </a:extLst>
          </p:cNvPr>
          <p:cNvSpPr/>
          <p:nvPr/>
        </p:nvSpPr>
        <p:spPr bwMode="auto">
          <a:xfrm>
            <a:off x="4506913" y="1268413"/>
            <a:ext cx="4283075" cy="497046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PK">
              <a:latin typeface="Arial" charset="0"/>
              <a:ea typeface="ＭＳ Ｐゴシック" panose="020B0600070205080204" pitchFamily="34" charset="-128"/>
            </a:endParaRPr>
          </a:p>
        </p:txBody>
      </p:sp>
      <p:pic>
        <p:nvPicPr>
          <p:cNvPr id="12291" name="Picture 10" descr="underline_base">
            <a:extLst>
              <a:ext uri="{FF2B5EF4-FFF2-40B4-BE49-F238E27FC236}">
                <a16:creationId xmlns:a16="http://schemas.microsoft.com/office/drawing/2014/main" id="{E93EFEE0-7D5A-4FEE-A242-07020F77894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852488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2">
            <a:extLst>
              <a:ext uri="{FF2B5EF4-FFF2-40B4-BE49-F238E27FC236}">
                <a16:creationId xmlns:a16="http://schemas.microsoft.com/office/drawing/2014/main" id="{2033763B-5B4E-40A8-A2B4-9D2CE455B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07950"/>
            <a:ext cx="6324600" cy="914400"/>
          </a:xfrm>
        </p:spPr>
        <p:txBody>
          <a:bodyPr/>
          <a:lstStyle/>
          <a:p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DNS: domain name system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567FEE0B-3E6D-4F9B-A7F2-F3DA185995E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2750" y="1235075"/>
            <a:ext cx="3771900" cy="49720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i="1" dirty="0">
                <a:solidFill>
                  <a:srgbClr val="000099"/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Hosts/routers attached to Internet identified thru IP </a:t>
            </a:r>
            <a:r>
              <a:rPr lang="en-US" sz="2400" i="1" dirty="0" err="1">
                <a:solidFill>
                  <a:srgbClr val="000099"/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addrs</a:t>
            </a:r>
            <a:endParaRPr lang="en-US" sz="2400" i="1" dirty="0">
              <a:solidFill>
                <a:srgbClr val="000099"/>
              </a:solidFill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  <a:p>
            <a:pPr marL="568325" lvl="1" indent="-23495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200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IP </a:t>
            </a:r>
            <a:r>
              <a:rPr lang="en-US" sz="2200" dirty="0" err="1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addr</a:t>
            </a:r>
            <a:r>
              <a:rPr lang="en-US" sz="2200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: </a:t>
            </a: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ＭＳ Ｐゴシック" pitchFamily="34" charset="-128"/>
              </a:rPr>
              <a:t>32 bit</a:t>
            </a:r>
            <a:r>
              <a:rPr lang="en-US" sz="2200" dirty="0">
                <a:latin typeface="Calibri" pitchFamily="34" charset="0"/>
                <a:ea typeface="ＭＳ Ｐゴシック" pitchFamily="34" charset="-128"/>
              </a:rPr>
              <a:t> long value used in IP pkts</a:t>
            </a:r>
          </a:p>
          <a:p>
            <a:pPr marL="333375" lvl="1" indent="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sz="2200" dirty="0">
                <a:latin typeface="Calibri" pitchFamily="34" charset="0"/>
                <a:ea typeface="ＭＳ Ｐゴシック" pitchFamily="34" charset="-128"/>
              </a:rPr>
              <a:t>       </a:t>
            </a:r>
            <a:r>
              <a:rPr lang="en-US" sz="2200" i="1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(hard to remember)</a:t>
            </a:r>
          </a:p>
          <a:p>
            <a:pPr marL="568325" lvl="1" indent="-234950">
              <a:lnSpc>
                <a:spcPct val="100000"/>
              </a:lnSpc>
              <a:spcBef>
                <a:spcPts val="1200"/>
              </a:spcBef>
              <a:defRPr/>
            </a:pPr>
            <a:r>
              <a:rPr lang="ja-JP" altLang="en-US" sz="2200" dirty="0">
                <a:latin typeface="Calibri" pitchFamily="34" charset="0"/>
                <a:ea typeface="ＭＳ Ｐゴシック" pitchFamily="34" charset="-128"/>
              </a:rPr>
              <a:t>“</a:t>
            </a:r>
            <a:r>
              <a:rPr lang="en-US" altLang="ja-JP" sz="2200" dirty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name</a:t>
            </a:r>
            <a:r>
              <a:rPr lang="ja-JP" altLang="en-US" sz="2200" dirty="0">
                <a:latin typeface="Calibri" pitchFamily="34" charset="0"/>
                <a:ea typeface="ＭＳ Ｐゴシック" pitchFamily="34" charset="-128"/>
              </a:rPr>
              <a:t>”</a:t>
            </a:r>
            <a:r>
              <a:rPr lang="en-US" altLang="ja-JP" sz="2200" dirty="0">
                <a:latin typeface="Calibri" pitchFamily="34" charset="0"/>
                <a:ea typeface="ＭＳ Ｐゴシック" pitchFamily="34" charset="-128"/>
              </a:rPr>
              <a:t> used by humans</a:t>
            </a:r>
            <a:br>
              <a:rPr lang="en-US" altLang="ja-JP" sz="2200" dirty="0">
                <a:latin typeface="Calibri" pitchFamily="34" charset="0"/>
                <a:ea typeface="ＭＳ Ｐゴシック" pitchFamily="34" charset="-128"/>
              </a:rPr>
            </a:br>
            <a:r>
              <a:rPr lang="en-US" altLang="ja-JP" sz="2200" dirty="0">
                <a:latin typeface="Calibri" pitchFamily="34" charset="0"/>
                <a:ea typeface="ＭＳ Ｐゴシック" pitchFamily="34" charset="-128"/>
              </a:rPr>
              <a:t>   </a:t>
            </a:r>
            <a:r>
              <a:rPr lang="en-US" altLang="ja-JP" sz="2200" i="1" dirty="0" err="1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e.g</a:t>
            </a:r>
            <a:r>
              <a:rPr lang="en-US" altLang="ja-JP" sz="2200" i="1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, </a:t>
            </a:r>
            <a:r>
              <a:rPr lang="en-US" altLang="ja-JP" sz="2200" i="1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www.yahoo.com</a:t>
            </a:r>
            <a:r>
              <a:rPr lang="en-US" altLang="ja-JP" sz="2200" i="1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None/>
              <a:defRPr/>
            </a:pPr>
            <a:r>
              <a:rPr lang="en-US" sz="2400" i="1" u="sng" dirty="0">
                <a:solidFill>
                  <a:srgbClr val="CC0000"/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Q:</a:t>
            </a:r>
            <a:r>
              <a:rPr lang="en-US" sz="24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how to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map</a:t>
            </a:r>
            <a:r>
              <a:rPr lang="en-US" sz="24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between IP address &amp; hostname, </a:t>
            </a:r>
            <a:br>
              <a:rPr lang="en-US" sz="24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</a:br>
            <a:r>
              <a:rPr lang="en-US" sz="24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and vice versa ?</a:t>
            </a:r>
          </a:p>
          <a:p>
            <a:pPr marL="682625" lvl="1" indent="-225425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200" i="1" dirty="0">
                <a:latin typeface="Calibri" pitchFamily="34" charset="0"/>
                <a:ea typeface="ＭＳ Ｐゴシック" pitchFamily="34" charset="-128"/>
              </a:rPr>
              <a:t>use </a:t>
            </a:r>
            <a:r>
              <a:rPr lang="en-US" sz="2200" i="1" dirty="0">
                <a:solidFill>
                  <a:srgbClr val="FF0000"/>
                </a:solidFill>
                <a:latin typeface="Calibri" pitchFamily="34" charset="0"/>
                <a:ea typeface="ＭＳ Ｐゴシック" pitchFamily="34" charset="-128"/>
              </a:rPr>
              <a:t>DNS</a:t>
            </a:r>
          </a:p>
        </p:txBody>
      </p:sp>
      <p:sp>
        <p:nvSpPr>
          <p:cNvPr id="12294" name="Rectangle 4">
            <a:extLst>
              <a:ext uri="{FF2B5EF4-FFF2-40B4-BE49-F238E27FC236}">
                <a16:creationId xmlns:a16="http://schemas.microsoft.com/office/drawing/2014/main" id="{07057045-66FB-4D0E-A558-14536B007A2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78350" y="1368425"/>
            <a:ext cx="4283075" cy="48704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 Name System: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i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distributed DB system</a:t>
            </a:r>
          </a:p>
          <a:p>
            <a:pPr marL="619125"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  <a:t>name to IP addr mapping</a:t>
            </a:r>
            <a:endParaRPr lang="en-US" altLang="en-US" sz="2100" i="1">
              <a:solidFill>
                <a:srgbClr val="FF0000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  <a:p>
            <a:pPr marL="619125"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  <a:t>DB maintained in hierarchy of many </a:t>
            </a:r>
            <a:r>
              <a:rPr lang="en-US" altLang="en-US" sz="2100" i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name servers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2400" i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application-layer protocol:</a:t>
            </a:r>
          </a:p>
          <a:p>
            <a:pPr marL="619125"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allows hosts to </a:t>
            </a:r>
            <a:r>
              <a:rPr lang="en-US" altLang="en-US" sz="2100" i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query</a:t>
            </a: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name servers to </a:t>
            </a:r>
            <a:r>
              <a:rPr lang="en-US" altLang="en-US" sz="2100" i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resolve</a:t>
            </a:r>
            <a:r>
              <a:rPr lang="en-US" altLang="en-US" sz="21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names</a:t>
            </a:r>
          </a:p>
          <a:p>
            <a:pPr marL="619125"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DNS protocol : UDP port 53</a:t>
            </a:r>
          </a:p>
          <a:p>
            <a:pPr marL="619125"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used by applications, </a:t>
            </a:r>
            <a:b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e.g, web, file transfer, etc</a:t>
            </a:r>
          </a:p>
        </p:txBody>
      </p:sp>
      <p:sp>
        <p:nvSpPr>
          <p:cNvPr id="12295" name="Slide Number Placeholder 3">
            <a:extLst>
              <a:ext uri="{FF2B5EF4-FFF2-40B4-BE49-F238E27FC236}">
                <a16:creationId xmlns:a16="http://schemas.microsoft.com/office/drawing/2014/main" id="{B9246A91-3EF5-4B0B-9B89-32BF0A06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2D590E4F-3662-40D8-8FB5-7FC9AC97B12E}" type="slidenum">
              <a:rPr lang="en-US" altLang="en-US" sz="1200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0" descr="underline_base">
            <a:extLst>
              <a:ext uri="{FF2B5EF4-FFF2-40B4-BE49-F238E27FC236}">
                <a16:creationId xmlns:a16="http://schemas.microsoft.com/office/drawing/2014/main" id="{4108004A-D749-4060-B8EC-66A6A581E91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865188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Rectangle 2">
            <a:extLst>
              <a:ext uri="{FF2B5EF4-FFF2-40B4-BE49-F238E27FC236}">
                <a16:creationId xmlns:a16="http://schemas.microsoft.com/office/drawing/2014/main" id="{EC3369C2-754C-43BF-BFB3-CD882249B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20650"/>
            <a:ext cx="6324600" cy="914400"/>
          </a:xfrm>
        </p:spPr>
        <p:txBody>
          <a:bodyPr/>
          <a:lstStyle/>
          <a:p>
            <a:r>
              <a:rPr lang="en-US" altLang="en-US" sz="3600"/>
              <a:t>DNS: resolving hostnames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155183BF-4ACA-436C-BDF4-B6698E68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2C8B965F-997E-4918-B81A-AD3CD2EAFFFD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CF91C19-BBFB-49B4-B267-558D17836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" y="1265238"/>
            <a:ext cx="8104188" cy="531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1800"/>
              </a:spcBef>
              <a:buClr>
                <a:srgbClr val="000099"/>
              </a:buClr>
              <a:buSzPct val="65000"/>
              <a:defRPr/>
            </a:pPr>
            <a:r>
              <a:rPr lang="en-US" kern="0" dirty="0">
                <a:solidFill>
                  <a:srgbClr val="FF0000"/>
                </a:solidFill>
                <a:latin typeface="+mn-lt"/>
                <a:ea typeface="ＭＳ Ｐゴシック" panose="020B0600070205080204" pitchFamily="34" charset="-128"/>
              </a:rPr>
              <a:t>Example:  </a:t>
            </a:r>
            <a:r>
              <a:rPr lang="en-US" kern="0" dirty="0">
                <a:latin typeface="+mn-lt"/>
                <a:ea typeface="ＭＳ Ｐゴシック" panose="020B0600070205080204" pitchFamily="34" charset="-128"/>
              </a:rPr>
              <a:t>When browser requests URL, host obtains IP </a:t>
            </a:r>
            <a:r>
              <a:rPr lang="en-US" kern="0" dirty="0" err="1">
                <a:latin typeface="+mn-lt"/>
                <a:ea typeface="ＭＳ Ｐゴシック" panose="020B0600070205080204" pitchFamily="34" charset="-128"/>
              </a:rPr>
              <a:t>addr</a:t>
            </a:r>
            <a:r>
              <a:rPr lang="en-US" kern="0" dirty="0">
                <a:latin typeface="+mn-lt"/>
                <a:ea typeface="ＭＳ Ｐゴシック" panose="020B0600070205080204" pitchFamily="34" charset="-128"/>
              </a:rPr>
              <a:t> of web server using DNS</a:t>
            </a:r>
          </a:p>
          <a:p>
            <a:pPr marL="342900" indent="-342900">
              <a:spcBef>
                <a:spcPts val="18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200" kern="0" dirty="0">
                <a:solidFill>
                  <a:srgbClr val="FF0000"/>
                </a:solidFill>
                <a:latin typeface="+mn-lt"/>
                <a:ea typeface="ＭＳ Ｐゴシック" panose="020B0600070205080204" pitchFamily="34" charset="-128"/>
              </a:rPr>
              <a:t>DNS client</a:t>
            </a: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 runs on host</a:t>
            </a:r>
            <a:endParaRPr lang="en-US" sz="2200" kern="0" dirty="0">
              <a:solidFill>
                <a:srgbClr val="FF0000"/>
              </a:solidFill>
              <a:latin typeface="+mn-lt"/>
              <a:ea typeface="ＭＳ Ｐゴシック" panose="020B0600070205080204" pitchFamily="34" charset="-128"/>
            </a:endParaRPr>
          </a:p>
          <a:p>
            <a:pPr marL="342900" indent="-342900">
              <a:spcBef>
                <a:spcPts val="18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browser gets </a:t>
            </a:r>
            <a:r>
              <a:rPr lang="en-US" sz="2200" kern="0" dirty="0">
                <a:solidFill>
                  <a:schemeClr val="accent2"/>
                </a:solidFill>
                <a:latin typeface="+mn-lt"/>
                <a:ea typeface="ＭＳ Ｐゴシック" panose="020B0600070205080204" pitchFamily="34" charset="-128"/>
              </a:rPr>
              <a:t>hostname</a:t>
            </a: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 from URL, &amp; passes to DNS client</a:t>
            </a:r>
          </a:p>
          <a:p>
            <a:pPr marL="342900" indent="-342900">
              <a:spcBef>
                <a:spcPts val="18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DNS client sends </a:t>
            </a:r>
            <a:r>
              <a:rPr lang="en-US" sz="2200" kern="0" dirty="0">
                <a:solidFill>
                  <a:srgbClr val="FF0000"/>
                </a:solidFill>
                <a:latin typeface="+mn-lt"/>
                <a:ea typeface="ＭＳ Ｐゴシック" panose="020B0600070205080204" pitchFamily="34" charset="-128"/>
              </a:rPr>
              <a:t>DNS Query</a:t>
            </a: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 to DNS Server</a:t>
            </a:r>
          </a:p>
          <a:p>
            <a:pPr marL="342900" indent="-342900">
              <a:spcBef>
                <a:spcPts val="18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DNS server sends a </a:t>
            </a:r>
            <a:r>
              <a:rPr lang="en-US" sz="2200" kern="0" dirty="0">
                <a:solidFill>
                  <a:srgbClr val="FF0000"/>
                </a:solidFill>
                <a:latin typeface="+mn-lt"/>
                <a:ea typeface="ＭＳ Ｐゴシック" panose="020B0600070205080204" pitchFamily="34" charset="-128"/>
              </a:rPr>
              <a:t>DNS</a:t>
            </a: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 </a:t>
            </a:r>
            <a:r>
              <a:rPr lang="en-US" sz="2200" kern="0" dirty="0">
                <a:solidFill>
                  <a:srgbClr val="FF0000"/>
                </a:solidFill>
                <a:latin typeface="+mn-lt"/>
                <a:ea typeface="ＭＳ Ｐゴシック" panose="020B0600070205080204" pitchFamily="34" charset="-128"/>
              </a:rPr>
              <a:t>Reply</a:t>
            </a: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, containing </a:t>
            </a:r>
            <a:r>
              <a:rPr lang="en-US" sz="2200" kern="0" dirty="0">
                <a:solidFill>
                  <a:schemeClr val="accent2"/>
                </a:solidFill>
                <a:latin typeface="+mn-lt"/>
                <a:ea typeface="ＭＳ Ｐゴシック" panose="020B0600070205080204" pitchFamily="34" charset="-128"/>
              </a:rPr>
              <a:t>IP address </a:t>
            </a: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for the hostname</a:t>
            </a:r>
          </a:p>
          <a:p>
            <a:pPr marL="342900" indent="-342900">
              <a:spcBef>
                <a:spcPts val="18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browser now uses </a:t>
            </a:r>
            <a:r>
              <a:rPr lang="en-US" sz="2200" kern="0" dirty="0">
                <a:solidFill>
                  <a:schemeClr val="accent2"/>
                </a:solidFill>
                <a:latin typeface="+mn-lt"/>
                <a:ea typeface="ＭＳ Ｐゴシック" panose="020B0600070205080204" pitchFamily="34" charset="-128"/>
              </a:rPr>
              <a:t>UDP</a:t>
            </a: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 or </a:t>
            </a:r>
            <a:r>
              <a:rPr lang="en-US" sz="2200" kern="0" dirty="0">
                <a:solidFill>
                  <a:schemeClr val="accent2"/>
                </a:solidFill>
                <a:latin typeface="+mn-lt"/>
                <a:ea typeface="ＭＳ Ｐゴシック" panose="020B0600070205080204" pitchFamily="34" charset="-128"/>
              </a:rPr>
              <a:t>TCP </a:t>
            </a:r>
            <a:r>
              <a:rPr lang="en-US" sz="2200" kern="0" dirty="0">
                <a:latin typeface="+mn-lt"/>
                <a:ea typeface="ＭＳ Ｐゴシック" panose="020B0600070205080204" pitchFamily="34" charset="-128"/>
              </a:rPr>
              <a:t>to talk to HTTP server</a:t>
            </a:r>
          </a:p>
          <a:p>
            <a:pPr algn="ctr">
              <a:spcBef>
                <a:spcPts val="1800"/>
              </a:spcBef>
              <a:buClr>
                <a:srgbClr val="000099"/>
              </a:buClr>
              <a:buSzPct val="65000"/>
              <a:defRPr/>
            </a:pPr>
            <a:r>
              <a:rPr lang="en-US" i="1" kern="0" dirty="0">
                <a:solidFill>
                  <a:schemeClr val="accent2"/>
                </a:solidFill>
                <a:latin typeface="+mn-lt"/>
                <a:ea typeface="ＭＳ Ｐゴシック" panose="020B0600070205080204" pitchFamily="34" charset="-128"/>
              </a:rPr>
              <a:t>On Unix, applications call </a:t>
            </a:r>
            <a:r>
              <a:rPr lang="en-US" i="1" kern="0" dirty="0" err="1">
                <a:solidFill>
                  <a:schemeClr val="accent2"/>
                </a:solidFill>
                <a:latin typeface="+mn-lt"/>
                <a:ea typeface="ＭＳ Ｐゴシック" panose="020B0600070205080204" pitchFamily="34" charset="-128"/>
              </a:rPr>
              <a:t>gethostbyname</a:t>
            </a:r>
            <a:r>
              <a:rPr lang="en-US" i="1" kern="0" dirty="0">
                <a:solidFill>
                  <a:schemeClr val="accent2"/>
                </a:solidFill>
                <a:latin typeface="+mn-lt"/>
                <a:ea typeface="ＭＳ Ｐゴシック" panose="020B0600070205080204" pitchFamily="34" charset="-128"/>
              </a:rPr>
              <a:t>( )</a:t>
            </a:r>
            <a:br>
              <a:rPr lang="en-US" i="1" kern="0" dirty="0">
                <a:solidFill>
                  <a:schemeClr val="accent2"/>
                </a:solidFill>
                <a:latin typeface="+mn-lt"/>
                <a:ea typeface="ＭＳ Ｐゴシック" panose="020B0600070205080204" pitchFamily="34" charset="-128"/>
              </a:rPr>
            </a:br>
            <a:r>
              <a:rPr lang="en-US" i="1" kern="0" dirty="0">
                <a:solidFill>
                  <a:schemeClr val="accent2"/>
                </a:solidFill>
                <a:latin typeface="+mn-lt"/>
                <a:ea typeface="ＭＳ Ｐゴシック" panose="020B0600070205080204" pitchFamily="34" charset="-128"/>
              </a:rPr>
              <a:t>to invoke DNS</a:t>
            </a:r>
          </a:p>
          <a:p>
            <a:pPr>
              <a:spcBef>
                <a:spcPts val="1800"/>
              </a:spcBef>
              <a:defRPr/>
            </a:pPr>
            <a:endParaRPr lang="en-US" sz="2200" kern="0" dirty="0">
              <a:latin typeface="+mn-lt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278BFDD-CA8C-4FCD-B5F4-8D9CD1A4D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350"/>
            <a:ext cx="7772400" cy="1143000"/>
          </a:xfrm>
        </p:spPr>
        <p:txBody>
          <a:bodyPr/>
          <a:lstStyle/>
          <a:p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DNS services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60B07B80-2DAE-4FA8-9294-7FB3CF4B6FF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208588" y="1187450"/>
            <a:ext cx="3713162" cy="184626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why not centralize DNS?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traffic volume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single point of failure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distant centralized database</a:t>
            </a:r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B8CF5401-088B-4D72-AF2F-7A144208E3A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71475" y="1106488"/>
            <a:ext cx="4713288" cy="29527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DNS services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Address translation:  </a:t>
            </a:r>
            <a:r>
              <a:rPr lang="en-US" sz="22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hostname to IP</a:t>
            </a:r>
            <a:endParaRPr lang="en-US" sz="2200" dirty="0">
              <a:solidFill>
                <a:schemeClr val="accent2"/>
              </a:solidFill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Host aliasing:</a:t>
            </a:r>
          </a:p>
          <a:p>
            <a:pPr marL="346075" lvl="1" indent="-127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sz="22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allows simple alias names for difficult canonical </a:t>
            </a:r>
            <a:r>
              <a:rPr lang="en-US" sz="2200" i="1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(real) </a:t>
            </a:r>
            <a:r>
              <a:rPr lang="en-US" sz="22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hostnames</a:t>
            </a:r>
          </a:p>
          <a:p>
            <a:pPr marL="619125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     www.ibm.com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   </a:t>
            </a:r>
            <a:r>
              <a:rPr lang="en-US" sz="2200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is an alias for</a:t>
            </a:r>
          </a:p>
          <a:p>
            <a:pPr marL="619125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     servereast.backup2.ibm.com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endParaRPr lang="en-US" sz="2200" dirty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endParaRPr lang="en-US" sz="2200" dirty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</p:txBody>
      </p:sp>
      <p:pic>
        <p:nvPicPr>
          <p:cNvPr id="16389" name="Picture 10" descr="underline_base">
            <a:extLst>
              <a:ext uri="{FF2B5EF4-FFF2-40B4-BE49-F238E27FC236}">
                <a16:creationId xmlns:a16="http://schemas.microsoft.com/office/drawing/2014/main" id="{B0A24046-62DF-43BA-9018-C3FB1DF180E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831850"/>
            <a:ext cx="3182938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11">
            <a:extLst>
              <a:ext uri="{FF2B5EF4-FFF2-40B4-BE49-F238E27FC236}">
                <a16:creationId xmlns:a16="http://schemas.microsoft.com/office/drawing/2014/main" id="{88B94960-4EAB-4AB0-8E41-5FF326B8F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850" y="3084513"/>
            <a:ext cx="1978025" cy="4603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spcBef>
                <a:spcPts val="600"/>
              </a:spcBef>
              <a:defRPr/>
            </a:pPr>
            <a:r>
              <a:rPr lang="en-US" i="1" dirty="0" err="1">
                <a:solidFill>
                  <a:srgbClr val="CC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doesn</a:t>
            </a:r>
            <a:r>
              <a:rPr lang="ja-JP" altLang="en-US" i="1">
                <a:solidFill>
                  <a:srgbClr val="CC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’</a:t>
            </a:r>
            <a:r>
              <a:rPr lang="en-US" altLang="ja-JP" i="1" dirty="0">
                <a:solidFill>
                  <a:srgbClr val="CC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t scale!</a:t>
            </a:r>
            <a:endParaRPr lang="en-US" i="1" dirty="0">
              <a:latin typeface="Calibri" pitchFamily="34" charset="0"/>
              <a:ea typeface="ＭＳ Ｐゴシック" panose="020B0600070205080204" pitchFamily="34" charset="-128"/>
              <a:cs typeface="Calibri" pitchFamily="34" charset="0"/>
            </a:endParaRPr>
          </a:p>
        </p:txBody>
      </p:sp>
      <p:sp>
        <p:nvSpPr>
          <p:cNvPr id="16391" name="Slide Number Placeholder 3">
            <a:extLst>
              <a:ext uri="{FF2B5EF4-FFF2-40B4-BE49-F238E27FC236}">
                <a16:creationId xmlns:a16="http://schemas.microsoft.com/office/drawing/2014/main" id="{FC750204-EC76-407E-9853-2F7DDE6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181A54D1-C306-47E9-81CA-38F622F04C54}" type="slidenum">
              <a:rPr lang="en-US" altLang="en-US" sz="1200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7F1BA75-3957-4DCD-969C-6FC00861F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4143375"/>
            <a:ext cx="8732837" cy="243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Mail Server aliasing:</a:t>
            </a:r>
          </a:p>
          <a:p>
            <a:pPr marL="341313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220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allows to keep email addresses simple</a:t>
            </a:r>
          </a:p>
          <a:p>
            <a:pPr marL="341313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Arial" charset="0"/>
                <a:cs typeface="Calibri" pitchFamily="34" charset="0"/>
              </a:rPr>
              <a:t>     hotmail.com</a:t>
            </a:r>
            <a:r>
              <a:rPr lang="en-US" sz="180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   </a:t>
            </a:r>
            <a:r>
              <a:rPr lang="en-US" sz="220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is an alias for  </a:t>
            </a:r>
            <a:r>
              <a:rPr lang="en-US" sz="1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Arial" charset="0"/>
                <a:cs typeface="Calibri" pitchFamily="34" charset="0"/>
              </a:rPr>
              <a:t>relay1.west-coast.hotmail.com</a:t>
            </a:r>
          </a:p>
          <a:p>
            <a:pPr marL="342900" indent="-342900"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Load distribution:</a:t>
            </a:r>
          </a:p>
          <a:p>
            <a:pPr marL="346075" lvl="1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Font typeface="Wingdings" pitchFamily="2" charset="2"/>
              <a:buNone/>
              <a:defRPr/>
            </a:pPr>
            <a:r>
              <a:rPr lang="en-US" sz="22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replicated Web servers:    many IP </a:t>
            </a:r>
            <a:r>
              <a:rPr lang="en-US" sz="2200" kern="0" dirty="0" err="1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addrs</a:t>
            </a:r>
            <a:r>
              <a:rPr lang="en-US" sz="22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 correspond to one name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endParaRPr lang="en-US" sz="2200" kern="0" dirty="0">
              <a:latin typeface="Calibri" pitchFamily="34" charset="0"/>
              <a:ea typeface="ＭＳ Ｐゴシック" panose="020B0600070205080204" pitchFamily="34" charset="-128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A15AE54-DC63-463B-A0E6-A5986CB6D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2125" y="69850"/>
            <a:ext cx="7959725" cy="887413"/>
          </a:xfrm>
        </p:spPr>
        <p:txBody>
          <a:bodyPr/>
          <a:lstStyle/>
          <a:p>
            <a:r>
              <a:rPr lang="en-US" altLang="en-US" sz="4000"/>
              <a:t>DNS Name Space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1EA733E-00A1-4B32-B178-97A07F9D0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2275" y="1149350"/>
            <a:ext cx="8542338" cy="210661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DNS servers store 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hostnames   </a:t>
            </a:r>
            <a:endParaRPr lang="en-US" altLang="en-US" sz="2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hostnames </a:t>
            </a:r>
            <a:r>
              <a:rPr lang="en-US" altLang="en-US" sz="2000">
                <a:latin typeface="Calibri" panose="020F0502020204030204" pitchFamily="34" charset="0"/>
                <a:ea typeface="MS PGothic" panose="020B0600070205080204" pitchFamily="34" charset="-128"/>
              </a:rPr>
              <a:t>assigned from a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Name Space</a:t>
            </a:r>
          </a:p>
          <a:p>
            <a:pPr>
              <a:lnSpc>
                <a:spcPct val="100000"/>
              </a:lnSpc>
            </a:pP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Internet </a:t>
            </a:r>
            <a:r>
              <a:rPr lang="en-US" altLang="en-US" sz="22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 Name Space </a:t>
            </a: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divided into 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domains </a:t>
            </a: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sub-domains  </a:t>
            </a:r>
            <a:endParaRPr lang="en-US" altLang="en-US" sz="2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20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each hostname includes domains, sub-domains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	</a:t>
            </a:r>
            <a:r>
              <a:rPr lang="en-US" altLang="en-US" sz="2000" i="1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e.g,</a:t>
            </a:r>
            <a:r>
              <a:rPr lang="en-US" altLang="en-US" sz="20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      </a:t>
            </a:r>
            <a:r>
              <a:rPr lang="en-US" altLang="en-US" sz="2000" i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robot.ai.cs.yale.edu	        csl.nec.co.jp</a:t>
            </a:r>
          </a:p>
        </p:txBody>
      </p:sp>
      <p:pic>
        <p:nvPicPr>
          <p:cNvPr id="18436" name="Picture 4" descr="7-01">
            <a:extLst>
              <a:ext uri="{FF2B5EF4-FFF2-40B4-BE49-F238E27FC236}">
                <a16:creationId xmlns:a16="http://schemas.microsoft.com/office/drawing/2014/main" id="{80C4505F-F617-4EF9-BA84-BAE5203F0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3589338"/>
            <a:ext cx="7408863" cy="285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10" descr="underline_base">
            <a:extLst>
              <a:ext uri="{FF2B5EF4-FFF2-40B4-BE49-F238E27FC236}">
                <a16:creationId xmlns:a16="http://schemas.microsoft.com/office/drawing/2014/main" id="{154BA5B0-5E45-48C2-A91B-D28C7C70783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819150"/>
            <a:ext cx="4822825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Slide Number Placeholder 3">
            <a:extLst>
              <a:ext uri="{FF2B5EF4-FFF2-40B4-BE49-F238E27FC236}">
                <a16:creationId xmlns:a16="http://schemas.microsoft.com/office/drawing/2014/main" id="{B9DD2395-5E0A-4933-81C2-8678BA505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19BDE2F5-83BF-4E08-A864-342BDCA1F247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8439" name="TextBox 6">
            <a:extLst>
              <a:ext uri="{FF2B5EF4-FFF2-40B4-BE49-F238E27FC236}">
                <a16:creationId xmlns:a16="http://schemas.microsoft.com/office/drawing/2014/main" id="{4DFB4E92-F150-4883-AF71-103C62F81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3367088"/>
            <a:ext cx="2174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Generic Top Level Domains </a:t>
            </a:r>
          </a:p>
        </p:txBody>
      </p:sp>
      <p:sp>
        <p:nvSpPr>
          <p:cNvPr id="18440" name="TextBox 7">
            <a:extLst>
              <a:ext uri="{FF2B5EF4-FFF2-40B4-BE49-F238E27FC236}">
                <a16:creationId xmlns:a16="http://schemas.microsoft.com/office/drawing/2014/main" id="{2546B9A0-D838-447D-81F9-1521C9B5B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3338513"/>
            <a:ext cx="27019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Country-Code Top Level Domains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22">
            <a:extLst>
              <a:ext uri="{FF2B5EF4-FFF2-40B4-BE49-F238E27FC236}">
                <a16:creationId xmlns:a16="http://schemas.microsoft.com/office/drawing/2014/main" id="{16D1FA64-2CED-4AF1-A18A-91986350B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96838"/>
            <a:ext cx="8385175" cy="97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3600" dirty="0">
                <a:solidFill>
                  <a:srgbClr val="000099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DNS Distributed Database</a:t>
            </a:r>
          </a:p>
        </p:txBody>
      </p:sp>
      <p:pic>
        <p:nvPicPr>
          <p:cNvPr id="19459" name="Picture 24" descr="underline_base">
            <a:extLst>
              <a:ext uri="{FF2B5EF4-FFF2-40B4-BE49-F238E27FC236}">
                <a16:creationId xmlns:a16="http://schemas.microsoft.com/office/drawing/2014/main" id="{505BCC79-12AF-4B5B-9419-DD71538C2CC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58838"/>
            <a:ext cx="5456237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64D64B4D-D49E-40A6-942E-98B9AA31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67C7869F-AABB-4F2C-B79C-EC46A4FDEA83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19461" name="Picture 24">
            <a:extLst>
              <a:ext uri="{FF2B5EF4-FFF2-40B4-BE49-F238E27FC236}">
                <a16:creationId xmlns:a16="http://schemas.microsoft.com/office/drawing/2014/main" id="{C46A7A1B-14DE-46AC-BF20-FDA7B30F3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2881313"/>
            <a:ext cx="8289925" cy="299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5">
            <a:extLst>
              <a:ext uri="{FF2B5EF4-FFF2-40B4-BE49-F238E27FC236}">
                <a16:creationId xmlns:a16="http://schemas.microsoft.com/office/drawing/2014/main" id="{5388445F-1ABA-4BE1-B99A-31683D6A5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35063"/>
            <a:ext cx="8394700" cy="144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2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Large number of DNS servers around the world</a:t>
            </a:r>
          </a:p>
          <a:p>
            <a:pPr marL="342900" indent="-342900"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2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Name mapping distributed across DNS servers, hierarchically…</a:t>
            </a:r>
          </a:p>
          <a:p>
            <a:pPr marL="623888" lvl="1" indent="-277813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§"/>
              <a:defRPr/>
            </a:pPr>
            <a:r>
              <a:rPr lang="en-US" sz="2000" kern="0" dirty="0">
                <a:solidFill>
                  <a:srgbClr val="FF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Root</a:t>
            </a:r>
            <a:r>
              <a:rPr lang="en-US" sz="20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,   </a:t>
            </a:r>
            <a:r>
              <a:rPr lang="en-US" sz="2000" kern="0" dirty="0">
                <a:solidFill>
                  <a:srgbClr val="FF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Top Level Domain (TLD)   </a:t>
            </a:r>
            <a:r>
              <a:rPr lang="en-US" sz="20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&amp;   </a:t>
            </a:r>
            <a:r>
              <a:rPr lang="en-US" sz="2000" kern="0" dirty="0">
                <a:solidFill>
                  <a:srgbClr val="FF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Authoritative</a:t>
            </a:r>
            <a:r>
              <a:rPr lang="en-US" sz="20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 DNS servers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endParaRPr lang="en-US" sz="2200" kern="0" dirty="0">
              <a:latin typeface="Calibri" pitchFamily="34" charset="0"/>
              <a:ea typeface="ＭＳ Ｐゴシック" panose="020B0600070205080204" pitchFamily="34" charset="-128"/>
              <a:cs typeface="Calibri" pitchFamily="34" charset="0"/>
            </a:endParaRPr>
          </a:p>
        </p:txBody>
      </p:sp>
      <p:sp>
        <p:nvSpPr>
          <p:cNvPr id="19463" name="TextBox 1">
            <a:extLst>
              <a:ext uri="{FF2B5EF4-FFF2-40B4-BE49-F238E27FC236}">
                <a16:creationId xmlns:a16="http://schemas.microsoft.com/office/drawing/2014/main" id="{839F24FF-09F9-46A1-8172-018BDF3D4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3419475"/>
            <a:ext cx="2006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Arial" panose="020B0604020202020204" pitchFamily="34" charset="0"/>
              </a:rPr>
              <a:t>TLD Name servers</a:t>
            </a:r>
          </a:p>
        </p:txBody>
      </p:sp>
      <p:sp>
        <p:nvSpPr>
          <p:cNvPr id="19464" name="TextBox 7">
            <a:extLst>
              <a:ext uri="{FF2B5EF4-FFF2-40B4-BE49-F238E27FC236}">
                <a16:creationId xmlns:a16="http://schemas.microsoft.com/office/drawing/2014/main" id="{17A3A85E-1A9C-4E98-AF10-A55BCBDEC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5924550"/>
            <a:ext cx="2768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Arial" panose="020B0604020202020204" pitchFamily="34" charset="0"/>
              </a:rPr>
              <a:t>Authoritative Name servers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3">
            <a:extLst>
              <a:ext uri="{FF2B5EF4-FFF2-40B4-BE49-F238E27FC236}">
                <a16:creationId xmlns:a16="http://schemas.microsoft.com/office/drawing/2014/main" id="{BB39D962-8E45-4624-9B36-7DCBE507F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3930650"/>
            <a:ext cx="8455025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en-US" sz="2200" b="1" u="sng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altLang="en-US" sz="2200" u="sng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en-US" sz="2200" u="sng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 address </a:t>
            </a:r>
            <a:r>
              <a:rPr lang="en-US" altLang="en-US" sz="2200" u="sng">
                <a:latin typeface="Calibri" panose="020F0502020204030204" pitchFamily="34" charset="0"/>
                <a:cs typeface="Calibri" panose="020F0502020204030204" pitchFamily="34" charset="0"/>
              </a:rPr>
              <a:t>needed for </a:t>
            </a:r>
            <a:r>
              <a:rPr lang="en-US" altLang="en-US" sz="2200" u="sng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www.amazon.com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Tx/>
              <a:buSzTx/>
            </a:pP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Root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server queried, to find </a:t>
            </a: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TLD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server for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domain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Tx/>
              <a:buSzTx/>
            </a:pP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TLD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server for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domain queried, to find </a:t>
            </a: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Authoritative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server for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amazon.com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Tx/>
              <a:buSzTx/>
            </a:pP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Authoritative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server for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amazon.com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queried, to get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address of host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www.amazon.com</a:t>
            </a: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9BD5B42D-DD61-4CC2-B951-F5B87CC0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10794D8D-A780-43A8-AD90-A181AD86CCD6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20484" name="Picture 24">
            <a:extLst>
              <a:ext uri="{FF2B5EF4-FFF2-40B4-BE49-F238E27FC236}">
                <a16:creationId xmlns:a16="http://schemas.microsoft.com/office/drawing/2014/main" id="{1B6B38B9-0349-4171-87EF-B26A527D2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1150938"/>
            <a:ext cx="7023100" cy="239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>
            <a:extLst>
              <a:ext uri="{FF2B5EF4-FFF2-40B4-BE49-F238E27FC236}">
                <a16:creationId xmlns:a16="http://schemas.microsoft.com/office/drawing/2014/main" id="{92EF0DEA-4C54-4647-A17D-F16F6A7DD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96838"/>
            <a:ext cx="8385175" cy="97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3600" dirty="0">
                <a:solidFill>
                  <a:srgbClr val="000099"/>
                </a:solidFill>
                <a:latin typeface="+mj-lt"/>
                <a:ea typeface="ＭＳ Ｐゴシック" panose="020B0600070205080204" pitchFamily="34" charset="-128"/>
                <a:cs typeface="+mj-cs"/>
              </a:rPr>
              <a:t>DNS Distributed Database</a:t>
            </a:r>
          </a:p>
        </p:txBody>
      </p:sp>
      <p:pic>
        <p:nvPicPr>
          <p:cNvPr id="20486" name="Picture 24" descr="underline_base">
            <a:extLst>
              <a:ext uri="{FF2B5EF4-FFF2-40B4-BE49-F238E27FC236}">
                <a16:creationId xmlns:a16="http://schemas.microsoft.com/office/drawing/2014/main" id="{B75DBA45-3D9C-4681-ACBF-ECF114B63D2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58838"/>
            <a:ext cx="5456237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A36B82E-E947-45D7-AF91-05805D915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95263"/>
            <a:ext cx="7772400" cy="882650"/>
          </a:xfrm>
        </p:spPr>
        <p:txBody>
          <a:bodyPr/>
          <a:lstStyle/>
          <a:p>
            <a:r>
              <a:rPr lang="en-US" altLang="en-US" sz="4000"/>
              <a:t>Root name servers</a:t>
            </a:r>
            <a:endParaRPr lang="en-US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A292BEE-3EA7-4B5C-82B4-9372C6203D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7350" y="1181100"/>
            <a:ext cx="8478838" cy="1611313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Root name server: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maintains host name mapping for various TLD Name Servers</a:t>
            </a:r>
          </a:p>
          <a:p>
            <a:pPr lvl="2">
              <a:spcBef>
                <a:spcPts val="600"/>
              </a:spcBef>
            </a:pPr>
            <a:r>
              <a:rPr lang="en-US" altLang="en-US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generic TLDs   &amp;  country-code TLDs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Root name servers maintained by ICANN</a:t>
            </a:r>
          </a:p>
        </p:txBody>
      </p:sp>
      <p:sp>
        <p:nvSpPr>
          <p:cNvPr id="15366" name="Rectangle 20">
            <a:extLst>
              <a:ext uri="{FF2B5EF4-FFF2-40B4-BE49-F238E27FC236}">
                <a16:creationId xmlns:a16="http://schemas.microsoft.com/office/drawing/2014/main" id="{DBD770F1-5022-4990-89B2-0A1D391D6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4725988"/>
            <a:ext cx="2176463" cy="12112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sz="2000" i="1" dirty="0">
                <a:solidFill>
                  <a:schemeClr val="accent6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13 root name </a:t>
            </a:r>
            <a:r>
              <a:rPr lang="ja-JP" altLang="en-US" sz="2000" i="1" dirty="0">
                <a:solidFill>
                  <a:schemeClr val="accent6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“</a:t>
            </a:r>
            <a:r>
              <a:rPr lang="en-US" altLang="ja-JP" sz="2000" i="1" dirty="0">
                <a:solidFill>
                  <a:schemeClr val="accent6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servers</a:t>
            </a:r>
            <a:r>
              <a:rPr lang="ja-JP" altLang="en-US" sz="2000" i="1" dirty="0">
                <a:solidFill>
                  <a:schemeClr val="accent6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”</a:t>
            </a:r>
            <a:r>
              <a:rPr lang="en-US" altLang="ja-JP" sz="2000" i="1" dirty="0">
                <a:solidFill>
                  <a:schemeClr val="accent6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 worldwide</a:t>
            </a:r>
            <a:endParaRPr lang="en-US" sz="2000" i="1" dirty="0">
              <a:solidFill>
                <a:schemeClr val="accent6"/>
              </a:solidFill>
              <a:latin typeface="Calibri" pitchFamily="34" charset="0"/>
              <a:ea typeface="ＭＳ Ｐゴシック" panose="020B0600070205080204" pitchFamily="34" charset="-128"/>
              <a:cs typeface="Calibri" pitchFamily="34" charset="0"/>
            </a:endParaRPr>
          </a:p>
        </p:txBody>
      </p:sp>
      <p:pic>
        <p:nvPicPr>
          <p:cNvPr id="21509" name="Picture 24" descr="underline_base">
            <a:extLst>
              <a:ext uri="{FF2B5EF4-FFF2-40B4-BE49-F238E27FC236}">
                <a16:creationId xmlns:a16="http://schemas.microsoft.com/office/drawing/2014/main" id="{C5784389-BB76-4E9E-9B87-7D687AA6600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57250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10" name="Group 24">
            <a:extLst>
              <a:ext uri="{FF2B5EF4-FFF2-40B4-BE49-F238E27FC236}">
                <a16:creationId xmlns:a16="http://schemas.microsoft.com/office/drawing/2014/main" id="{C13BD55A-443E-44C7-A101-F93426327F7B}"/>
              </a:ext>
            </a:extLst>
          </p:cNvPr>
          <p:cNvGrpSpPr>
            <a:grpSpLocks/>
          </p:cNvGrpSpPr>
          <p:nvPr/>
        </p:nvGrpSpPr>
        <p:grpSpPr bwMode="auto">
          <a:xfrm>
            <a:off x="601663" y="3132932"/>
            <a:ext cx="7013575" cy="3186112"/>
            <a:chOff x="66238" y="3541713"/>
            <a:chExt cx="7013434" cy="3014662"/>
          </a:xfrm>
        </p:grpSpPr>
        <p:sp>
          <p:nvSpPr>
            <p:cNvPr id="21512" name="Text Box 33">
              <a:extLst>
                <a:ext uri="{FF2B5EF4-FFF2-40B4-BE49-F238E27FC236}">
                  <a16:creationId xmlns:a16="http://schemas.microsoft.com/office/drawing/2014/main" id="{665EE7F3-15BD-40A5-8825-1389F0A09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7995" y="4308763"/>
              <a:ext cx="1181677" cy="228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323" tIns="35662" rIns="71323" bIns="35662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m. WIDE Tokyo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(5 other sites)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13" name="AutoShape 22">
              <a:extLst>
                <a:ext uri="{FF2B5EF4-FFF2-40B4-BE49-F238E27FC236}">
                  <a16:creationId xmlns:a16="http://schemas.microsoft.com/office/drawing/2014/main" id="{BCC954F5-4BAD-4BDC-9EC4-72374C853C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463" y="3581400"/>
              <a:ext cx="5784850" cy="297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Comic Sans MS" panose="030F0702030302020204" pitchFamily="66" charset="0"/>
              </a:endParaRPr>
            </a:p>
          </p:txBody>
        </p:sp>
        <p:pic>
          <p:nvPicPr>
            <p:cNvPr id="21514" name="Picture 23" descr="worldf">
              <a:extLst>
                <a:ext uri="{FF2B5EF4-FFF2-40B4-BE49-F238E27FC236}">
                  <a16:creationId xmlns:a16="http://schemas.microsoft.com/office/drawing/2014/main" id="{59BD1DF6-9AE9-4B2B-AE59-33BD1D0414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3263" y="4378325"/>
              <a:ext cx="4319587" cy="2178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5" name="Text Box 25">
              <a:extLst>
                <a:ext uri="{FF2B5EF4-FFF2-40B4-BE49-F238E27FC236}">
                  <a16:creationId xmlns:a16="http://schemas.microsoft.com/office/drawing/2014/main" id="{2E5E60C5-6F31-4EEB-A363-93FDC37102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13" y="5160963"/>
              <a:ext cx="2090737" cy="835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323" tIns="35662" rIns="71323" bIns="35662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a. Verisign, Los Angeles CA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    (5 other sites)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b. USC-ISI Marina del Rey, CA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l. ICANN Los Angeles, CA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   (41 other sites)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16" name="Freeform 26">
              <a:extLst>
                <a:ext uri="{FF2B5EF4-FFF2-40B4-BE49-F238E27FC236}">
                  <a16:creationId xmlns:a16="http://schemas.microsoft.com/office/drawing/2014/main" id="{EDF9624B-A18A-4683-9C85-4F5B76B49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813" y="5113338"/>
              <a:ext cx="531812" cy="341312"/>
            </a:xfrm>
            <a:custGeom>
              <a:avLst/>
              <a:gdLst>
                <a:gd name="T0" fmla="*/ 0 w 582"/>
                <a:gd name="T1" fmla="*/ 2147483646 h 426"/>
                <a:gd name="T2" fmla="*/ 2147483646 w 582"/>
                <a:gd name="T3" fmla="*/ 0 h 426"/>
                <a:gd name="T4" fmla="*/ 0 60000 65536"/>
                <a:gd name="T5" fmla="*/ 0 60000 65536"/>
                <a:gd name="T6" fmla="*/ 0 w 582"/>
                <a:gd name="T7" fmla="*/ 0 h 426"/>
                <a:gd name="T8" fmla="*/ 582 w 582"/>
                <a:gd name="T9" fmla="*/ 426 h 4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82" h="426">
                  <a:moveTo>
                    <a:pt x="0" y="426"/>
                  </a:moveTo>
                  <a:lnTo>
                    <a:pt x="58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Text Box 27">
              <a:extLst>
                <a:ext uri="{FF2B5EF4-FFF2-40B4-BE49-F238E27FC236}">
                  <a16:creationId xmlns:a16="http://schemas.microsoft.com/office/drawing/2014/main" id="{89752795-5C1B-45EC-BBEE-133604C75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38" y="4333875"/>
              <a:ext cx="19494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323" tIns="35662" rIns="71323" bIns="35662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e. NASA Mt View, CA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f. Internet Software C.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Palo Alto, CA (and 48 other   sites)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18" name="Freeform 28">
              <a:extLst>
                <a:ext uri="{FF2B5EF4-FFF2-40B4-BE49-F238E27FC236}">
                  <a16:creationId xmlns:a16="http://schemas.microsoft.com/office/drawing/2014/main" id="{F92D9EF9-51CA-45AF-ADDD-1C9DD0E8740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85438" y="4868863"/>
              <a:ext cx="817562" cy="184150"/>
            </a:xfrm>
            <a:custGeom>
              <a:avLst/>
              <a:gdLst>
                <a:gd name="T0" fmla="*/ 0 w 582"/>
                <a:gd name="T1" fmla="*/ 2147483646 h 426"/>
                <a:gd name="T2" fmla="*/ 2147483646 w 582"/>
                <a:gd name="T3" fmla="*/ 0 h 426"/>
                <a:gd name="T4" fmla="*/ 0 60000 65536"/>
                <a:gd name="T5" fmla="*/ 0 60000 65536"/>
                <a:gd name="T6" fmla="*/ 0 w 582"/>
                <a:gd name="T7" fmla="*/ 0 h 426"/>
                <a:gd name="T8" fmla="*/ 582 w 582"/>
                <a:gd name="T9" fmla="*/ 426 h 4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82" h="426">
                  <a:moveTo>
                    <a:pt x="0" y="426"/>
                  </a:moveTo>
                  <a:lnTo>
                    <a:pt x="58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Text Box 29">
              <a:extLst>
                <a:ext uri="{FF2B5EF4-FFF2-40B4-BE49-F238E27FC236}">
                  <a16:creationId xmlns:a16="http://schemas.microsoft.com/office/drawing/2014/main" id="{4F7CE8D1-F1F3-411C-876B-0ABE24728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813" y="3973513"/>
              <a:ext cx="2278062" cy="223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323" tIns="35662" rIns="71323" bIns="35662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i. Netnod, Stockholm (37 other sites)</a:t>
              </a:r>
            </a:p>
          </p:txBody>
        </p:sp>
        <p:sp>
          <p:nvSpPr>
            <p:cNvPr id="21520" name="Freeform 30">
              <a:extLst>
                <a:ext uri="{FF2B5EF4-FFF2-40B4-BE49-F238E27FC236}">
                  <a16:creationId xmlns:a16="http://schemas.microsoft.com/office/drawing/2014/main" id="{1A4C9EF2-C09B-4B0F-9BEB-15FB6C9AB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688" y="4068763"/>
              <a:ext cx="446087" cy="654050"/>
            </a:xfrm>
            <a:custGeom>
              <a:avLst/>
              <a:gdLst>
                <a:gd name="T0" fmla="*/ 2147483646 w 666"/>
                <a:gd name="T1" fmla="*/ 0 h 1005"/>
                <a:gd name="T2" fmla="*/ 0 w 666"/>
                <a:gd name="T3" fmla="*/ 2147483646 h 1005"/>
                <a:gd name="T4" fmla="*/ 0 60000 65536"/>
                <a:gd name="T5" fmla="*/ 0 60000 65536"/>
                <a:gd name="T6" fmla="*/ 0 w 666"/>
                <a:gd name="T7" fmla="*/ 0 h 1005"/>
                <a:gd name="T8" fmla="*/ 666 w 666"/>
                <a:gd name="T9" fmla="*/ 1005 h 100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6" h="1005">
                  <a:moveTo>
                    <a:pt x="666" y="0"/>
                  </a:moveTo>
                  <a:lnTo>
                    <a:pt x="0" y="100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Text Box 31">
              <a:extLst>
                <a:ext uri="{FF2B5EF4-FFF2-40B4-BE49-F238E27FC236}">
                  <a16:creationId xmlns:a16="http://schemas.microsoft.com/office/drawing/2014/main" id="{1391B549-5127-4021-9C39-E6639BDE5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325" y="3684588"/>
              <a:ext cx="2519363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323" tIns="35662" rIns="71323" bIns="35662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k. RIPE London (17 other sites)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22" name="Freeform 32">
              <a:extLst>
                <a:ext uri="{FF2B5EF4-FFF2-40B4-BE49-F238E27FC236}">
                  <a16:creationId xmlns:a16="http://schemas.microsoft.com/office/drawing/2014/main" id="{D2360F70-1A43-4348-980A-644C3340C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713" y="3862388"/>
              <a:ext cx="615950" cy="946150"/>
            </a:xfrm>
            <a:custGeom>
              <a:avLst/>
              <a:gdLst>
                <a:gd name="T0" fmla="*/ 2147483646 w 922"/>
                <a:gd name="T1" fmla="*/ 0 h 1448"/>
                <a:gd name="T2" fmla="*/ 0 w 922"/>
                <a:gd name="T3" fmla="*/ 2147483646 h 1448"/>
                <a:gd name="T4" fmla="*/ 0 60000 65536"/>
                <a:gd name="T5" fmla="*/ 0 60000 65536"/>
                <a:gd name="T6" fmla="*/ 0 w 922"/>
                <a:gd name="T7" fmla="*/ 0 h 1448"/>
                <a:gd name="T8" fmla="*/ 922 w 922"/>
                <a:gd name="T9" fmla="*/ 1448 h 144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22" h="1448">
                  <a:moveTo>
                    <a:pt x="922" y="0"/>
                  </a:moveTo>
                  <a:lnTo>
                    <a:pt x="0" y="144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34">
              <a:extLst>
                <a:ext uri="{FF2B5EF4-FFF2-40B4-BE49-F238E27FC236}">
                  <a16:creationId xmlns:a16="http://schemas.microsoft.com/office/drawing/2014/main" id="{C75919ED-1A0D-43B0-918E-3CACBC5D0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6750" y="4598988"/>
              <a:ext cx="400050" cy="431800"/>
            </a:xfrm>
            <a:custGeom>
              <a:avLst/>
              <a:gdLst>
                <a:gd name="T0" fmla="*/ 2147483646 w 252"/>
                <a:gd name="T1" fmla="*/ 0 h 462"/>
                <a:gd name="T2" fmla="*/ 0 w 252"/>
                <a:gd name="T3" fmla="*/ 2147483646 h 462"/>
                <a:gd name="T4" fmla="*/ 0 60000 65536"/>
                <a:gd name="T5" fmla="*/ 0 60000 65536"/>
                <a:gd name="T6" fmla="*/ 0 w 252"/>
                <a:gd name="T7" fmla="*/ 0 h 462"/>
                <a:gd name="T8" fmla="*/ 252 w 252"/>
                <a:gd name="T9" fmla="*/ 462 h 46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2" h="462">
                  <a:moveTo>
                    <a:pt x="252" y="0"/>
                  </a:moveTo>
                  <a:lnTo>
                    <a:pt x="0" y="46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Text Box 35">
              <a:extLst>
                <a:ext uri="{FF2B5EF4-FFF2-40B4-BE49-F238E27FC236}">
                  <a16:creationId xmlns:a16="http://schemas.microsoft.com/office/drawing/2014/main" id="{367BAAA9-C195-496D-B6DB-8F507036D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8475" y="3541713"/>
              <a:ext cx="2598738" cy="75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323" tIns="35662" rIns="71323" bIns="35662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c. Cogent, Herndon, VA (5 other sites)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d. U Maryland College Park, MD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h. ARL Aberdeen, MD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j. Verisign, Dulles VA (69 other sites 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cxnSp>
          <p:nvCxnSpPr>
            <p:cNvPr id="21525" name="Straight Arrow Connector 2">
              <a:extLst>
                <a:ext uri="{FF2B5EF4-FFF2-40B4-BE49-F238E27FC236}">
                  <a16:creationId xmlns:a16="http://schemas.microsoft.com/office/drawing/2014/main" id="{0E5B3CCC-B34A-4211-A7E3-078C64767C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39588" y="4278313"/>
              <a:ext cx="7937" cy="69056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26" name="Text Box 35">
              <a:extLst>
                <a:ext uri="{FF2B5EF4-FFF2-40B4-BE49-F238E27FC236}">
                  <a16:creationId xmlns:a16="http://schemas.microsoft.com/office/drawing/2014/main" id="{037A3C2F-D7AE-402B-97B6-76C97FC32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438" y="5889625"/>
              <a:ext cx="147002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323" tIns="35662" rIns="71323" bIns="35662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g. US DoD Columbus, OH (5 other sites)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cxnSp>
          <p:nvCxnSpPr>
            <p:cNvPr id="21527" name="Straight Arrow Connector 24">
              <a:extLst>
                <a:ext uri="{FF2B5EF4-FFF2-40B4-BE49-F238E27FC236}">
                  <a16:creationId xmlns:a16="http://schemas.microsoft.com/office/drawing/2014/main" id="{5A9B33B1-511F-4887-BC8E-6C9CD4092FC9}"/>
                </a:ext>
              </a:extLst>
            </p:cNvPr>
            <p:cNvCxnSpPr>
              <a:cxnSpLocks noChangeShapeType="1"/>
              <a:stCxn id="21526" idx="0"/>
            </p:cNvCxnSpPr>
            <p:nvPr/>
          </p:nvCxnSpPr>
          <p:spPr bwMode="auto">
            <a:xfrm flipV="1">
              <a:off x="2147450" y="4945063"/>
              <a:ext cx="481013" cy="94456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11" name="Slide Number Placeholder 3">
            <a:extLst>
              <a:ext uri="{FF2B5EF4-FFF2-40B4-BE49-F238E27FC236}">
                <a16:creationId xmlns:a16="http://schemas.microsoft.com/office/drawing/2014/main" id="{76376065-9A4D-45AA-A988-8F59B39A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AC8904C-566C-4DDD-8049-AEAD8856CCE8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998963E-5E0B-4F52-A7FD-997CC596A9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34950"/>
            <a:ext cx="7772400" cy="914400"/>
          </a:xfrm>
        </p:spPr>
        <p:txBody>
          <a:bodyPr/>
          <a:lstStyle/>
          <a:p>
            <a:r>
              <a:rPr lang="en-US" altLang="en-US" sz="4000"/>
              <a:t>TLD name servers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73D1705-6474-4F14-B88E-3F297CB10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9263" y="1533525"/>
            <a:ext cx="8472487" cy="485298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400" i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Top-level domain (TLD) Name Servers: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  <a:defRPr/>
            </a:pPr>
            <a:r>
              <a:rPr lang="en-US" altLang="en-US" sz="2200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maintain </a:t>
            </a:r>
            <a:r>
              <a:rPr lang="en-US" altLang="en-US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host name mappings </a:t>
            </a:r>
            <a:r>
              <a:rPr lang="en-US" altLang="en-US" sz="2200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of Auth Name servers for various types of TLDs</a:t>
            </a:r>
          </a:p>
          <a:p>
            <a:pPr lvl="2">
              <a:spcBef>
                <a:spcPts val="1200"/>
              </a:spcBef>
              <a:buFont typeface="Symbol" panose="05050102010706020507" pitchFamily="18" charset="2"/>
              <a:buChar char="-"/>
              <a:defRPr/>
            </a:pPr>
            <a:r>
              <a:rPr lang="en-US" altLang="en-US" sz="2200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generic TLDs,  country-code TLDs</a:t>
            </a:r>
            <a:endParaRPr lang="en-US" altLang="en-US" sz="2200" dirty="0">
              <a:latin typeface="Calibri" panose="020F0502020204030204" pitchFamily="34" charset="0"/>
              <a:ea typeface="MS PGothic" panose="020B0600070205080204" pitchFamily="34" charset="-128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spcBef>
                <a:spcPts val="1800"/>
              </a:spcBef>
              <a:defRPr/>
            </a:pPr>
            <a:r>
              <a:rPr lang="en-US" altLang="en-US" sz="2200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various organizations are responsible to maintain TLD Name servers</a:t>
            </a:r>
          </a:p>
          <a:p>
            <a:pPr marL="1146175"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Network Solutions :  </a:t>
            </a:r>
            <a:r>
              <a:rPr lang="en-US" altLang="en-US" sz="2200" i="1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maintains TLD servers for </a:t>
            </a: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com TLD</a:t>
            </a:r>
          </a:p>
          <a:p>
            <a:pPr marL="1146175"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Educause</a:t>
            </a:r>
            <a:r>
              <a:rPr lang="en-US" altLang="en-US" sz="2200" i="1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 	 </a:t>
            </a: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      :  </a:t>
            </a:r>
            <a:r>
              <a:rPr lang="en-US" altLang="en-US" sz="2200" i="1" dirty="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maintains TLD servers for </a:t>
            </a:r>
            <a:r>
              <a:rPr lang="en-US" altLang="en-US" sz="2200" i="1" dirty="0" err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edu</a:t>
            </a: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TLD</a:t>
            </a:r>
          </a:p>
        </p:txBody>
      </p:sp>
      <p:pic>
        <p:nvPicPr>
          <p:cNvPr id="23556" name="Picture 10" descr="underline_base">
            <a:extLst>
              <a:ext uri="{FF2B5EF4-FFF2-40B4-BE49-F238E27FC236}">
                <a16:creationId xmlns:a16="http://schemas.microsoft.com/office/drawing/2014/main" id="{D159DD42-51AD-4104-9F9A-80524C42E21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9445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C4447205-BFCF-43E2-A4D8-7B2DF3BE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4036ECB-E44D-4749-8565-5DDB179863FC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17C13CD-0B54-4A56-B208-4887104545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34950"/>
            <a:ext cx="7772400" cy="914400"/>
          </a:xfrm>
        </p:spPr>
        <p:txBody>
          <a:bodyPr/>
          <a:lstStyle/>
          <a:p>
            <a:r>
              <a:rPr lang="en-US" altLang="en-US" sz="4000"/>
              <a:t>Authoritative name servers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F81348A-359C-4355-98EF-57B6685B17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514475"/>
            <a:ext cx="8472488" cy="487203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Authoritative Name Servers: 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organization</a:t>
            </a:r>
            <a:r>
              <a:rPr lang="ja-JP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’</a:t>
            </a:r>
            <a:r>
              <a:rPr lang="en-US" altLang="ja-JP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s  DNS servers </a:t>
            </a:r>
          </a:p>
          <a:p>
            <a:pPr lvl="2">
              <a:spcBef>
                <a:spcPts val="600"/>
              </a:spcBef>
            </a:pPr>
            <a:r>
              <a:rPr lang="en-US" altLang="ja-JP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provide authoritative name mappings for hosts belonging to the organization</a:t>
            </a:r>
          </a:p>
          <a:p>
            <a:pPr lvl="1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altLang="en-US" sz="2200" i="1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can be maintained by organization, or ISP</a:t>
            </a:r>
          </a:p>
          <a:p>
            <a:pPr lvl="1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altLang="en-US" sz="2200" i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primary</a:t>
            </a:r>
            <a:r>
              <a:rPr lang="en-US" altLang="en-US" sz="2200" i="1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&amp; </a:t>
            </a:r>
            <a:r>
              <a:rPr lang="en-US" altLang="en-US" sz="2200" i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secondary</a:t>
            </a:r>
            <a:r>
              <a:rPr lang="en-US" altLang="en-US" sz="2200" i="1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Authoritative Name servers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endParaRPr lang="en-US" altLang="en-US">
              <a:latin typeface="Calibri" panose="020F0502020204030204" pitchFamily="34" charset="0"/>
              <a:ea typeface="MS PGothic" panose="020B0600070205080204" pitchFamily="34" charset="-128"/>
              <a:cs typeface="Calibri" panose="020F0502020204030204" pitchFamily="34" charset="0"/>
            </a:endParaRPr>
          </a:p>
        </p:txBody>
      </p:sp>
      <p:pic>
        <p:nvPicPr>
          <p:cNvPr id="25604" name="Picture 10" descr="underline_base">
            <a:extLst>
              <a:ext uri="{FF2B5EF4-FFF2-40B4-BE49-F238E27FC236}">
                <a16:creationId xmlns:a16="http://schemas.microsoft.com/office/drawing/2014/main" id="{29979AE6-50B1-49AC-98BC-274EF472BFD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9445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Slide Number Placeholder 3">
            <a:extLst>
              <a:ext uri="{FF2B5EF4-FFF2-40B4-BE49-F238E27FC236}">
                <a16:creationId xmlns:a16="http://schemas.microsoft.com/office/drawing/2014/main" id="{EEA3254C-8C65-4FF3-9D48-03CEA579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D60D297-5368-48A2-A513-7950C1FF7FF5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3BF821D-422E-4956-A0E6-05FF8287E3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80975"/>
            <a:ext cx="7772400" cy="957263"/>
          </a:xfrm>
        </p:spPr>
        <p:txBody>
          <a:bodyPr/>
          <a:lstStyle/>
          <a:p>
            <a:r>
              <a:rPr lang="en-US" altLang="en-US" sz="4000"/>
              <a:t>Local DNS server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C066B8D-E64F-437B-A847-78134DC83A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6563" y="1265238"/>
            <a:ext cx="8375650" cy="51625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</a:rPr>
              <a:t>Name Server that lies closest to the host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  <a:t>does not strictly belong to DNS hierarchy 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2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query from host goes to Local DNS server…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  <a:t>has local </a:t>
            </a:r>
            <a:r>
              <a:rPr lang="en-US" altLang="en-US" sz="21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cache</a:t>
            </a: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  <a:t> of recent name-to-address translation pairs </a:t>
            </a:r>
            <a:b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</a:br>
            <a:r>
              <a:rPr lang="en-US" altLang="en-US" sz="2100" i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    (but may be out of date..!)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  <a:t>acts as </a:t>
            </a:r>
            <a:r>
              <a:rPr lang="en-US" altLang="en-US" sz="21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proxy</a:t>
            </a: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  <a:t>, forwards query into DNS hierarchy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  <a:t>provides DNS reply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</a:rPr>
              <a:t>Each ISP has one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(residential ISP, company, university)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  <a:t>ISP provides host with IP address of local DNS server; </a:t>
            </a:r>
            <a:b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</a:br>
            <a:r>
              <a:rPr lang="en-US" altLang="en-US" sz="2100" i="1">
                <a:latin typeface="Times New Roman" panose="02020603050405020304" pitchFamily="18" charset="0"/>
                <a:ea typeface="MS PGothic" panose="020B0600070205080204" pitchFamily="34" charset="-128"/>
              </a:rPr>
              <a:t>      typically thru </a:t>
            </a:r>
            <a:r>
              <a:rPr lang="en-US" altLang="en-US" sz="2100" i="1">
                <a:solidFill>
                  <a:srgbClr val="FF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DHCP</a:t>
            </a:r>
            <a:endParaRPr lang="en-US" altLang="en-US" sz="2100" i="1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</a:rPr>
              <a:t>also called </a:t>
            </a:r>
            <a:r>
              <a:rPr lang="ja-JP" altLang="en-US" sz="21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“</a:t>
            </a:r>
            <a:r>
              <a:rPr lang="en-US" altLang="ja-JP" sz="21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default name server</a:t>
            </a:r>
            <a:r>
              <a:rPr lang="ja-JP" altLang="en-US" sz="21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”</a:t>
            </a:r>
            <a:endParaRPr lang="en-US" altLang="ja-JP" sz="2100">
              <a:solidFill>
                <a:srgbClr val="FF0000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endParaRPr lang="en-US" altLang="en-US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pic>
        <p:nvPicPr>
          <p:cNvPr id="27652" name="Picture 9" descr="underline_base">
            <a:extLst>
              <a:ext uri="{FF2B5EF4-FFF2-40B4-BE49-F238E27FC236}">
                <a16:creationId xmlns:a16="http://schemas.microsoft.com/office/drawing/2014/main" id="{C3524067-36F6-4037-B322-16EDD93D0E6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914400"/>
            <a:ext cx="5548312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Slide Number Placeholder 3">
            <a:extLst>
              <a:ext uri="{FF2B5EF4-FFF2-40B4-BE49-F238E27FC236}">
                <a16:creationId xmlns:a16="http://schemas.microsoft.com/office/drawing/2014/main" id="{43D263C0-F24B-417A-89EF-88C862A8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BBF225C0-C612-4891-976A-BD5DCF1EEE2D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7">
            <a:extLst>
              <a:ext uri="{FF2B5EF4-FFF2-40B4-BE49-F238E27FC236}">
                <a16:creationId xmlns:a16="http://schemas.microsoft.com/office/drawing/2014/main" id="{1EC3BE83-7594-4604-A78A-4C535A101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3114675"/>
            <a:ext cx="31623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en-US" sz="2400" i="1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Recursive Query:</a:t>
            </a:r>
          </a:p>
          <a:p>
            <a:pPr>
              <a:lnSpc>
                <a:spcPct val="100000"/>
              </a:lnSpc>
              <a:spcBef>
                <a:spcPts val="1200"/>
              </a:spcBef>
              <a:buSzPct val="75000"/>
            </a:pP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puts burden of name resolution on contacted name server</a:t>
            </a:r>
          </a:p>
          <a:p>
            <a:pPr>
              <a:lnSpc>
                <a:spcPct val="100000"/>
              </a:lnSpc>
              <a:spcBef>
                <a:spcPts val="1200"/>
              </a:spcBef>
              <a:buSzPct val="75000"/>
            </a:pP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heavy load at upper levels of hierarchy..?</a:t>
            </a:r>
          </a:p>
        </p:txBody>
      </p:sp>
      <p:pic>
        <p:nvPicPr>
          <p:cNvPr id="29699" name="Picture 137" descr="underline_base">
            <a:extLst>
              <a:ext uri="{FF2B5EF4-FFF2-40B4-BE49-F238E27FC236}">
                <a16:creationId xmlns:a16="http://schemas.microsoft.com/office/drawing/2014/main" id="{C22DBA4B-B340-4E49-8176-822A89777D9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87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66">
            <a:extLst>
              <a:ext uri="{FF2B5EF4-FFF2-40B4-BE49-F238E27FC236}">
                <a16:creationId xmlns:a16="http://schemas.microsoft.com/office/drawing/2014/main" id="{1B29C8E9-12D5-402E-9EF0-7C71A9A21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17488"/>
            <a:ext cx="491013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solidFill>
                  <a:srgbClr val="000099"/>
                </a:solidFill>
              </a:rPr>
              <a:t>DNS name </a:t>
            </a:r>
            <a:br>
              <a:rPr lang="en-US" altLang="en-US" sz="3600">
                <a:solidFill>
                  <a:srgbClr val="000099"/>
                </a:solidFill>
              </a:rPr>
            </a:br>
            <a:r>
              <a:rPr lang="en-US" altLang="en-US" sz="3600">
                <a:solidFill>
                  <a:srgbClr val="000099"/>
                </a:solidFill>
              </a:rPr>
              <a:t>resolution approaches</a:t>
            </a:r>
          </a:p>
        </p:txBody>
      </p:sp>
      <p:grpSp>
        <p:nvGrpSpPr>
          <p:cNvPr id="29701" name="Group 168">
            <a:extLst>
              <a:ext uri="{FF2B5EF4-FFF2-40B4-BE49-F238E27FC236}">
                <a16:creationId xmlns:a16="http://schemas.microsoft.com/office/drawing/2014/main" id="{C37BD2FE-A272-474D-91E7-E6EBAAF09A57}"/>
              </a:ext>
            </a:extLst>
          </p:cNvPr>
          <p:cNvGrpSpPr>
            <a:grpSpLocks/>
          </p:cNvGrpSpPr>
          <p:nvPr/>
        </p:nvGrpSpPr>
        <p:grpSpPr bwMode="auto">
          <a:xfrm>
            <a:off x="4179888" y="481013"/>
            <a:ext cx="4746625" cy="5632450"/>
            <a:chOff x="4179888" y="481013"/>
            <a:chExt cx="4746625" cy="5632866"/>
          </a:xfrm>
        </p:grpSpPr>
        <p:sp>
          <p:nvSpPr>
            <p:cNvPr id="29704" name="Text Box 24">
              <a:extLst>
                <a:ext uri="{FF2B5EF4-FFF2-40B4-BE49-F238E27FC236}">
                  <a16:creationId xmlns:a16="http://schemas.microsoft.com/office/drawing/2014/main" id="{55E19452-EED2-4ACA-85F1-298F1801E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2838" y="325755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05" name="Text Box 25">
              <a:extLst>
                <a:ext uri="{FF2B5EF4-FFF2-40B4-BE49-F238E27FC236}">
                  <a16:creationId xmlns:a16="http://schemas.microsoft.com/office/drawing/2014/main" id="{1CA071B6-C83F-4294-8E3E-10CFA3152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5638" y="333375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06" name="Text Box 26">
              <a:extLst>
                <a:ext uri="{FF2B5EF4-FFF2-40B4-BE49-F238E27FC236}">
                  <a16:creationId xmlns:a16="http://schemas.microsoft.com/office/drawing/2014/main" id="{4761F7DD-5C93-429B-878C-7F10EF665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4650" y="1817688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6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07" name="Line 60">
              <a:extLst>
                <a:ext uri="{FF2B5EF4-FFF2-40B4-BE49-F238E27FC236}">
                  <a16:creationId xmlns:a16="http://schemas.microsoft.com/office/drawing/2014/main" id="{C9D4640D-EB10-4846-90B3-06E86F996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0613" y="2941638"/>
              <a:ext cx="0" cy="67468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Line 61">
              <a:extLst>
                <a:ext uri="{FF2B5EF4-FFF2-40B4-BE49-F238E27FC236}">
                  <a16:creationId xmlns:a16="http://schemas.microsoft.com/office/drawing/2014/main" id="{D458D0A0-7460-4C3D-A81C-6AC893129A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19963" y="2952750"/>
              <a:ext cx="0" cy="71913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9" name="Line 62">
              <a:extLst>
                <a:ext uri="{FF2B5EF4-FFF2-40B4-BE49-F238E27FC236}">
                  <a16:creationId xmlns:a16="http://schemas.microsoft.com/office/drawing/2014/main" id="{BE9D4548-9C15-4070-9D73-664612543B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799263" y="1541463"/>
              <a:ext cx="458787" cy="56673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0" name="Text Box 63">
              <a:extLst>
                <a:ext uri="{FF2B5EF4-FFF2-40B4-BE49-F238E27FC236}">
                  <a16:creationId xmlns:a16="http://schemas.microsoft.com/office/drawing/2014/main" id="{BB70E220-EDFE-48D9-B6E7-5DAE0622F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3750" y="139065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11" name="Text Box 5">
              <a:extLst>
                <a:ext uri="{FF2B5EF4-FFF2-40B4-BE49-F238E27FC236}">
                  <a16:creationId xmlns:a16="http://schemas.microsoft.com/office/drawing/2014/main" id="{529A5084-F61D-4089-8086-785BFFEDD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875" y="4881563"/>
              <a:ext cx="1746250" cy="611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requesting host</a:t>
              </a:r>
              <a:endParaRPr lang="en-US" altLang="en-US" sz="24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FF0000"/>
                  </a:solidFill>
                  <a:latin typeface="Arial" panose="020B0604020202020204" pitchFamily="34" charset="0"/>
                </a:rPr>
                <a:t>cis.poly.edu</a:t>
              </a:r>
            </a:p>
          </p:txBody>
        </p:sp>
        <p:sp>
          <p:nvSpPr>
            <p:cNvPr id="29712" name="Text Box 6">
              <a:extLst>
                <a:ext uri="{FF2B5EF4-FFF2-40B4-BE49-F238E27FC236}">
                  <a16:creationId xmlns:a16="http://schemas.microsoft.com/office/drawing/2014/main" id="{DC17FA4D-712E-4FB8-890F-1F9760D2C9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415" y="5775325"/>
              <a:ext cx="17139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FF0000"/>
                  </a:solidFill>
                  <a:latin typeface="Arial" panose="020B0604020202020204" pitchFamily="34" charset="0"/>
                </a:rPr>
                <a:t>robot.umass.edu</a:t>
              </a:r>
            </a:p>
          </p:txBody>
        </p:sp>
        <p:sp>
          <p:nvSpPr>
            <p:cNvPr id="29713" name="Text Box 17">
              <a:extLst>
                <a:ext uri="{FF2B5EF4-FFF2-40B4-BE49-F238E27FC236}">
                  <a16:creationId xmlns:a16="http://schemas.microsoft.com/office/drawing/2014/main" id="{D2C2D1E4-13CB-4402-8931-24115AE20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481013"/>
              <a:ext cx="20113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root DNS server</a:t>
              </a:r>
              <a:endParaRPr lang="en-US" altLang="en-US" sz="1600">
                <a:latin typeface="Arial" panose="020B0604020202020204" pitchFamily="34" charset="0"/>
              </a:endParaRPr>
            </a:p>
          </p:txBody>
        </p:sp>
        <p:sp>
          <p:nvSpPr>
            <p:cNvPr id="29714" name="Line 18">
              <a:extLst>
                <a:ext uri="{FF2B5EF4-FFF2-40B4-BE49-F238E27FC236}">
                  <a16:creationId xmlns:a16="http://schemas.microsoft.com/office/drawing/2014/main" id="{5F9AC3A4-7F29-436D-A7E3-79C87A161D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86375" y="2916238"/>
              <a:ext cx="0" cy="131445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5" name="Line 19">
              <a:extLst>
                <a:ext uri="{FF2B5EF4-FFF2-40B4-BE49-F238E27FC236}">
                  <a16:creationId xmlns:a16="http://schemas.microsoft.com/office/drawing/2014/main" id="{E35F3F1B-E5A6-4567-9A08-8B6B5DD146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1150" y="1220788"/>
              <a:ext cx="914400" cy="97155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6" name="Line 22">
              <a:extLst>
                <a:ext uri="{FF2B5EF4-FFF2-40B4-BE49-F238E27FC236}">
                  <a16:creationId xmlns:a16="http://schemas.microsoft.com/office/drawing/2014/main" id="{F6A4D553-75D8-4667-BBFA-2A43A4A84C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19750" y="1449388"/>
              <a:ext cx="733425" cy="7620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7" name="Line 23">
              <a:extLst>
                <a:ext uri="{FF2B5EF4-FFF2-40B4-BE49-F238E27FC236}">
                  <a16:creationId xmlns:a16="http://schemas.microsoft.com/office/drawing/2014/main" id="{59A0E192-A4DE-4E44-8ED0-EB9EC6875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6875" y="2944813"/>
              <a:ext cx="9525" cy="132397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9718" name="Group 24">
              <a:extLst>
                <a:ext uri="{FF2B5EF4-FFF2-40B4-BE49-F238E27FC236}">
                  <a16:creationId xmlns:a16="http://schemas.microsoft.com/office/drawing/2014/main" id="{8282D384-596F-4F50-BD21-27A341D5AB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9888" y="3062288"/>
              <a:ext cx="1898650" cy="611187"/>
              <a:chOff x="2831" y="2132"/>
              <a:chExt cx="1196" cy="385"/>
            </a:xfrm>
          </p:grpSpPr>
          <p:sp>
            <p:nvSpPr>
              <p:cNvPr id="29864" name="Rectangle 25">
                <a:extLst>
                  <a:ext uri="{FF2B5EF4-FFF2-40B4-BE49-F238E27FC236}">
                    <a16:creationId xmlns:a16="http://schemas.microsoft.com/office/drawing/2014/main" id="{71FAD9B7-E2E9-4005-8AF1-30C43C434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178"/>
                <a:ext cx="1182" cy="3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65" name="Text Box 26">
                <a:extLst>
                  <a:ext uri="{FF2B5EF4-FFF2-40B4-BE49-F238E27FC236}">
                    <a16:creationId xmlns:a16="http://schemas.microsoft.com/office/drawing/2014/main" id="{EA1C5259-95E0-4BC1-9E80-03FD4500C2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1" y="2132"/>
                <a:ext cx="1196" cy="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local DNS server</a:t>
                </a:r>
                <a:endParaRPr lang="en-US" altLang="en-US" sz="2400">
                  <a:latin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i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dns.poly.edu</a:t>
                </a:r>
              </a:p>
            </p:txBody>
          </p:sp>
        </p:grpSp>
        <p:sp>
          <p:nvSpPr>
            <p:cNvPr id="29719" name="Text Box 27">
              <a:extLst>
                <a:ext uri="{FF2B5EF4-FFF2-40B4-BE49-F238E27FC236}">
                  <a16:creationId xmlns:a16="http://schemas.microsoft.com/office/drawing/2014/main" id="{15D79774-0B77-40A2-9E7B-CB1953D9B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7450" y="377190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20" name="Text Box 28">
              <a:extLst>
                <a:ext uri="{FF2B5EF4-FFF2-40B4-BE49-F238E27FC236}">
                  <a16:creationId xmlns:a16="http://schemas.microsoft.com/office/drawing/2014/main" id="{AD13D08C-7AF4-4A80-BD69-BDB090EF1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0375" y="1438275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21" name="Text Box 29">
              <a:extLst>
                <a:ext uri="{FF2B5EF4-FFF2-40B4-BE49-F238E27FC236}">
                  <a16:creationId xmlns:a16="http://schemas.microsoft.com/office/drawing/2014/main" id="{BE4FF667-B4D8-41D0-8AA5-B13CAE140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8525" y="167640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7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22" name="Text Box 60">
              <a:extLst>
                <a:ext uri="{FF2B5EF4-FFF2-40B4-BE49-F238E27FC236}">
                  <a16:creationId xmlns:a16="http://schemas.microsoft.com/office/drawing/2014/main" id="{A4591A3F-BAD1-4A59-A1B2-7769E3189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3175" y="4429125"/>
              <a:ext cx="239712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authoritative DNS server</a:t>
              </a:r>
              <a:endParaRPr lang="en-US" altLang="en-US" sz="24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FF0000"/>
                  </a:solidFill>
                  <a:latin typeface="Arial" panose="020B0604020202020204" pitchFamily="34" charset="0"/>
                </a:rPr>
                <a:t>dns.umass.edu</a:t>
              </a:r>
            </a:p>
          </p:txBody>
        </p:sp>
        <p:sp>
          <p:nvSpPr>
            <p:cNvPr id="29723" name="Text Box 62">
              <a:extLst>
                <a:ext uri="{FF2B5EF4-FFF2-40B4-BE49-F238E27FC236}">
                  <a16:creationId xmlns:a16="http://schemas.microsoft.com/office/drawing/2014/main" id="{6BFC2B79-3891-4914-8CF9-4C82F20A5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9900" y="3781425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8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24" name="Line 62">
              <a:extLst>
                <a:ext uri="{FF2B5EF4-FFF2-40B4-BE49-F238E27FC236}">
                  <a16:creationId xmlns:a16="http://schemas.microsoft.com/office/drawing/2014/main" id="{4B80FB4B-5746-468F-9F04-6E25554C0B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53238" y="1333500"/>
              <a:ext cx="600075" cy="741363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5" name="Text Box 65">
              <a:extLst>
                <a:ext uri="{FF2B5EF4-FFF2-40B4-BE49-F238E27FC236}">
                  <a16:creationId xmlns:a16="http://schemas.microsoft.com/office/drawing/2014/main" id="{17D3ACD3-3E24-4F85-A6D8-07CC98CB9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0950" y="2287588"/>
              <a:ext cx="1325563" cy="55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TLD DNS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server</a:t>
              </a:r>
              <a:endParaRPr lang="en-US" altLang="en-US" sz="1600">
                <a:latin typeface="Arial" panose="020B0604020202020204" pitchFamily="34" charset="0"/>
              </a:endParaRPr>
            </a:p>
          </p:txBody>
        </p:sp>
        <p:grpSp>
          <p:nvGrpSpPr>
            <p:cNvPr id="29726" name="Group 140">
              <a:extLst>
                <a:ext uri="{FF2B5EF4-FFF2-40B4-BE49-F238E27FC236}">
                  <a16:creationId xmlns:a16="http://schemas.microsoft.com/office/drawing/2014/main" id="{33AE0B8A-E26D-4436-87A7-C3903254F71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226300" y="5091113"/>
              <a:ext cx="925513" cy="795337"/>
              <a:chOff x="-44" y="1473"/>
              <a:chExt cx="981" cy="1105"/>
            </a:xfrm>
          </p:grpSpPr>
          <p:pic>
            <p:nvPicPr>
              <p:cNvPr id="29862" name="Picture 141" descr="desktop_computer_stylized_medium">
                <a:extLst>
                  <a:ext uri="{FF2B5EF4-FFF2-40B4-BE49-F238E27FC236}">
                    <a16:creationId xmlns:a16="http://schemas.microsoft.com/office/drawing/2014/main" id="{0066D5DC-40E8-4367-9486-644CBDDBBA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63" name="Freeform 142">
                <a:extLst>
                  <a:ext uri="{FF2B5EF4-FFF2-40B4-BE49-F238E27FC236}">
                    <a16:creationId xmlns:a16="http://schemas.microsoft.com/office/drawing/2014/main" id="{8E0D4D97-AC4E-4779-A1F6-4D5A5D3CC99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147483646 w 356"/>
                  <a:gd name="T3" fmla="*/ 785628284 h 368"/>
                  <a:gd name="T4" fmla="*/ 2147483646 w 356"/>
                  <a:gd name="T5" fmla="*/ 2147483646 h 368"/>
                  <a:gd name="T6" fmla="*/ 1024116127 w 356"/>
                  <a:gd name="T7" fmla="*/ 214748364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9727" name="Group 143">
              <a:extLst>
                <a:ext uri="{FF2B5EF4-FFF2-40B4-BE49-F238E27FC236}">
                  <a16:creationId xmlns:a16="http://schemas.microsoft.com/office/drawing/2014/main" id="{B70317BD-A9D1-4BCA-B57B-4053283CB6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5675" y="4244975"/>
              <a:ext cx="925513" cy="795338"/>
              <a:chOff x="-44" y="1473"/>
              <a:chExt cx="981" cy="1105"/>
            </a:xfrm>
          </p:grpSpPr>
          <p:pic>
            <p:nvPicPr>
              <p:cNvPr id="29860" name="Picture 144" descr="desktop_computer_stylized_medium">
                <a:extLst>
                  <a:ext uri="{FF2B5EF4-FFF2-40B4-BE49-F238E27FC236}">
                    <a16:creationId xmlns:a16="http://schemas.microsoft.com/office/drawing/2014/main" id="{DD6A679B-D2E3-45AC-B71E-A1CD1E1F08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61" name="Freeform 145">
                <a:extLst>
                  <a:ext uri="{FF2B5EF4-FFF2-40B4-BE49-F238E27FC236}">
                    <a16:creationId xmlns:a16="http://schemas.microsoft.com/office/drawing/2014/main" id="{40E00228-212C-45BC-BE04-97012DD5538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147483646 w 356"/>
                  <a:gd name="T3" fmla="*/ 785628284 h 368"/>
                  <a:gd name="T4" fmla="*/ 2147483646 w 356"/>
                  <a:gd name="T5" fmla="*/ 2147483646 h 368"/>
                  <a:gd name="T6" fmla="*/ 1024116127 w 356"/>
                  <a:gd name="T7" fmla="*/ 214748364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9728" name="Group 146">
              <a:extLst>
                <a:ext uri="{FF2B5EF4-FFF2-40B4-BE49-F238E27FC236}">
                  <a16:creationId xmlns:a16="http://schemas.microsoft.com/office/drawing/2014/main" id="{696CB3F8-B476-48D6-8FF3-DDE5338395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6300" y="3743325"/>
              <a:ext cx="390525" cy="641350"/>
              <a:chOff x="4140" y="429"/>
              <a:chExt cx="1425" cy="2396"/>
            </a:xfrm>
          </p:grpSpPr>
          <p:sp>
            <p:nvSpPr>
              <p:cNvPr id="29828" name="Freeform 147">
                <a:extLst>
                  <a:ext uri="{FF2B5EF4-FFF2-40B4-BE49-F238E27FC236}">
                    <a16:creationId xmlns:a16="http://schemas.microsoft.com/office/drawing/2014/main" id="{FFBDD6AE-5765-4B42-97CE-F861A25593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9" name="Rectangle 148">
                <a:extLst>
                  <a:ext uri="{FF2B5EF4-FFF2-40B4-BE49-F238E27FC236}">
                    <a16:creationId xmlns:a16="http://schemas.microsoft.com/office/drawing/2014/main" id="{074DEFDF-C809-4EEA-B7F7-E203919769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30" name="Freeform 149">
                <a:extLst>
                  <a:ext uri="{FF2B5EF4-FFF2-40B4-BE49-F238E27FC236}">
                    <a16:creationId xmlns:a16="http://schemas.microsoft.com/office/drawing/2014/main" id="{DFE48F8E-831C-4914-9864-1A3552672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1" name="Freeform 150">
                <a:extLst>
                  <a:ext uri="{FF2B5EF4-FFF2-40B4-BE49-F238E27FC236}">
                    <a16:creationId xmlns:a16="http://schemas.microsoft.com/office/drawing/2014/main" id="{9636DE35-E3DB-4775-8FB6-699973DEB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2" name="Rectangle 151">
                <a:extLst>
                  <a:ext uri="{FF2B5EF4-FFF2-40B4-BE49-F238E27FC236}">
                    <a16:creationId xmlns:a16="http://schemas.microsoft.com/office/drawing/2014/main" id="{D74D0FC9-4D21-415C-A518-371ECB78C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6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33" name="Group 152">
                <a:extLst>
                  <a:ext uri="{FF2B5EF4-FFF2-40B4-BE49-F238E27FC236}">
                    <a16:creationId xmlns:a16="http://schemas.microsoft.com/office/drawing/2014/main" id="{C44D3349-179F-4E68-B7A1-AAACCBDDF4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858" name="AutoShape 153">
                  <a:extLst>
                    <a:ext uri="{FF2B5EF4-FFF2-40B4-BE49-F238E27FC236}">
                      <a16:creationId xmlns:a16="http://schemas.microsoft.com/office/drawing/2014/main" id="{43C57E41-4C94-41DF-B901-54AC2F41E5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3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59" name="AutoShape 154">
                  <a:extLst>
                    <a:ext uri="{FF2B5EF4-FFF2-40B4-BE49-F238E27FC236}">
                      <a16:creationId xmlns:a16="http://schemas.microsoft.com/office/drawing/2014/main" id="{D83BEC73-1F27-4468-9AAA-315A9711F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34" name="Rectangle 155">
                <a:extLst>
                  <a:ext uri="{FF2B5EF4-FFF2-40B4-BE49-F238E27FC236}">
                    <a16:creationId xmlns:a16="http://schemas.microsoft.com/office/drawing/2014/main" id="{CAC2E16D-8150-47AF-9F67-6684ACD7B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16"/>
                <a:ext cx="591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35" name="Group 156">
                <a:extLst>
                  <a:ext uri="{FF2B5EF4-FFF2-40B4-BE49-F238E27FC236}">
                    <a16:creationId xmlns:a16="http://schemas.microsoft.com/office/drawing/2014/main" id="{CD0A24EE-EE9E-4CAE-A4D0-0498B3ED62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856" name="AutoShape 157">
                  <a:extLst>
                    <a:ext uri="{FF2B5EF4-FFF2-40B4-BE49-F238E27FC236}">
                      <a16:creationId xmlns:a16="http://schemas.microsoft.com/office/drawing/2014/main" id="{8E0F3851-EFB0-4C68-A66F-B9631C47E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3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57" name="AutoShape 158">
                  <a:extLst>
                    <a:ext uri="{FF2B5EF4-FFF2-40B4-BE49-F238E27FC236}">
                      <a16:creationId xmlns:a16="http://schemas.microsoft.com/office/drawing/2014/main" id="{FAB0B01C-8908-484C-A9F8-C954850F78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4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36" name="Rectangle 159">
                <a:extLst>
                  <a:ext uri="{FF2B5EF4-FFF2-40B4-BE49-F238E27FC236}">
                    <a16:creationId xmlns:a16="http://schemas.microsoft.com/office/drawing/2014/main" id="{50586B84-23C2-4690-B793-E2465EF53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60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37" name="Rectangle 160">
                <a:extLst>
                  <a:ext uri="{FF2B5EF4-FFF2-40B4-BE49-F238E27FC236}">
                    <a16:creationId xmlns:a16="http://schemas.microsoft.com/office/drawing/2014/main" id="{AAFE4BFC-AE7C-4842-8656-7D91BB1B7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7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38" name="Group 161">
                <a:extLst>
                  <a:ext uri="{FF2B5EF4-FFF2-40B4-BE49-F238E27FC236}">
                    <a16:creationId xmlns:a16="http://schemas.microsoft.com/office/drawing/2014/main" id="{99E39F8C-97EE-47F8-8DB1-FCE7980B02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854" name="AutoShape 162">
                  <a:extLst>
                    <a:ext uri="{FF2B5EF4-FFF2-40B4-BE49-F238E27FC236}">
                      <a16:creationId xmlns:a16="http://schemas.microsoft.com/office/drawing/2014/main" id="{BD9DA37A-454F-4738-BB1A-DA57C88354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55" name="AutoShape 163">
                  <a:extLst>
                    <a:ext uri="{FF2B5EF4-FFF2-40B4-BE49-F238E27FC236}">
                      <a16:creationId xmlns:a16="http://schemas.microsoft.com/office/drawing/2014/main" id="{F2793136-8755-403E-95F7-DDF304A130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3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39" name="Freeform 164">
                <a:extLst>
                  <a:ext uri="{FF2B5EF4-FFF2-40B4-BE49-F238E27FC236}">
                    <a16:creationId xmlns:a16="http://schemas.microsoft.com/office/drawing/2014/main" id="{90C4C6C5-7DFC-43A6-BA06-3CB17DA67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840" name="Group 165">
                <a:extLst>
                  <a:ext uri="{FF2B5EF4-FFF2-40B4-BE49-F238E27FC236}">
                    <a16:creationId xmlns:a16="http://schemas.microsoft.com/office/drawing/2014/main" id="{17F15C3F-1CEA-4481-AF2F-C174E67589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852" name="AutoShape 166">
                  <a:extLst>
                    <a:ext uri="{FF2B5EF4-FFF2-40B4-BE49-F238E27FC236}">
                      <a16:creationId xmlns:a16="http://schemas.microsoft.com/office/drawing/2014/main" id="{8E564433-79A0-41C4-8D59-C58A004840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6"/>
                  <a:ext cx="729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53" name="AutoShape 167">
                  <a:extLst>
                    <a:ext uri="{FF2B5EF4-FFF2-40B4-BE49-F238E27FC236}">
                      <a16:creationId xmlns:a16="http://schemas.microsoft.com/office/drawing/2014/main" id="{2A965E96-BAAC-47A1-AD87-0BDAF0A939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41" name="Rectangle 168">
                <a:extLst>
                  <a:ext uri="{FF2B5EF4-FFF2-40B4-BE49-F238E27FC236}">
                    <a16:creationId xmlns:a16="http://schemas.microsoft.com/office/drawing/2014/main" id="{216A64E9-30C0-447B-B9BC-8569879F0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89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42" name="Freeform 169">
                <a:extLst>
                  <a:ext uri="{FF2B5EF4-FFF2-40B4-BE49-F238E27FC236}">
                    <a16:creationId xmlns:a16="http://schemas.microsoft.com/office/drawing/2014/main" id="{EC47A3B4-31FF-4376-BBAC-F72A3A17B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3" name="Freeform 170">
                <a:extLst>
                  <a:ext uri="{FF2B5EF4-FFF2-40B4-BE49-F238E27FC236}">
                    <a16:creationId xmlns:a16="http://schemas.microsoft.com/office/drawing/2014/main" id="{81A5E826-BD82-4359-9114-BFB393B2F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4" name="Oval 171">
                <a:extLst>
                  <a:ext uri="{FF2B5EF4-FFF2-40B4-BE49-F238E27FC236}">
                    <a16:creationId xmlns:a16="http://schemas.microsoft.com/office/drawing/2014/main" id="{9A1E0F78-43CE-40E5-B195-EDC07D64E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1"/>
                <a:ext cx="46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45" name="Freeform 172">
                <a:extLst>
                  <a:ext uri="{FF2B5EF4-FFF2-40B4-BE49-F238E27FC236}">
                    <a16:creationId xmlns:a16="http://schemas.microsoft.com/office/drawing/2014/main" id="{956BCEEC-850B-4CF5-9A35-BA282DC99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6" name="AutoShape 173">
                <a:extLst>
                  <a:ext uri="{FF2B5EF4-FFF2-40B4-BE49-F238E27FC236}">
                    <a16:creationId xmlns:a16="http://schemas.microsoft.com/office/drawing/2014/main" id="{65CE22E5-FDE9-4166-AD07-38D68A858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9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47" name="AutoShape 174">
                <a:extLst>
                  <a:ext uri="{FF2B5EF4-FFF2-40B4-BE49-F238E27FC236}">
                    <a16:creationId xmlns:a16="http://schemas.microsoft.com/office/drawing/2014/main" id="{4966CCBA-2BC5-4815-816B-1FF61C84ED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48" name="Oval 175">
                <a:extLst>
                  <a:ext uri="{FF2B5EF4-FFF2-40B4-BE49-F238E27FC236}">
                    <a16:creationId xmlns:a16="http://schemas.microsoft.com/office/drawing/2014/main" id="{4EE0D5EE-1989-4717-ADB3-44E4CC655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6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49" name="Oval 176">
                <a:extLst>
                  <a:ext uri="{FF2B5EF4-FFF2-40B4-BE49-F238E27FC236}">
                    <a16:creationId xmlns:a16="http://schemas.microsoft.com/office/drawing/2014/main" id="{689B401E-443F-4289-B5E8-275BF5460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6"/>
                <a:ext cx="156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850" name="Oval 177">
                <a:extLst>
                  <a:ext uri="{FF2B5EF4-FFF2-40B4-BE49-F238E27FC236}">
                    <a16:creationId xmlns:a16="http://schemas.microsoft.com/office/drawing/2014/main" id="{55FC0321-43E7-4CF1-9E10-724841547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51" name="Rectangle 178">
                <a:extLst>
                  <a:ext uri="{FF2B5EF4-FFF2-40B4-BE49-F238E27FC236}">
                    <a16:creationId xmlns:a16="http://schemas.microsoft.com/office/drawing/2014/main" id="{2F57198A-7DB3-49D2-A135-6512C16C9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7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729" name="Group 212">
              <a:extLst>
                <a:ext uri="{FF2B5EF4-FFF2-40B4-BE49-F238E27FC236}">
                  <a16:creationId xmlns:a16="http://schemas.microsoft.com/office/drawing/2014/main" id="{A9F3FBDF-C0F1-4520-BDD9-4DBFFBF639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2875" y="2230438"/>
              <a:ext cx="390525" cy="641350"/>
              <a:chOff x="4140" y="429"/>
              <a:chExt cx="1425" cy="2396"/>
            </a:xfrm>
          </p:grpSpPr>
          <p:sp>
            <p:nvSpPr>
              <p:cNvPr id="29796" name="Freeform 213">
                <a:extLst>
                  <a:ext uri="{FF2B5EF4-FFF2-40B4-BE49-F238E27FC236}">
                    <a16:creationId xmlns:a16="http://schemas.microsoft.com/office/drawing/2014/main" id="{BB9857CB-5F90-4DB2-BFF2-B5E2F206D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7" name="Rectangle 214">
                <a:extLst>
                  <a:ext uri="{FF2B5EF4-FFF2-40B4-BE49-F238E27FC236}">
                    <a16:creationId xmlns:a16="http://schemas.microsoft.com/office/drawing/2014/main" id="{9EBF73A1-9938-4046-A247-ED0336454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98" name="Freeform 215">
                <a:extLst>
                  <a:ext uri="{FF2B5EF4-FFF2-40B4-BE49-F238E27FC236}">
                    <a16:creationId xmlns:a16="http://schemas.microsoft.com/office/drawing/2014/main" id="{EA5BBFDE-4D2A-4F9E-BC5C-BFA0D6796D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9" name="Freeform 216">
                <a:extLst>
                  <a:ext uri="{FF2B5EF4-FFF2-40B4-BE49-F238E27FC236}">
                    <a16:creationId xmlns:a16="http://schemas.microsoft.com/office/drawing/2014/main" id="{8B3DAF5E-75DF-43D9-A547-FA1F42889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0" name="Rectangle 217">
                <a:extLst>
                  <a:ext uri="{FF2B5EF4-FFF2-40B4-BE49-F238E27FC236}">
                    <a16:creationId xmlns:a16="http://schemas.microsoft.com/office/drawing/2014/main" id="{6E03C910-50D5-4B80-BA16-730D259BD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6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01" name="Group 218">
                <a:extLst>
                  <a:ext uri="{FF2B5EF4-FFF2-40B4-BE49-F238E27FC236}">
                    <a16:creationId xmlns:a16="http://schemas.microsoft.com/office/drawing/2014/main" id="{37E35D6E-A48F-4A1F-A54C-9A28C91371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826" name="AutoShape 219">
                  <a:extLst>
                    <a:ext uri="{FF2B5EF4-FFF2-40B4-BE49-F238E27FC236}">
                      <a16:creationId xmlns:a16="http://schemas.microsoft.com/office/drawing/2014/main" id="{0AED5E05-4965-4A0D-B729-1781C077BD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3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27" name="AutoShape 220">
                  <a:extLst>
                    <a:ext uri="{FF2B5EF4-FFF2-40B4-BE49-F238E27FC236}">
                      <a16:creationId xmlns:a16="http://schemas.microsoft.com/office/drawing/2014/main" id="{86763A99-8E62-4BE4-8949-BCF38A0138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02" name="Rectangle 221">
                <a:extLst>
                  <a:ext uri="{FF2B5EF4-FFF2-40B4-BE49-F238E27FC236}">
                    <a16:creationId xmlns:a16="http://schemas.microsoft.com/office/drawing/2014/main" id="{15102664-1C0B-443B-A7C9-023DD4244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16"/>
                <a:ext cx="591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03" name="Group 222">
                <a:extLst>
                  <a:ext uri="{FF2B5EF4-FFF2-40B4-BE49-F238E27FC236}">
                    <a16:creationId xmlns:a16="http://schemas.microsoft.com/office/drawing/2014/main" id="{62539D35-72ED-43EB-8B13-03E794B2E8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824" name="AutoShape 223">
                  <a:extLst>
                    <a:ext uri="{FF2B5EF4-FFF2-40B4-BE49-F238E27FC236}">
                      <a16:creationId xmlns:a16="http://schemas.microsoft.com/office/drawing/2014/main" id="{36B3A58C-443D-4D19-994D-28FE0AB5D4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3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25" name="AutoShape 224">
                  <a:extLst>
                    <a:ext uri="{FF2B5EF4-FFF2-40B4-BE49-F238E27FC236}">
                      <a16:creationId xmlns:a16="http://schemas.microsoft.com/office/drawing/2014/main" id="{6E701389-1B82-4260-9ABF-5C1F7053DE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4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04" name="Rectangle 225">
                <a:extLst>
                  <a:ext uri="{FF2B5EF4-FFF2-40B4-BE49-F238E27FC236}">
                    <a16:creationId xmlns:a16="http://schemas.microsoft.com/office/drawing/2014/main" id="{1F9E53EA-FDAC-4247-BE04-F5D79D86F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60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05" name="Rectangle 226">
                <a:extLst>
                  <a:ext uri="{FF2B5EF4-FFF2-40B4-BE49-F238E27FC236}">
                    <a16:creationId xmlns:a16="http://schemas.microsoft.com/office/drawing/2014/main" id="{A46CC86C-9D79-4A09-B964-5C0B3E21B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7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06" name="Group 227">
                <a:extLst>
                  <a:ext uri="{FF2B5EF4-FFF2-40B4-BE49-F238E27FC236}">
                    <a16:creationId xmlns:a16="http://schemas.microsoft.com/office/drawing/2014/main" id="{07834175-BCEC-438F-AC40-C94D8CAD0C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822" name="AutoShape 228">
                  <a:extLst>
                    <a:ext uri="{FF2B5EF4-FFF2-40B4-BE49-F238E27FC236}">
                      <a16:creationId xmlns:a16="http://schemas.microsoft.com/office/drawing/2014/main" id="{9DEE35C2-6950-4CB8-BE98-EFA9016855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23" name="AutoShape 229">
                  <a:extLst>
                    <a:ext uri="{FF2B5EF4-FFF2-40B4-BE49-F238E27FC236}">
                      <a16:creationId xmlns:a16="http://schemas.microsoft.com/office/drawing/2014/main" id="{65CB555B-2526-4370-9190-4553F48FC8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3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07" name="Freeform 230">
                <a:extLst>
                  <a:ext uri="{FF2B5EF4-FFF2-40B4-BE49-F238E27FC236}">
                    <a16:creationId xmlns:a16="http://schemas.microsoft.com/office/drawing/2014/main" id="{1378D532-8030-4733-B284-4D7DABEE19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808" name="Group 231">
                <a:extLst>
                  <a:ext uri="{FF2B5EF4-FFF2-40B4-BE49-F238E27FC236}">
                    <a16:creationId xmlns:a16="http://schemas.microsoft.com/office/drawing/2014/main" id="{85D1488B-EA84-43EF-BBE5-458B5DA62F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820" name="AutoShape 232">
                  <a:extLst>
                    <a:ext uri="{FF2B5EF4-FFF2-40B4-BE49-F238E27FC236}">
                      <a16:creationId xmlns:a16="http://schemas.microsoft.com/office/drawing/2014/main" id="{D5C0700B-8147-495B-8F36-96A6CECFB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6"/>
                  <a:ext cx="729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21" name="AutoShape 233">
                  <a:extLst>
                    <a:ext uri="{FF2B5EF4-FFF2-40B4-BE49-F238E27FC236}">
                      <a16:creationId xmlns:a16="http://schemas.microsoft.com/office/drawing/2014/main" id="{9A12416E-04E0-4C04-B7D6-1FD840083A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09" name="Rectangle 234">
                <a:extLst>
                  <a:ext uri="{FF2B5EF4-FFF2-40B4-BE49-F238E27FC236}">
                    <a16:creationId xmlns:a16="http://schemas.microsoft.com/office/drawing/2014/main" id="{902374B2-415F-405C-A43C-047808905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89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10" name="Freeform 235">
                <a:extLst>
                  <a:ext uri="{FF2B5EF4-FFF2-40B4-BE49-F238E27FC236}">
                    <a16:creationId xmlns:a16="http://schemas.microsoft.com/office/drawing/2014/main" id="{E1DE2B04-93BF-4F40-9012-208A72C89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1" name="Freeform 236">
                <a:extLst>
                  <a:ext uri="{FF2B5EF4-FFF2-40B4-BE49-F238E27FC236}">
                    <a16:creationId xmlns:a16="http://schemas.microsoft.com/office/drawing/2014/main" id="{7428651B-E379-4CE1-8737-1563AE8F8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2" name="Oval 237">
                <a:extLst>
                  <a:ext uri="{FF2B5EF4-FFF2-40B4-BE49-F238E27FC236}">
                    <a16:creationId xmlns:a16="http://schemas.microsoft.com/office/drawing/2014/main" id="{D3A21BA0-317D-43BB-8090-12B3E34025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1"/>
                <a:ext cx="46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13" name="Freeform 238">
                <a:extLst>
                  <a:ext uri="{FF2B5EF4-FFF2-40B4-BE49-F238E27FC236}">
                    <a16:creationId xmlns:a16="http://schemas.microsoft.com/office/drawing/2014/main" id="{396790EB-CF2D-41EA-B430-75A477244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4" name="AutoShape 239">
                <a:extLst>
                  <a:ext uri="{FF2B5EF4-FFF2-40B4-BE49-F238E27FC236}">
                    <a16:creationId xmlns:a16="http://schemas.microsoft.com/office/drawing/2014/main" id="{365F4658-E48D-494B-8497-BC8B31524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9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15" name="AutoShape 240">
                <a:extLst>
                  <a:ext uri="{FF2B5EF4-FFF2-40B4-BE49-F238E27FC236}">
                    <a16:creationId xmlns:a16="http://schemas.microsoft.com/office/drawing/2014/main" id="{870FB798-9A2E-4474-9852-2C4960611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16" name="Oval 241">
                <a:extLst>
                  <a:ext uri="{FF2B5EF4-FFF2-40B4-BE49-F238E27FC236}">
                    <a16:creationId xmlns:a16="http://schemas.microsoft.com/office/drawing/2014/main" id="{83F1F8DD-8363-43B1-B4A5-8644A9F79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6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17" name="Oval 242">
                <a:extLst>
                  <a:ext uri="{FF2B5EF4-FFF2-40B4-BE49-F238E27FC236}">
                    <a16:creationId xmlns:a16="http://schemas.microsoft.com/office/drawing/2014/main" id="{F7792ACE-78B5-48BC-8B20-4034D2D6B8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6"/>
                <a:ext cx="156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818" name="Oval 243">
                <a:extLst>
                  <a:ext uri="{FF2B5EF4-FFF2-40B4-BE49-F238E27FC236}">
                    <a16:creationId xmlns:a16="http://schemas.microsoft.com/office/drawing/2014/main" id="{899CAAAB-82FE-4809-BF32-A0876FF62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19" name="Rectangle 244">
                <a:extLst>
                  <a:ext uri="{FF2B5EF4-FFF2-40B4-BE49-F238E27FC236}">
                    <a16:creationId xmlns:a16="http://schemas.microsoft.com/office/drawing/2014/main" id="{F48358BC-4058-4BFD-BDCC-BBEAA7059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7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730" name="Group 245">
              <a:extLst>
                <a:ext uri="{FF2B5EF4-FFF2-40B4-BE49-F238E27FC236}">
                  <a16:creationId xmlns:a16="http://schemas.microsoft.com/office/drawing/2014/main" id="{D76439C8-542C-4D5F-9364-AB968ED43F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6988" y="968375"/>
              <a:ext cx="390525" cy="641350"/>
              <a:chOff x="4140" y="429"/>
              <a:chExt cx="1425" cy="2396"/>
            </a:xfrm>
          </p:grpSpPr>
          <p:sp>
            <p:nvSpPr>
              <p:cNvPr id="29764" name="Freeform 246">
                <a:extLst>
                  <a:ext uri="{FF2B5EF4-FFF2-40B4-BE49-F238E27FC236}">
                    <a16:creationId xmlns:a16="http://schemas.microsoft.com/office/drawing/2014/main" id="{D49B7437-E9F0-4D42-B8D6-00E58B55F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5" name="Rectangle 247">
                <a:extLst>
                  <a:ext uri="{FF2B5EF4-FFF2-40B4-BE49-F238E27FC236}">
                    <a16:creationId xmlns:a16="http://schemas.microsoft.com/office/drawing/2014/main" id="{D4E9C2E2-3F91-49C7-9DE0-4F1A3209D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66" name="Freeform 248">
                <a:extLst>
                  <a:ext uri="{FF2B5EF4-FFF2-40B4-BE49-F238E27FC236}">
                    <a16:creationId xmlns:a16="http://schemas.microsoft.com/office/drawing/2014/main" id="{60234953-5255-4E7F-9C74-96EEFFD87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7" name="Freeform 249">
                <a:extLst>
                  <a:ext uri="{FF2B5EF4-FFF2-40B4-BE49-F238E27FC236}">
                    <a16:creationId xmlns:a16="http://schemas.microsoft.com/office/drawing/2014/main" id="{3FF594C9-9CF4-4EA2-9340-AE3F89E2C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8" name="Rectangle 250">
                <a:extLst>
                  <a:ext uri="{FF2B5EF4-FFF2-40B4-BE49-F238E27FC236}">
                    <a16:creationId xmlns:a16="http://schemas.microsoft.com/office/drawing/2014/main" id="{0624B8D4-AEDE-4DF4-853A-DD649A995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6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769" name="Group 251">
                <a:extLst>
                  <a:ext uri="{FF2B5EF4-FFF2-40B4-BE49-F238E27FC236}">
                    <a16:creationId xmlns:a16="http://schemas.microsoft.com/office/drawing/2014/main" id="{827F0BBE-6BC9-4D0E-B4E6-4979A1291E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794" name="AutoShape 252">
                  <a:extLst>
                    <a:ext uri="{FF2B5EF4-FFF2-40B4-BE49-F238E27FC236}">
                      <a16:creationId xmlns:a16="http://schemas.microsoft.com/office/drawing/2014/main" id="{842DEE07-5E91-4D4B-B73C-20B3F6E24A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3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795" name="AutoShape 253">
                  <a:extLst>
                    <a:ext uri="{FF2B5EF4-FFF2-40B4-BE49-F238E27FC236}">
                      <a16:creationId xmlns:a16="http://schemas.microsoft.com/office/drawing/2014/main" id="{22DE9EE8-4EC7-45F5-9CB5-CD3C362B55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770" name="Rectangle 254">
                <a:extLst>
                  <a:ext uri="{FF2B5EF4-FFF2-40B4-BE49-F238E27FC236}">
                    <a16:creationId xmlns:a16="http://schemas.microsoft.com/office/drawing/2014/main" id="{E4DA6093-0EAA-4CDF-82EF-D0E57A7F2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16"/>
                <a:ext cx="591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771" name="Group 255">
                <a:extLst>
                  <a:ext uri="{FF2B5EF4-FFF2-40B4-BE49-F238E27FC236}">
                    <a16:creationId xmlns:a16="http://schemas.microsoft.com/office/drawing/2014/main" id="{CD235E86-8B8D-43AD-8DEC-078B39DDB8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792" name="AutoShape 256">
                  <a:extLst>
                    <a:ext uri="{FF2B5EF4-FFF2-40B4-BE49-F238E27FC236}">
                      <a16:creationId xmlns:a16="http://schemas.microsoft.com/office/drawing/2014/main" id="{7E9D7222-7DD4-4822-8A2E-5C1C1DD4A5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3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793" name="AutoShape 257">
                  <a:extLst>
                    <a:ext uri="{FF2B5EF4-FFF2-40B4-BE49-F238E27FC236}">
                      <a16:creationId xmlns:a16="http://schemas.microsoft.com/office/drawing/2014/main" id="{ED445D6D-0778-4B50-BF06-F0147F1C77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4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772" name="Rectangle 258">
                <a:extLst>
                  <a:ext uri="{FF2B5EF4-FFF2-40B4-BE49-F238E27FC236}">
                    <a16:creationId xmlns:a16="http://schemas.microsoft.com/office/drawing/2014/main" id="{D8392E81-3C70-445C-8ED7-E0888267F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60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73" name="Rectangle 259">
                <a:extLst>
                  <a:ext uri="{FF2B5EF4-FFF2-40B4-BE49-F238E27FC236}">
                    <a16:creationId xmlns:a16="http://schemas.microsoft.com/office/drawing/2014/main" id="{35C1752B-CA1C-4C9D-8C95-B39011101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7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774" name="Group 260">
                <a:extLst>
                  <a:ext uri="{FF2B5EF4-FFF2-40B4-BE49-F238E27FC236}">
                    <a16:creationId xmlns:a16="http://schemas.microsoft.com/office/drawing/2014/main" id="{85F43A92-4C89-4437-B9B6-A31701D569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790" name="AutoShape 261">
                  <a:extLst>
                    <a:ext uri="{FF2B5EF4-FFF2-40B4-BE49-F238E27FC236}">
                      <a16:creationId xmlns:a16="http://schemas.microsoft.com/office/drawing/2014/main" id="{6B2ACB5A-9E9D-495B-A66D-ED93725631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791" name="AutoShape 262">
                  <a:extLst>
                    <a:ext uri="{FF2B5EF4-FFF2-40B4-BE49-F238E27FC236}">
                      <a16:creationId xmlns:a16="http://schemas.microsoft.com/office/drawing/2014/main" id="{74405C58-984E-4F27-919A-4FE22D5774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3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775" name="Freeform 263">
                <a:extLst>
                  <a:ext uri="{FF2B5EF4-FFF2-40B4-BE49-F238E27FC236}">
                    <a16:creationId xmlns:a16="http://schemas.microsoft.com/office/drawing/2014/main" id="{81D8B3A8-49F9-472F-BD8A-DC4D7EB18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776" name="Group 264">
                <a:extLst>
                  <a:ext uri="{FF2B5EF4-FFF2-40B4-BE49-F238E27FC236}">
                    <a16:creationId xmlns:a16="http://schemas.microsoft.com/office/drawing/2014/main" id="{0F1D6D53-11AC-4978-AC52-B04AFC8E3E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788" name="AutoShape 265">
                  <a:extLst>
                    <a:ext uri="{FF2B5EF4-FFF2-40B4-BE49-F238E27FC236}">
                      <a16:creationId xmlns:a16="http://schemas.microsoft.com/office/drawing/2014/main" id="{BB6E15B0-15BA-4702-B45B-4D13058863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6"/>
                  <a:ext cx="729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789" name="AutoShape 266">
                  <a:extLst>
                    <a:ext uri="{FF2B5EF4-FFF2-40B4-BE49-F238E27FC236}">
                      <a16:creationId xmlns:a16="http://schemas.microsoft.com/office/drawing/2014/main" id="{23EF6038-8EDB-464D-B1AB-B927E8F877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777" name="Rectangle 267">
                <a:extLst>
                  <a:ext uri="{FF2B5EF4-FFF2-40B4-BE49-F238E27FC236}">
                    <a16:creationId xmlns:a16="http://schemas.microsoft.com/office/drawing/2014/main" id="{14EBFDFC-F25A-4389-961E-A5348C3D2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89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78" name="Freeform 268">
                <a:extLst>
                  <a:ext uri="{FF2B5EF4-FFF2-40B4-BE49-F238E27FC236}">
                    <a16:creationId xmlns:a16="http://schemas.microsoft.com/office/drawing/2014/main" id="{8B22FBD4-EB1C-4437-A7D2-5D796C770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9" name="Freeform 269">
                <a:extLst>
                  <a:ext uri="{FF2B5EF4-FFF2-40B4-BE49-F238E27FC236}">
                    <a16:creationId xmlns:a16="http://schemas.microsoft.com/office/drawing/2014/main" id="{F6B6AA3D-54F1-40C3-A1CE-053BACA3B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0" name="Oval 270">
                <a:extLst>
                  <a:ext uri="{FF2B5EF4-FFF2-40B4-BE49-F238E27FC236}">
                    <a16:creationId xmlns:a16="http://schemas.microsoft.com/office/drawing/2014/main" id="{3BEFB6F4-7CBD-4EB7-A8B4-0E8CAF511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1"/>
                <a:ext cx="46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81" name="Freeform 271">
                <a:extLst>
                  <a:ext uri="{FF2B5EF4-FFF2-40B4-BE49-F238E27FC236}">
                    <a16:creationId xmlns:a16="http://schemas.microsoft.com/office/drawing/2014/main" id="{04C83289-E64C-42BE-AACA-32F118AB4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2" name="AutoShape 272">
                <a:extLst>
                  <a:ext uri="{FF2B5EF4-FFF2-40B4-BE49-F238E27FC236}">
                    <a16:creationId xmlns:a16="http://schemas.microsoft.com/office/drawing/2014/main" id="{6A8B4B85-4D08-43BE-866F-AF11CDE1B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9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83" name="AutoShape 273">
                <a:extLst>
                  <a:ext uri="{FF2B5EF4-FFF2-40B4-BE49-F238E27FC236}">
                    <a16:creationId xmlns:a16="http://schemas.microsoft.com/office/drawing/2014/main" id="{3EAFB3D3-5353-4EBA-98AE-804D37C9D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84" name="Oval 274">
                <a:extLst>
                  <a:ext uri="{FF2B5EF4-FFF2-40B4-BE49-F238E27FC236}">
                    <a16:creationId xmlns:a16="http://schemas.microsoft.com/office/drawing/2014/main" id="{0A15AD7D-151B-4877-A5B2-A23D7C838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6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85" name="Oval 275">
                <a:extLst>
                  <a:ext uri="{FF2B5EF4-FFF2-40B4-BE49-F238E27FC236}">
                    <a16:creationId xmlns:a16="http://schemas.microsoft.com/office/drawing/2014/main" id="{568BFF88-B373-469E-AB91-1A9976490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6"/>
                <a:ext cx="156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86" name="Oval 276">
                <a:extLst>
                  <a:ext uri="{FF2B5EF4-FFF2-40B4-BE49-F238E27FC236}">
                    <a16:creationId xmlns:a16="http://schemas.microsoft.com/office/drawing/2014/main" id="{B6C6CBCB-D18D-4DCD-AB8F-2F91ED9000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87" name="Rectangle 277">
                <a:extLst>
                  <a:ext uri="{FF2B5EF4-FFF2-40B4-BE49-F238E27FC236}">
                    <a16:creationId xmlns:a16="http://schemas.microsoft.com/office/drawing/2014/main" id="{D1A0296B-6B43-49A2-8ED2-0E8014A67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7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731" name="Group 311">
              <a:extLst>
                <a:ext uri="{FF2B5EF4-FFF2-40B4-BE49-F238E27FC236}">
                  <a16:creationId xmlns:a16="http://schemas.microsoft.com/office/drawing/2014/main" id="{7FCEAD2C-3EA4-4B61-88D9-A5BA1D5638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963" y="2220913"/>
              <a:ext cx="390525" cy="641350"/>
              <a:chOff x="4140" y="429"/>
              <a:chExt cx="1425" cy="2396"/>
            </a:xfrm>
          </p:grpSpPr>
          <p:sp>
            <p:nvSpPr>
              <p:cNvPr id="29732" name="Freeform 312">
                <a:extLst>
                  <a:ext uri="{FF2B5EF4-FFF2-40B4-BE49-F238E27FC236}">
                    <a16:creationId xmlns:a16="http://schemas.microsoft.com/office/drawing/2014/main" id="{14B08CC5-3497-457D-89C4-B29A0C3B2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3" name="Rectangle 313">
                <a:extLst>
                  <a:ext uri="{FF2B5EF4-FFF2-40B4-BE49-F238E27FC236}">
                    <a16:creationId xmlns:a16="http://schemas.microsoft.com/office/drawing/2014/main" id="{F395AA7D-83B4-4C13-B7FD-F1A131510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34" name="Freeform 314">
                <a:extLst>
                  <a:ext uri="{FF2B5EF4-FFF2-40B4-BE49-F238E27FC236}">
                    <a16:creationId xmlns:a16="http://schemas.microsoft.com/office/drawing/2014/main" id="{383A6B8C-491A-4F51-9219-91AF0A9A62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5" name="Freeform 315">
                <a:extLst>
                  <a:ext uri="{FF2B5EF4-FFF2-40B4-BE49-F238E27FC236}">
                    <a16:creationId xmlns:a16="http://schemas.microsoft.com/office/drawing/2014/main" id="{7E898862-9FE3-45FB-9502-A38AA3A94A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6" name="Rectangle 316">
                <a:extLst>
                  <a:ext uri="{FF2B5EF4-FFF2-40B4-BE49-F238E27FC236}">
                    <a16:creationId xmlns:a16="http://schemas.microsoft.com/office/drawing/2014/main" id="{ED607B41-263B-40AC-AA5F-CE73A9B48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6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737" name="Group 317">
                <a:extLst>
                  <a:ext uri="{FF2B5EF4-FFF2-40B4-BE49-F238E27FC236}">
                    <a16:creationId xmlns:a16="http://schemas.microsoft.com/office/drawing/2014/main" id="{9F2CFA73-BF74-461F-826E-F9603454D5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762" name="AutoShape 318">
                  <a:extLst>
                    <a:ext uri="{FF2B5EF4-FFF2-40B4-BE49-F238E27FC236}">
                      <a16:creationId xmlns:a16="http://schemas.microsoft.com/office/drawing/2014/main" id="{B7435051-DD48-4D54-8788-DD7881CCF3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3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763" name="AutoShape 319">
                  <a:extLst>
                    <a:ext uri="{FF2B5EF4-FFF2-40B4-BE49-F238E27FC236}">
                      <a16:creationId xmlns:a16="http://schemas.microsoft.com/office/drawing/2014/main" id="{F61131CD-99BC-49D7-A6FA-FF3BEE3E8C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738" name="Rectangle 320">
                <a:extLst>
                  <a:ext uri="{FF2B5EF4-FFF2-40B4-BE49-F238E27FC236}">
                    <a16:creationId xmlns:a16="http://schemas.microsoft.com/office/drawing/2014/main" id="{D9C9252E-ECCC-4BE4-A83B-D6C71AAB2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16"/>
                <a:ext cx="591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739" name="Group 321">
                <a:extLst>
                  <a:ext uri="{FF2B5EF4-FFF2-40B4-BE49-F238E27FC236}">
                    <a16:creationId xmlns:a16="http://schemas.microsoft.com/office/drawing/2014/main" id="{01E813D0-BDFC-4947-AD9C-A6048C2638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760" name="AutoShape 322">
                  <a:extLst>
                    <a:ext uri="{FF2B5EF4-FFF2-40B4-BE49-F238E27FC236}">
                      <a16:creationId xmlns:a16="http://schemas.microsoft.com/office/drawing/2014/main" id="{285DF0C1-6B26-462E-9BC7-F1ABF215DA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3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761" name="AutoShape 323">
                  <a:extLst>
                    <a:ext uri="{FF2B5EF4-FFF2-40B4-BE49-F238E27FC236}">
                      <a16:creationId xmlns:a16="http://schemas.microsoft.com/office/drawing/2014/main" id="{6ADB2BE6-E693-456F-AAA3-65935F56AD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4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740" name="Rectangle 324">
                <a:extLst>
                  <a:ext uri="{FF2B5EF4-FFF2-40B4-BE49-F238E27FC236}">
                    <a16:creationId xmlns:a16="http://schemas.microsoft.com/office/drawing/2014/main" id="{75E6A6AD-CD94-45CB-8D2C-F9D6AFB96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60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41" name="Rectangle 325">
                <a:extLst>
                  <a:ext uri="{FF2B5EF4-FFF2-40B4-BE49-F238E27FC236}">
                    <a16:creationId xmlns:a16="http://schemas.microsoft.com/office/drawing/2014/main" id="{DF20C337-F89C-47E9-B045-79C20B0E9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7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742" name="Group 326">
                <a:extLst>
                  <a:ext uri="{FF2B5EF4-FFF2-40B4-BE49-F238E27FC236}">
                    <a16:creationId xmlns:a16="http://schemas.microsoft.com/office/drawing/2014/main" id="{847B50F9-D231-474E-8757-837AD9C1C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758" name="AutoShape 327">
                  <a:extLst>
                    <a:ext uri="{FF2B5EF4-FFF2-40B4-BE49-F238E27FC236}">
                      <a16:creationId xmlns:a16="http://schemas.microsoft.com/office/drawing/2014/main" id="{BF8A976D-044B-4480-8C1C-DD44F74DD4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759" name="AutoShape 328">
                  <a:extLst>
                    <a:ext uri="{FF2B5EF4-FFF2-40B4-BE49-F238E27FC236}">
                      <a16:creationId xmlns:a16="http://schemas.microsoft.com/office/drawing/2014/main" id="{97376C5F-4ED6-44E6-BD31-D2AED400A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3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743" name="Freeform 329">
                <a:extLst>
                  <a:ext uri="{FF2B5EF4-FFF2-40B4-BE49-F238E27FC236}">
                    <a16:creationId xmlns:a16="http://schemas.microsoft.com/office/drawing/2014/main" id="{765174F8-4D77-42EB-BFAA-A4F92F08C9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744" name="Group 330">
                <a:extLst>
                  <a:ext uri="{FF2B5EF4-FFF2-40B4-BE49-F238E27FC236}">
                    <a16:creationId xmlns:a16="http://schemas.microsoft.com/office/drawing/2014/main" id="{53FFF57D-73F5-4504-AD4A-873FB79B0C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756" name="AutoShape 331">
                  <a:extLst>
                    <a:ext uri="{FF2B5EF4-FFF2-40B4-BE49-F238E27FC236}">
                      <a16:creationId xmlns:a16="http://schemas.microsoft.com/office/drawing/2014/main" id="{18A23DB6-C513-48DD-A2C0-94A7CF0F37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6"/>
                  <a:ext cx="729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757" name="AutoShape 332">
                  <a:extLst>
                    <a:ext uri="{FF2B5EF4-FFF2-40B4-BE49-F238E27FC236}">
                      <a16:creationId xmlns:a16="http://schemas.microsoft.com/office/drawing/2014/main" id="{B8CBC8D4-7D6B-41FD-9CF1-5771CBE206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745" name="Rectangle 333">
                <a:extLst>
                  <a:ext uri="{FF2B5EF4-FFF2-40B4-BE49-F238E27FC236}">
                    <a16:creationId xmlns:a16="http://schemas.microsoft.com/office/drawing/2014/main" id="{F4F94A78-B7AA-4B49-9E8A-43ABA012D9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89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46" name="Freeform 334">
                <a:extLst>
                  <a:ext uri="{FF2B5EF4-FFF2-40B4-BE49-F238E27FC236}">
                    <a16:creationId xmlns:a16="http://schemas.microsoft.com/office/drawing/2014/main" id="{C73DD7BB-3C46-4095-B34D-19A502F4C5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7" name="Freeform 335">
                <a:extLst>
                  <a:ext uri="{FF2B5EF4-FFF2-40B4-BE49-F238E27FC236}">
                    <a16:creationId xmlns:a16="http://schemas.microsoft.com/office/drawing/2014/main" id="{10F3401E-5D29-41FB-8AFF-7C814E75D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8" name="Oval 336">
                <a:extLst>
                  <a:ext uri="{FF2B5EF4-FFF2-40B4-BE49-F238E27FC236}">
                    <a16:creationId xmlns:a16="http://schemas.microsoft.com/office/drawing/2014/main" id="{0E1E6CCC-A202-4D59-9CA0-E41CF951D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1"/>
                <a:ext cx="46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49" name="Freeform 337">
                <a:extLst>
                  <a:ext uri="{FF2B5EF4-FFF2-40B4-BE49-F238E27FC236}">
                    <a16:creationId xmlns:a16="http://schemas.microsoft.com/office/drawing/2014/main" id="{54BCCDAB-DFF8-45CD-A347-7FAF53DF1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0" name="AutoShape 338">
                <a:extLst>
                  <a:ext uri="{FF2B5EF4-FFF2-40B4-BE49-F238E27FC236}">
                    <a16:creationId xmlns:a16="http://schemas.microsoft.com/office/drawing/2014/main" id="{1A21DE60-AA2A-4F95-8071-48555401E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9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51" name="AutoShape 339">
                <a:extLst>
                  <a:ext uri="{FF2B5EF4-FFF2-40B4-BE49-F238E27FC236}">
                    <a16:creationId xmlns:a16="http://schemas.microsoft.com/office/drawing/2014/main" id="{9B5BF2F3-7CF2-4FDD-9A42-1B2F24BC5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52" name="Oval 340">
                <a:extLst>
                  <a:ext uri="{FF2B5EF4-FFF2-40B4-BE49-F238E27FC236}">
                    <a16:creationId xmlns:a16="http://schemas.microsoft.com/office/drawing/2014/main" id="{0CACB78A-118B-44BE-BF04-88A0B1556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6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53" name="Oval 341">
                <a:extLst>
                  <a:ext uri="{FF2B5EF4-FFF2-40B4-BE49-F238E27FC236}">
                    <a16:creationId xmlns:a16="http://schemas.microsoft.com/office/drawing/2014/main" id="{0CD1509B-A947-4B7F-8768-36E8F2A0A4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6"/>
                <a:ext cx="156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54" name="Oval 342">
                <a:extLst>
                  <a:ext uri="{FF2B5EF4-FFF2-40B4-BE49-F238E27FC236}">
                    <a16:creationId xmlns:a16="http://schemas.microsoft.com/office/drawing/2014/main" id="{2626797D-DD69-4646-A5D4-6C9CCAC7F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55" name="Rectangle 343">
                <a:extLst>
                  <a:ext uri="{FF2B5EF4-FFF2-40B4-BE49-F238E27FC236}">
                    <a16:creationId xmlns:a16="http://schemas.microsoft.com/office/drawing/2014/main" id="{5FEDFC7A-5EA3-4DBE-80D1-A1A54E4F6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7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9702" name="Slide Number Placeholder 3">
            <a:extLst>
              <a:ext uri="{FF2B5EF4-FFF2-40B4-BE49-F238E27FC236}">
                <a16:creationId xmlns:a16="http://schemas.microsoft.com/office/drawing/2014/main" id="{31EC7701-5598-45F1-8224-DD465266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C2D2A585-D35B-48A8-84C5-331E347BC5FF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70" name="Rectangle 67">
            <a:extLst>
              <a:ext uri="{FF2B5EF4-FFF2-40B4-BE49-F238E27FC236}">
                <a16:creationId xmlns:a16="http://schemas.microsoft.com/office/drawing/2014/main" id="{02434252-F0C3-4CE4-B45E-2E865AC0C23A}"/>
              </a:ext>
            </a:extLst>
          </p:cNvPr>
          <p:cNvSpPr txBox="1">
            <a:spLocks noChangeArrowheads="1"/>
          </p:cNvSpPr>
          <p:nvPr/>
        </p:nvSpPr>
        <p:spPr>
          <a:xfrm>
            <a:off x="501650" y="1655763"/>
            <a:ext cx="3565525" cy="1198562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host at </a:t>
            </a:r>
            <a:r>
              <a:rPr lang="en-US" kern="0" dirty="0">
                <a:solidFill>
                  <a:srgbClr val="FF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cis.poly.edu</a:t>
            </a:r>
            <a:r>
              <a:rPr lang="en-US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 wants IP address for </a:t>
            </a:r>
            <a:r>
              <a:rPr lang="en-US" kern="0" dirty="0">
                <a:solidFill>
                  <a:srgbClr val="FF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robot.umass.edu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73" descr="underline_base">
            <a:extLst>
              <a:ext uri="{FF2B5EF4-FFF2-40B4-BE49-F238E27FC236}">
                <a16:creationId xmlns:a16="http://schemas.microsoft.com/office/drawing/2014/main" id="{3028E3CD-2369-463F-A246-03BB88C7942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87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Rectangle 66">
            <a:extLst>
              <a:ext uri="{FF2B5EF4-FFF2-40B4-BE49-F238E27FC236}">
                <a16:creationId xmlns:a16="http://schemas.microsoft.com/office/drawing/2014/main" id="{237E6761-23B4-4F50-BF64-DF19FBAA17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17488"/>
            <a:ext cx="4910138" cy="11430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z="3600"/>
              <a:t>DNS name </a:t>
            </a:r>
            <a:br>
              <a:rPr lang="en-US" altLang="en-US" sz="3600"/>
            </a:br>
            <a:r>
              <a:rPr lang="en-US" altLang="en-US" sz="3600"/>
              <a:t>resolution approaches</a:t>
            </a:r>
          </a:p>
        </p:txBody>
      </p:sp>
      <p:sp>
        <p:nvSpPr>
          <p:cNvPr id="31748" name="Rectangle 69">
            <a:extLst>
              <a:ext uri="{FF2B5EF4-FFF2-40B4-BE49-F238E27FC236}">
                <a16:creationId xmlns:a16="http://schemas.microsoft.com/office/drawing/2014/main" id="{9FA4D531-E1D0-4795-8CB2-62C87A6C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1806575"/>
            <a:ext cx="3478212" cy="261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en-US" sz="2400" i="1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Iterated Query:</a:t>
            </a:r>
          </a:p>
          <a:p>
            <a:pPr>
              <a:lnSpc>
                <a:spcPct val="100000"/>
              </a:lnSpc>
              <a:spcBef>
                <a:spcPts val="1200"/>
              </a:spcBef>
              <a:buSzPct val="75000"/>
            </a:pP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contacted server replies with name of server to contact</a:t>
            </a:r>
          </a:p>
          <a:p>
            <a:pPr>
              <a:lnSpc>
                <a:spcPct val="100000"/>
              </a:lnSpc>
              <a:spcBef>
                <a:spcPts val="1200"/>
              </a:spcBef>
              <a:buSzPct val="75000"/>
              <a:buFontTx/>
              <a:buNone/>
            </a:pPr>
            <a:r>
              <a:rPr lang="en-US" altLang="ja-JP" sz="2200" i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ja-JP" altLang="en-US" sz="2200" i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 </a:t>
            </a:r>
            <a:r>
              <a:rPr lang="en-US" altLang="ja-JP" sz="2200" i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don</a:t>
            </a:r>
            <a:r>
              <a:rPr lang="ja-JP" altLang="en-US" sz="2200" i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altLang="ja-JP" sz="2200" i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 know this name, but ask this server</a:t>
            </a:r>
            <a:r>
              <a:rPr lang="ja-JP" altLang="en-US" sz="2200" i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altLang="en-US" sz="2200" i="1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1749" name="Group 169">
            <a:extLst>
              <a:ext uri="{FF2B5EF4-FFF2-40B4-BE49-F238E27FC236}">
                <a16:creationId xmlns:a16="http://schemas.microsoft.com/office/drawing/2014/main" id="{ADC7172D-AFA4-4203-A215-DA4B68E263DD}"/>
              </a:ext>
            </a:extLst>
          </p:cNvPr>
          <p:cNvGrpSpPr>
            <a:grpSpLocks/>
          </p:cNvGrpSpPr>
          <p:nvPr/>
        </p:nvGrpSpPr>
        <p:grpSpPr bwMode="auto">
          <a:xfrm>
            <a:off x="4179888" y="481013"/>
            <a:ext cx="4570412" cy="5632450"/>
            <a:chOff x="4179888" y="481013"/>
            <a:chExt cx="4570412" cy="5632866"/>
          </a:xfrm>
        </p:grpSpPr>
        <p:sp>
          <p:nvSpPr>
            <p:cNvPr id="31753" name="Text Box 5">
              <a:extLst>
                <a:ext uri="{FF2B5EF4-FFF2-40B4-BE49-F238E27FC236}">
                  <a16:creationId xmlns:a16="http://schemas.microsoft.com/office/drawing/2014/main" id="{80B8236C-6581-41EA-AE39-A301ABA48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875" y="4881563"/>
              <a:ext cx="1746250" cy="611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requesting host</a:t>
              </a:r>
              <a:endParaRPr lang="en-US" altLang="en-US" sz="24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FF0000"/>
                  </a:solidFill>
                  <a:latin typeface="Arial" panose="020B0604020202020204" pitchFamily="34" charset="0"/>
                </a:rPr>
                <a:t>cis.poly.edu</a:t>
              </a:r>
            </a:p>
          </p:txBody>
        </p:sp>
        <p:sp>
          <p:nvSpPr>
            <p:cNvPr id="31754" name="Text Box 6">
              <a:extLst>
                <a:ext uri="{FF2B5EF4-FFF2-40B4-BE49-F238E27FC236}">
                  <a16:creationId xmlns:a16="http://schemas.microsoft.com/office/drawing/2014/main" id="{E5932C59-991B-4EDE-B71D-E2B96E61E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415" y="5775325"/>
              <a:ext cx="17139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FF0000"/>
                  </a:solidFill>
                  <a:latin typeface="Arial" panose="020B0604020202020204" pitchFamily="34" charset="0"/>
                </a:rPr>
                <a:t>robot.umass.edu</a:t>
              </a:r>
            </a:p>
          </p:txBody>
        </p:sp>
        <p:sp>
          <p:nvSpPr>
            <p:cNvPr id="31755" name="Text Box 17">
              <a:extLst>
                <a:ext uri="{FF2B5EF4-FFF2-40B4-BE49-F238E27FC236}">
                  <a16:creationId xmlns:a16="http://schemas.microsoft.com/office/drawing/2014/main" id="{1A6004FF-5469-4075-AD5F-9C296B9DA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481013"/>
              <a:ext cx="20113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root DNS server</a:t>
              </a:r>
              <a:endParaRPr lang="en-US" altLang="en-US" sz="1600">
                <a:latin typeface="Arial" panose="020B0604020202020204" pitchFamily="34" charset="0"/>
              </a:endParaRPr>
            </a:p>
          </p:txBody>
        </p:sp>
        <p:sp>
          <p:nvSpPr>
            <p:cNvPr id="31756" name="Line 18">
              <a:extLst>
                <a:ext uri="{FF2B5EF4-FFF2-40B4-BE49-F238E27FC236}">
                  <a16:creationId xmlns:a16="http://schemas.microsoft.com/office/drawing/2014/main" id="{C77DE848-5BD6-4170-8E67-385D382A65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86375" y="2916238"/>
              <a:ext cx="0" cy="131445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7" name="Line 19">
              <a:extLst>
                <a:ext uri="{FF2B5EF4-FFF2-40B4-BE49-F238E27FC236}">
                  <a16:creationId xmlns:a16="http://schemas.microsoft.com/office/drawing/2014/main" id="{EC3F8008-E477-4518-BB85-CA53FE3A3D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00675" y="1220788"/>
              <a:ext cx="914400" cy="97155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8" name="Line 20">
              <a:extLst>
                <a:ext uri="{FF2B5EF4-FFF2-40B4-BE49-F238E27FC236}">
                  <a16:creationId xmlns:a16="http://schemas.microsoft.com/office/drawing/2014/main" id="{2709F802-28CA-49C2-836A-0EAEAA95F8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86425" y="2382838"/>
              <a:ext cx="1485900" cy="952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9" name="Line 21">
              <a:extLst>
                <a:ext uri="{FF2B5EF4-FFF2-40B4-BE49-F238E27FC236}">
                  <a16:creationId xmlns:a16="http://schemas.microsoft.com/office/drawing/2014/main" id="{1D0CA9C5-8B5A-4273-A033-91680CD13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86425" y="2554288"/>
              <a:ext cx="141922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0" name="Line 22">
              <a:extLst>
                <a:ext uri="{FF2B5EF4-FFF2-40B4-BE49-F238E27FC236}">
                  <a16:creationId xmlns:a16="http://schemas.microsoft.com/office/drawing/2014/main" id="{058ED806-A74D-4454-81F4-9B166390EA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10225" y="1449388"/>
              <a:ext cx="733425" cy="7620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1" name="Line 23">
              <a:extLst>
                <a:ext uri="{FF2B5EF4-FFF2-40B4-BE49-F238E27FC236}">
                  <a16:creationId xmlns:a16="http://schemas.microsoft.com/office/drawing/2014/main" id="{A498BD8B-898B-446D-80D6-E2CBCC0BA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6875" y="2933700"/>
              <a:ext cx="9525" cy="132397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762" name="Group 24">
              <a:extLst>
                <a:ext uri="{FF2B5EF4-FFF2-40B4-BE49-F238E27FC236}">
                  <a16:creationId xmlns:a16="http://schemas.microsoft.com/office/drawing/2014/main" id="{24F9E4AB-C996-43D9-908E-390D7056D1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9888" y="3062288"/>
              <a:ext cx="1898650" cy="611187"/>
              <a:chOff x="2831" y="2132"/>
              <a:chExt cx="1196" cy="385"/>
            </a:xfrm>
          </p:grpSpPr>
          <p:sp>
            <p:nvSpPr>
              <p:cNvPr id="31912" name="Rectangle 25">
                <a:extLst>
                  <a:ext uri="{FF2B5EF4-FFF2-40B4-BE49-F238E27FC236}">
                    <a16:creationId xmlns:a16="http://schemas.microsoft.com/office/drawing/2014/main" id="{74005A06-62C8-47F8-A48F-E7052FA19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178"/>
                <a:ext cx="1182" cy="3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13" name="Text Box 26">
                <a:extLst>
                  <a:ext uri="{FF2B5EF4-FFF2-40B4-BE49-F238E27FC236}">
                    <a16:creationId xmlns:a16="http://schemas.microsoft.com/office/drawing/2014/main" id="{9322740C-9101-4F19-A7A6-F19BE57A5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1" y="2132"/>
                <a:ext cx="1196" cy="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</a:rPr>
                  <a:t>local DNS server</a:t>
                </a:r>
                <a:endParaRPr lang="en-US" altLang="en-US" sz="2400">
                  <a:latin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i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dns.poly.edu</a:t>
                </a:r>
              </a:p>
            </p:txBody>
          </p:sp>
        </p:grpSp>
        <p:sp>
          <p:nvSpPr>
            <p:cNvPr id="31763" name="Text Box 27">
              <a:extLst>
                <a:ext uri="{FF2B5EF4-FFF2-40B4-BE49-F238E27FC236}">
                  <a16:creationId xmlns:a16="http://schemas.microsoft.com/office/drawing/2014/main" id="{97D0EA93-912D-4FF9-8E1C-B624C1015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7450" y="377190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64" name="Text Box 28">
              <a:extLst>
                <a:ext uri="{FF2B5EF4-FFF2-40B4-BE49-F238E27FC236}">
                  <a16:creationId xmlns:a16="http://schemas.microsoft.com/office/drawing/2014/main" id="{ADC0D00A-E7B3-42C6-864D-AA226F15C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0375" y="1438275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65" name="Text Box 29">
              <a:extLst>
                <a:ext uri="{FF2B5EF4-FFF2-40B4-BE49-F238E27FC236}">
                  <a16:creationId xmlns:a16="http://schemas.microsoft.com/office/drawing/2014/main" id="{C9375AF7-42F6-48D9-95D9-259817AC5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8525" y="167640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66" name="Text Box 30">
              <a:extLst>
                <a:ext uri="{FF2B5EF4-FFF2-40B4-BE49-F238E27FC236}">
                  <a16:creationId xmlns:a16="http://schemas.microsoft.com/office/drawing/2014/main" id="{8650EAEB-B613-49F6-8FD2-8245057C5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2850" y="2085975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67" name="Text Box 31">
              <a:extLst>
                <a:ext uri="{FF2B5EF4-FFF2-40B4-BE49-F238E27FC236}">
                  <a16:creationId xmlns:a16="http://schemas.microsoft.com/office/drawing/2014/main" id="{43164333-1840-4CA3-A77A-D6C680FE7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3013" y="2573338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68" name="Text Box 32">
              <a:extLst>
                <a:ext uri="{FF2B5EF4-FFF2-40B4-BE49-F238E27FC236}">
                  <a16:creationId xmlns:a16="http://schemas.microsoft.com/office/drawing/2014/main" id="{D879B715-730B-4BE0-8C7D-04A2C8158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9913" y="361315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6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69" name="Text Box 60">
              <a:extLst>
                <a:ext uri="{FF2B5EF4-FFF2-40B4-BE49-F238E27FC236}">
                  <a16:creationId xmlns:a16="http://schemas.microsoft.com/office/drawing/2014/main" id="{29A4EF34-26F2-4ACE-B341-7EB0BDCAF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3175" y="4429125"/>
              <a:ext cx="239712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authoritative DNS server</a:t>
              </a:r>
              <a:endParaRPr lang="en-US" altLang="en-US" sz="24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FF0000"/>
                  </a:solidFill>
                  <a:latin typeface="Arial" panose="020B0604020202020204" pitchFamily="34" charset="0"/>
                </a:rPr>
                <a:t>dns.umass.edu</a:t>
              </a:r>
            </a:p>
          </p:txBody>
        </p:sp>
        <p:sp>
          <p:nvSpPr>
            <p:cNvPr id="31770" name="Text Box 61">
              <a:extLst>
                <a:ext uri="{FF2B5EF4-FFF2-40B4-BE49-F238E27FC236}">
                  <a16:creationId xmlns:a16="http://schemas.microsoft.com/office/drawing/2014/main" id="{9F8D9ECE-1097-4B88-BDB1-D7E7C8352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2850" y="3643313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7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71" name="Text Box 62">
              <a:extLst>
                <a:ext uri="{FF2B5EF4-FFF2-40B4-BE49-F238E27FC236}">
                  <a16:creationId xmlns:a16="http://schemas.microsoft.com/office/drawing/2014/main" id="{86A89297-C0CA-482B-B6D6-09D34154C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9900" y="379095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</a:rPr>
                <a:t>8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72" name="Line 63">
              <a:extLst>
                <a:ext uri="{FF2B5EF4-FFF2-40B4-BE49-F238E27FC236}">
                  <a16:creationId xmlns:a16="http://schemas.microsoft.com/office/drawing/2014/main" id="{32677CD9-D02D-4440-BA5A-308FCE798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9750" y="2714625"/>
              <a:ext cx="1493838" cy="131445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3" name="Line 64">
              <a:extLst>
                <a:ext uri="{FF2B5EF4-FFF2-40B4-BE49-F238E27FC236}">
                  <a16:creationId xmlns:a16="http://schemas.microsoft.com/office/drawing/2014/main" id="{AA0C9BA4-8D9F-4935-AB4A-201889D8C9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80063" y="2840038"/>
              <a:ext cx="1493837" cy="130175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74" name="Group 86">
              <a:extLst>
                <a:ext uri="{FF2B5EF4-FFF2-40B4-BE49-F238E27FC236}">
                  <a16:creationId xmlns:a16="http://schemas.microsoft.com/office/drawing/2014/main" id="{5BBC11F9-CBC9-4749-B137-5771730F71B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226300" y="5091113"/>
              <a:ext cx="925513" cy="795337"/>
              <a:chOff x="-44" y="1473"/>
              <a:chExt cx="981" cy="1105"/>
            </a:xfrm>
          </p:grpSpPr>
          <p:pic>
            <p:nvPicPr>
              <p:cNvPr id="31910" name="Picture 87" descr="desktop_computer_stylized_medium">
                <a:extLst>
                  <a:ext uri="{FF2B5EF4-FFF2-40B4-BE49-F238E27FC236}">
                    <a16:creationId xmlns:a16="http://schemas.microsoft.com/office/drawing/2014/main" id="{012C2121-85EE-4614-BE05-D63327F278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911" name="Freeform 88">
                <a:extLst>
                  <a:ext uri="{FF2B5EF4-FFF2-40B4-BE49-F238E27FC236}">
                    <a16:creationId xmlns:a16="http://schemas.microsoft.com/office/drawing/2014/main" id="{6997148E-0640-44BA-BAC2-EB548674E90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147483646 w 356"/>
                  <a:gd name="T3" fmla="*/ 785628284 h 368"/>
                  <a:gd name="T4" fmla="*/ 2147483646 w 356"/>
                  <a:gd name="T5" fmla="*/ 2147483646 h 368"/>
                  <a:gd name="T6" fmla="*/ 1024116127 w 356"/>
                  <a:gd name="T7" fmla="*/ 214748364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1775" name="Group 89">
              <a:extLst>
                <a:ext uri="{FF2B5EF4-FFF2-40B4-BE49-F238E27FC236}">
                  <a16:creationId xmlns:a16="http://schemas.microsoft.com/office/drawing/2014/main" id="{F5251AE2-20E5-499A-B514-10F7625F10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5675" y="4244975"/>
              <a:ext cx="925513" cy="795338"/>
              <a:chOff x="-44" y="1473"/>
              <a:chExt cx="981" cy="1105"/>
            </a:xfrm>
          </p:grpSpPr>
          <p:pic>
            <p:nvPicPr>
              <p:cNvPr id="31908" name="Picture 90" descr="desktop_computer_stylized_medium">
                <a:extLst>
                  <a:ext uri="{FF2B5EF4-FFF2-40B4-BE49-F238E27FC236}">
                    <a16:creationId xmlns:a16="http://schemas.microsoft.com/office/drawing/2014/main" id="{9061C3CA-8695-4BFE-B145-7936493C36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909" name="Freeform 91">
                <a:extLst>
                  <a:ext uri="{FF2B5EF4-FFF2-40B4-BE49-F238E27FC236}">
                    <a16:creationId xmlns:a16="http://schemas.microsoft.com/office/drawing/2014/main" id="{E8FF7FB5-2AF4-40A6-9653-E03799744AC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147483646 w 356"/>
                  <a:gd name="T3" fmla="*/ 785628284 h 368"/>
                  <a:gd name="T4" fmla="*/ 2147483646 w 356"/>
                  <a:gd name="T5" fmla="*/ 2147483646 h 368"/>
                  <a:gd name="T6" fmla="*/ 1024116127 w 356"/>
                  <a:gd name="T7" fmla="*/ 214748364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1776" name="Group 125">
              <a:extLst>
                <a:ext uri="{FF2B5EF4-FFF2-40B4-BE49-F238E27FC236}">
                  <a16:creationId xmlns:a16="http://schemas.microsoft.com/office/drawing/2014/main" id="{D5520E94-DF7E-46A6-958C-D169CBB917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6300" y="3743325"/>
              <a:ext cx="390525" cy="641350"/>
              <a:chOff x="4140" y="429"/>
              <a:chExt cx="1425" cy="2396"/>
            </a:xfrm>
          </p:grpSpPr>
          <p:sp>
            <p:nvSpPr>
              <p:cNvPr id="31876" name="Freeform 126">
                <a:extLst>
                  <a:ext uri="{FF2B5EF4-FFF2-40B4-BE49-F238E27FC236}">
                    <a16:creationId xmlns:a16="http://schemas.microsoft.com/office/drawing/2014/main" id="{60139F57-C9F5-4E56-BEF0-BB657589D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7" name="Rectangle 127">
                <a:extLst>
                  <a:ext uri="{FF2B5EF4-FFF2-40B4-BE49-F238E27FC236}">
                    <a16:creationId xmlns:a16="http://schemas.microsoft.com/office/drawing/2014/main" id="{AA982A66-258C-4D44-8B1E-964C9D2EA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78" name="Freeform 128">
                <a:extLst>
                  <a:ext uri="{FF2B5EF4-FFF2-40B4-BE49-F238E27FC236}">
                    <a16:creationId xmlns:a16="http://schemas.microsoft.com/office/drawing/2014/main" id="{784DB2D9-05DE-48B7-B754-AAC9D4D52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9" name="Freeform 129">
                <a:extLst>
                  <a:ext uri="{FF2B5EF4-FFF2-40B4-BE49-F238E27FC236}">
                    <a16:creationId xmlns:a16="http://schemas.microsoft.com/office/drawing/2014/main" id="{9A5581E6-0028-455F-B94D-317D65567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0" name="Rectangle 130">
                <a:extLst>
                  <a:ext uri="{FF2B5EF4-FFF2-40B4-BE49-F238E27FC236}">
                    <a16:creationId xmlns:a16="http://schemas.microsoft.com/office/drawing/2014/main" id="{FE57D9C1-D176-48F1-ACC9-D380A6B63D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6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881" name="Group 131">
                <a:extLst>
                  <a:ext uri="{FF2B5EF4-FFF2-40B4-BE49-F238E27FC236}">
                    <a16:creationId xmlns:a16="http://schemas.microsoft.com/office/drawing/2014/main" id="{DDD1391F-168B-4FA2-889D-72A1D9CD87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906" name="AutoShape 132">
                  <a:extLst>
                    <a:ext uri="{FF2B5EF4-FFF2-40B4-BE49-F238E27FC236}">
                      <a16:creationId xmlns:a16="http://schemas.microsoft.com/office/drawing/2014/main" id="{C578A749-3D7A-4DB9-B689-823716942F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3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07" name="AutoShape 133">
                  <a:extLst>
                    <a:ext uri="{FF2B5EF4-FFF2-40B4-BE49-F238E27FC236}">
                      <a16:creationId xmlns:a16="http://schemas.microsoft.com/office/drawing/2014/main" id="{D2748B35-B6F9-49CC-A762-80B77351C9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82" name="Rectangle 134">
                <a:extLst>
                  <a:ext uri="{FF2B5EF4-FFF2-40B4-BE49-F238E27FC236}">
                    <a16:creationId xmlns:a16="http://schemas.microsoft.com/office/drawing/2014/main" id="{A8B88F27-8F72-41BF-BEC7-687600F281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16"/>
                <a:ext cx="591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883" name="Group 135">
                <a:extLst>
                  <a:ext uri="{FF2B5EF4-FFF2-40B4-BE49-F238E27FC236}">
                    <a16:creationId xmlns:a16="http://schemas.microsoft.com/office/drawing/2014/main" id="{15481B7F-8283-4360-9A13-A9FA481277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904" name="AutoShape 136">
                  <a:extLst>
                    <a:ext uri="{FF2B5EF4-FFF2-40B4-BE49-F238E27FC236}">
                      <a16:creationId xmlns:a16="http://schemas.microsoft.com/office/drawing/2014/main" id="{B8055D4A-C3EC-4FB3-9A06-C383650CC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3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05" name="AutoShape 137">
                  <a:extLst>
                    <a:ext uri="{FF2B5EF4-FFF2-40B4-BE49-F238E27FC236}">
                      <a16:creationId xmlns:a16="http://schemas.microsoft.com/office/drawing/2014/main" id="{BB94DBDE-4392-4D2B-8DA1-AA2712911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4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84" name="Rectangle 138">
                <a:extLst>
                  <a:ext uri="{FF2B5EF4-FFF2-40B4-BE49-F238E27FC236}">
                    <a16:creationId xmlns:a16="http://schemas.microsoft.com/office/drawing/2014/main" id="{93EAB502-B5CC-497A-9DCC-D4B945C82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60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85" name="Rectangle 139">
                <a:extLst>
                  <a:ext uri="{FF2B5EF4-FFF2-40B4-BE49-F238E27FC236}">
                    <a16:creationId xmlns:a16="http://schemas.microsoft.com/office/drawing/2014/main" id="{A6AE3537-3D6D-48E3-9023-85AE01293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7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886" name="Group 140">
                <a:extLst>
                  <a:ext uri="{FF2B5EF4-FFF2-40B4-BE49-F238E27FC236}">
                    <a16:creationId xmlns:a16="http://schemas.microsoft.com/office/drawing/2014/main" id="{CEE25569-1A81-4002-8868-7553F67BC6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1902" name="AutoShape 141">
                  <a:extLst>
                    <a:ext uri="{FF2B5EF4-FFF2-40B4-BE49-F238E27FC236}">
                      <a16:creationId xmlns:a16="http://schemas.microsoft.com/office/drawing/2014/main" id="{2772C044-F236-44DF-8F59-9BAE9134D5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03" name="AutoShape 142">
                  <a:extLst>
                    <a:ext uri="{FF2B5EF4-FFF2-40B4-BE49-F238E27FC236}">
                      <a16:creationId xmlns:a16="http://schemas.microsoft.com/office/drawing/2014/main" id="{DDA3108F-2177-4025-B323-A2E7DFAE29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3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87" name="Freeform 143">
                <a:extLst>
                  <a:ext uri="{FF2B5EF4-FFF2-40B4-BE49-F238E27FC236}">
                    <a16:creationId xmlns:a16="http://schemas.microsoft.com/office/drawing/2014/main" id="{D40D8E97-F56E-4DBB-A722-B9A0A2937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888" name="Group 144">
                <a:extLst>
                  <a:ext uri="{FF2B5EF4-FFF2-40B4-BE49-F238E27FC236}">
                    <a16:creationId xmlns:a16="http://schemas.microsoft.com/office/drawing/2014/main" id="{C09E1D21-39FD-4AE0-BA5E-03954C7BAD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1900" name="AutoShape 145">
                  <a:extLst>
                    <a:ext uri="{FF2B5EF4-FFF2-40B4-BE49-F238E27FC236}">
                      <a16:creationId xmlns:a16="http://schemas.microsoft.com/office/drawing/2014/main" id="{AA290972-7FBF-4284-898A-5AEEDF3BC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6"/>
                  <a:ext cx="729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01" name="AutoShape 146">
                  <a:extLst>
                    <a:ext uri="{FF2B5EF4-FFF2-40B4-BE49-F238E27FC236}">
                      <a16:creationId xmlns:a16="http://schemas.microsoft.com/office/drawing/2014/main" id="{2E81E1BF-A221-43AD-9643-509D5AEEA6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89" name="Rectangle 147">
                <a:extLst>
                  <a:ext uri="{FF2B5EF4-FFF2-40B4-BE49-F238E27FC236}">
                    <a16:creationId xmlns:a16="http://schemas.microsoft.com/office/drawing/2014/main" id="{F2A1F0B1-1138-4AFE-BE6B-FB97D7C40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89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90" name="Freeform 148">
                <a:extLst>
                  <a:ext uri="{FF2B5EF4-FFF2-40B4-BE49-F238E27FC236}">
                    <a16:creationId xmlns:a16="http://schemas.microsoft.com/office/drawing/2014/main" id="{9F63A7D4-5282-4DFE-A4D3-D143350AA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1" name="Freeform 149">
                <a:extLst>
                  <a:ext uri="{FF2B5EF4-FFF2-40B4-BE49-F238E27FC236}">
                    <a16:creationId xmlns:a16="http://schemas.microsoft.com/office/drawing/2014/main" id="{197579A3-C1D0-45B7-A2C3-9FC3B3FF9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2" name="Oval 150">
                <a:extLst>
                  <a:ext uri="{FF2B5EF4-FFF2-40B4-BE49-F238E27FC236}">
                    <a16:creationId xmlns:a16="http://schemas.microsoft.com/office/drawing/2014/main" id="{DDC28559-FAA1-46DF-93D4-264DEB5C5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1"/>
                <a:ext cx="46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93" name="Freeform 151">
                <a:extLst>
                  <a:ext uri="{FF2B5EF4-FFF2-40B4-BE49-F238E27FC236}">
                    <a16:creationId xmlns:a16="http://schemas.microsoft.com/office/drawing/2014/main" id="{FD5D79D7-1DD9-43D0-8975-3C255600D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4" name="AutoShape 152">
                <a:extLst>
                  <a:ext uri="{FF2B5EF4-FFF2-40B4-BE49-F238E27FC236}">
                    <a16:creationId xmlns:a16="http://schemas.microsoft.com/office/drawing/2014/main" id="{D715C680-8CB5-40D7-8527-7E98EAD7F2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9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95" name="AutoShape 153">
                <a:extLst>
                  <a:ext uri="{FF2B5EF4-FFF2-40B4-BE49-F238E27FC236}">
                    <a16:creationId xmlns:a16="http://schemas.microsoft.com/office/drawing/2014/main" id="{C5972B00-5FE9-40FF-9395-CAD92000F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96" name="Oval 154">
                <a:extLst>
                  <a:ext uri="{FF2B5EF4-FFF2-40B4-BE49-F238E27FC236}">
                    <a16:creationId xmlns:a16="http://schemas.microsoft.com/office/drawing/2014/main" id="{9BADCD3F-82C8-4C98-9B64-0DCEF84B9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6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97" name="Oval 155">
                <a:extLst>
                  <a:ext uri="{FF2B5EF4-FFF2-40B4-BE49-F238E27FC236}">
                    <a16:creationId xmlns:a16="http://schemas.microsoft.com/office/drawing/2014/main" id="{683B86FA-C388-49DF-88EE-330DEEEE2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6"/>
                <a:ext cx="156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898" name="Oval 156">
                <a:extLst>
                  <a:ext uri="{FF2B5EF4-FFF2-40B4-BE49-F238E27FC236}">
                    <a16:creationId xmlns:a16="http://schemas.microsoft.com/office/drawing/2014/main" id="{BC7DA3FA-349A-4038-8594-7BF433259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99" name="Rectangle 157">
                <a:extLst>
                  <a:ext uri="{FF2B5EF4-FFF2-40B4-BE49-F238E27FC236}">
                    <a16:creationId xmlns:a16="http://schemas.microsoft.com/office/drawing/2014/main" id="{4C1D0023-D078-4362-A39B-0EE959F05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7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1777" name="Group 158">
              <a:extLst>
                <a:ext uri="{FF2B5EF4-FFF2-40B4-BE49-F238E27FC236}">
                  <a16:creationId xmlns:a16="http://schemas.microsoft.com/office/drawing/2014/main" id="{7F0F3EC6-BF21-4BD8-9E7E-18B4D342ED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2875" y="2230438"/>
              <a:ext cx="390525" cy="641350"/>
              <a:chOff x="4140" y="429"/>
              <a:chExt cx="1425" cy="2396"/>
            </a:xfrm>
          </p:grpSpPr>
          <p:sp>
            <p:nvSpPr>
              <p:cNvPr id="31844" name="Freeform 159">
                <a:extLst>
                  <a:ext uri="{FF2B5EF4-FFF2-40B4-BE49-F238E27FC236}">
                    <a16:creationId xmlns:a16="http://schemas.microsoft.com/office/drawing/2014/main" id="{9E25D96D-B3E2-42D3-85CC-43D771415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5" name="Rectangle 160">
                <a:extLst>
                  <a:ext uri="{FF2B5EF4-FFF2-40B4-BE49-F238E27FC236}">
                    <a16:creationId xmlns:a16="http://schemas.microsoft.com/office/drawing/2014/main" id="{ECDBE72A-3319-4777-9E66-2A7780D14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46" name="Freeform 161">
                <a:extLst>
                  <a:ext uri="{FF2B5EF4-FFF2-40B4-BE49-F238E27FC236}">
                    <a16:creationId xmlns:a16="http://schemas.microsoft.com/office/drawing/2014/main" id="{903658F4-86B1-4861-BED8-653F1AEB6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7" name="Freeform 162">
                <a:extLst>
                  <a:ext uri="{FF2B5EF4-FFF2-40B4-BE49-F238E27FC236}">
                    <a16:creationId xmlns:a16="http://schemas.microsoft.com/office/drawing/2014/main" id="{58F6F651-A981-401B-BAAA-B7925C543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8" name="Rectangle 163">
                <a:extLst>
                  <a:ext uri="{FF2B5EF4-FFF2-40B4-BE49-F238E27FC236}">
                    <a16:creationId xmlns:a16="http://schemas.microsoft.com/office/drawing/2014/main" id="{C26015C3-74D0-4189-BBBB-988C442C7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6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849" name="Group 164">
                <a:extLst>
                  <a:ext uri="{FF2B5EF4-FFF2-40B4-BE49-F238E27FC236}">
                    <a16:creationId xmlns:a16="http://schemas.microsoft.com/office/drawing/2014/main" id="{18B9AC98-F70D-4B01-91A8-02519DCEF1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874" name="AutoShape 165">
                  <a:extLst>
                    <a:ext uri="{FF2B5EF4-FFF2-40B4-BE49-F238E27FC236}">
                      <a16:creationId xmlns:a16="http://schemas.microsoft.com/office/drawing/2014/main" id="{68919C51-FF7E-4609-8931-7C7294AB48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3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75" name="AutoShape 166">
                  <a:extLst>
                    <a:ext uri="{FF2B5EF4-FFF2-40B4-BE49-F238E27FC236}">
                      <a16:creationId xmlns:a16="http://schemas.microsoft.com/office/drawing/2014/main" id="{741A0DC8-751E-4D98-B131-36576F22AE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50" name="Rectangle 167">
                <a:extLst>
                  <a:ext uri="{FF2B5EF4-FFF2-40B4-BE49-F238E27FC236}">
                    <a16:creationId xmlns:a16="http://schemas.microsoft.com/office/drawing/2014/main" id="{475D940C-C5C1-48B3-B2E9-9D4B860373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16"/>
                <a:ext cx="591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851" name="Group 168">
                <a:extLst>
                  <a:ext uri="{FF2B5EF4-FFF2-40B4-BE49-F238E27FC236}">
                    <a16:creationId xmlns:a16="http://schemas.microsoft.com/office/drawing/2014/main" id="{28CA1D56-6837-4347-92A7-D64B9201BA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872" name="AutoShape 169">
                  <a:extLst>
                    <a:ext uri="{FF2B5EF4-FFF2-40B4-BE49-F238E27FC236}">
                      <a16:creationId xmlns:a16="http://schemas.microsoft.com/office/drawing/2014/main" id="{D708275B-80BD-4E34-B77B-505042BFA0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3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73" name="AutoShape 170">
                  <a:extLst>
                    <a:ext uri="{FF2B5EF4-FFF2-40B4-BE49-F238E27FC236}">
                      <a16:creationId xmlns:a16="http://schemas.microsoft.com/office/drawing/2014/main" id="{A43DE366-4C9B-44C2-82CC-343A9BC7F9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4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52" name="Rectangle 171">
                <a:extLst>
                  <a:ext uri="{FF2B5EF4-FFF2-40B4-BE49-F238E27FC236}">
                    <a16:creationId xmlns:a16="http://schemas.microsoft.com/office/drawing/2014/main" id="{42A71291-91BD-4D52-8982-A6F0227EE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60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53" name="Rectangle 172">
                <a:extLst>
                  <a:ext uri="{FF2B5EF4-FFF2-40B4-BE49-F238E27FC236}">
                    <a16:creationId xmlns:a16="http://schemas.microsoft.com/office/drawing/2014/main" id="{0806CD52-73EE-4F34-B0AE-7AE32A19B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7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854" name="Group 173">
                <a:extLst>
                  <a:ext uri="{FF2B5EF4-FFF2-40B4-BE49-F238E27FC236}">
                    <a16:creationId xmlns:a16="http://schemas.microsoft.com/office/drawing/2014/main" id="{D0142E10-5935-48BA-A8A6-186C0CA22F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1870" name="AutoShape 174">
                  <a:extLst>
                    <a:ext uri="{FF2B5EF4-FFF2-40B4-BE49-F238E27FC236}">
                      <a16:creationId xmlns:a16="http://schemas.microsoft.com/office/drawing/2014/main" id="{191F826F-0BB2-4C55-AAAE-513451ADC2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71" name="AutoShape 175">
                  <a:extLst>
                    <a:ext uri="{FF2B5EF4-FFF2-40B4-BE49-F238E27FC236}">
                      <a16:creationId xmlns:a16="http://schemas.microsoft.com/office/drawing/2014/main" id="{348DAA5A-A461-4BFA-BA7C-5C86BA328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3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55" name="Freeform 176">
                <a:extLst>
                  <a:ext uri="{FF2B5EF4-FFF2-40B4-BE49-F238E27FC236}">
                    <a16:creationId xmlns:a16="http://schemas.microsoft.com/office/drawing/2014/main" id="{6A547E78-B149-4127-A4DD-E18A30AD8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856" name="Group 177">
                <a:extLst>
                  <a:ext uri="{FF2B5EF4-FFF2-40B4-BE49-F238E27FC236}">
                    <a16:creationId xmlns:a16="http://schemas.microsoft.com/office/drawing/2014/main" id="{2892DE82-2140-423B-AAA0-2BA68B468F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1868" name="AutoShape 178">
                  <a:extLst>
                    <a:ext uri="{FF2B5EF4-FFF2-40B4-BE49-F238E27FC236}">
                      <a16:creationId xmlns:a16="http://schemas.microsoft.com/office/drawing/2014/main" id="{D00EBD08-57DC-4844-9ED4-D53BF429FF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6"/>
                  <a:ext cx="729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69" name="AutoShape 179">
                  <a:extLst>
                    <a:ext uri="{FF2B5EF4-FFF2-40B4-BE49-F238E27FC236}">
                      <a16:creationId xmlns:a16="http://schemas.microsoft.com/office/drawing/2014/main" id="{F1430714-85D7-4F36-B3ED-C65557590F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57" name="Rectangle 180">
                <a:extLst>
                  <a:ext uri="{FF2B5EF4-FFF2-40B4-BE49-F238E27FC236}">
                    <a16:creationId xmlns:a16="http://schemas.microsoft.com/office/drawing/2014/main" id="{DA67B907-E480-4403-B373-C4C76AFCD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89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58" name="Freeform 181">
                <a:extLst>
                  <a:ext uri="{FF2B5EF4-FFF2-40B4-BE49-F238E27FC236}">
                    <a16:creationId xmlns:a16="http://schemas.microsoft.com/office/drawing/2014/main" id="{78EBD705-4A21-43AA-8ED7-C8EE756F90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9" name="Freeform 182">
                <a:extLst>
                  <a:ext uri="{FF2B5EF4-FFF2-40B4-BE49-F238E27FC236}">
                    <a16:creationId xmlns:a16="http://schemas.microsoft.com/office/drawing/2014/main" id="{98CC243F-79B0-4269-9D3D-79B17EB07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0" name="Oval 183">
                <a:extLst>
                  <a:ext uri="{FF2B5EF4-FFF2-40B4-BE49-F238E27FC236}">
                    <a16:creationId xmlns:a16="http://schemas.microsoft.com/office/drawing/2014/main" id="{84AB82E1-071E-4777-9526-3E56B8A1C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1"/>
                <a:ext cx="46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61" name="Freeform 184">
                <a:extLst>
                  <a:ext uri="{FF2B5EF4-FFF2-40B4-BE49-F238E27FC236}">
                    <a16:creationId xmlns:a16="http://schemas.microsoft.com/office/drawing/2014/main" id="{3769040E-4005-4F6B-9175-C134FE9D7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2" name="AutoShape 185">
                <a:extLst>
                  <a:ext uri="{FF2B5EF4-FFF2-40B4-BE49-F238E27FC236}">
                    <a16:creationId xmlns:a16="http://schemas.microsoft.com/office/drawing/2014/main" id="{557EDEA0-82AB-4945-96C1-12A0902AA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9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63" name="AutoShape 186">
                <a:extLst>
                  <a:ext uri="{FF2B5EF4-FFF2-40B4-BE49-F238E27FC236}">
                    <a16:creationId xmlns:a16="http://schemas.microsoft.com/office/drawing/2014/main" id="{9462990A-DF3F-4072-8DB5-DFEC03AA23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64" name="Oval 187">
                <a:extLst>
                  <a:ext uri="{FF2B5EF4-FFF2-40B4-BE49-F238E27FC236}">
                    <a16:creationId xmlns:a16="http://schemas.microsoft.com/office/drawing/2014/main" id="{66BC93C0-4982-4616-A6AC-15992D554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6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65" name="Oval 188">
                <a:extLst>
                  <a:ext uri="{FF2B5EF4-FFF2-40B4-BE49-F238E27FC236}">
                    <a16:creationId xmlns:a16="http://schemas.microsoft.com/office/drawing/2014/main" id="{357FF85B-B162-47CC-AF58-D3FF150D2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6"/>
                <a:ext cx="156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866" name="Oval 189">
                <a:extLst>
                  <a:ext uri="{FF2B5EF4-FFF2-40B4-BE49-F238E27FC236}">
                    <a16:creationId xmlns:a16="http://schemas.microsoft.com/office/drawing/2014/main" id="{871E40E5-2754-4E9D-AEDD-85C99DB30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67" name="Rectangle 190">
                <a:extLst>
                  <a:ext uri="{FF2B5EF4-FFF2-40B4-BE49-F238E27FC236}">
                    <a16:creationId xmlns:a16="http://schemas.microsoft.com/office/drawing/2014/main" id="{A704E9E0-C88D-48B7-BA33-D4D5C2148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7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1778" name="Group 224">
              <a:extLst>
                <a:ext uri="{FF2B5EF4-FFF2-40B4-BE49-F238E27FC236}">
                  <a16:creationId xmlns:a16="http://schemas.microsoft.com/office/drawing/2014/main" id="{FCB646F9-337D-4CC8-AE42-7A92F391AC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6988" y="968375"/>
              <a:ext cx="390525" cy="641350"/>
              <a:chOff x="4140" y="429"/>
              <a:chExt cx="1425" cy="2396"/>
            </a:xfrm>
          </p:grpSpPr>
          <p:sp>
            <p:nvSpPr>
              <p:cNvPr id="31812" name="Freeform 225">
                <a:extLst>
                  <a:ext uri="{FF2B5EF4-FFF2-40B4-BE49-F238E27FC236}">
                    <a16:creationId xmlns:a16="http://schemas.microsoft.com/office/drawing/2014/main" id="{3CF286AC-FF6B-4162-B617-8794F8535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3" name="Rectangle 226">
                <a:extLst>
                  <a:ext uri="{FF2B5EF4-FFF2-40B4-BE49-F238E27FC236}">
                    <a16:creationId xmlns:a16="http://schemas.microsoft.com/office/drawing/2014/main" id="{2D11D2FB-38F8-43E5-BAE8-E3D5AA041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14" name="Freeform 227">
                <a:extLst>
                  <a:ext uri="{FF2B5EF4-FFF2-40B4-BE49-F238E27FC236}">
                    <a16:creationId xmlns:a16="http://schemas.microsoft.com/office/drawing/2014/main" id="{46120A41-F256-40D4-A431-24623F2F4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5" name="Freeform 228">
                <a:extLst>
                  <a:ext uri="{FF2B5EF4-FFF2-40B4-BE49-F238E27FC236}">
                    <a16:creationId xmlns:a16="http://schemas.microsoft.com/office/drawing/2014/main" id="{7E44CDE4-4DCB-4D5B-9173-818BEBC96C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6" name="Rectangle 229">
                <a:extLst>
                  <a:ext uri="{FF2B5EF4-FFF2-40B4-BE49-F238E27FC236}">
                    <a16:creationId xmlns:a16="http://schemas.microsoft.com/office/drawing/2014/main" id="{5C551CBC-59DA-4302-B3DB-DCE268DCE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6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817" name="Group 230">
                <a:extLst>
                  <a:ext uri="{FF2B5EF4-FFF2-40B4-BE49-F238E27FC236}">
                    <a16:creationId xmlns:a16="http://schemas.microsoft.com/office/drawing/2014/main" id="{FA255117-EC10-49A2-9C3C-67870B046B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842" name="AutoShape 231">
                  <a:extLst>
                    <a:ext uri="{FF2B5EF4-FFF2-40B4-BE49-F238E27FC236}">
                      <a16:creationId xmlns:a16="http://schemas.microsoft.com/office/drawing/2014/main" id="{43D16760-6943-4C2B-975D-2FF556D1A9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3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43" name="AutoShape 232">
                  <a:extLst>
                    <a:ext uri="{FF2B5EF4-FFF2-40B4-BE49-F238E27FC236}">
                      <a16:creationId xmlns:a16="http://schemas.microsoft.com/office/drawing/2014/main" id="{EFD34D87-EFB5-4FA0-95F7-E00AE70A3F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18" name="Rectangle 233">
                <a:extLst>
                  <a:ext uri="{FF2B5EF4-FFF2-40B4-BE49-F238E27FC236}">
                    <a16:creationId xmlns:a16="http://schemas.microsoft.com/office/drawing/2014/main" id="{49352839-EE58-44A1-8C7D-FC4EF6C8C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16"/>
                <a:ext cx="591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819" name="Group 234">
                <a:extLst>
                  <a:ext uri="{FF2B5EF4-FFF2-40B4-BE49-F238E27FC236}">
                    <a16:creationId xmlns:a16="http://schemas.microsoft.com/office/drawing/2014/main" id="{91B34F29-2CB0-4899-A0FA-456C7DFD32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840" name="AutoShape 235">
                  <a:extLst>
                    <a:ext uri="{FF2B5EF4-FFF2-40B4-BE49-F238E27FC236}">
                      <a16:creationId xmlns:a16="http://schemas.microsoft.com/office/drawing/2014/main" id="{4BC953CF-961E-4EED-90E5-17018EBE7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3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41" name="AutoShape 236">
                  <a:extLst>
                    <a:ext uri="{FF2B5EF4-FFF2-40B4-BE49-F238E27FC236}">
                      <a16:creationId xmlns:a16="http://schemas.microsoft.com/office/drawing/2014/main" id="{2D998144-11E3-4B6E-80EA-10FB29D68A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4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20" name="Rectangle 237">
                <a:extLst>
                  <a:ext uri="{FF2B5EF4-FFF2-40B4-BE49-F238E27FC236}">
                    <a16:creationId xmlns:a16="http://schemas.microsoft.com/office/drawing/2014/main" id="{B9E97F0F-4CD3-4D68-9225-F523A19994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60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21" name="Rectangle 238">
                <a:extLst>
                  <a:ext uri="{FF2B5EF4-FFF2-40B4-BE49-F238E27FC236}">
                    <a16:creationId xmlns:a16="http://schemas.microsoft.com/office/drawing/2014/main" id="{7E50910B-DDAB-43CA-8D26-7BF8E8591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7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822" name="Group 239">
                <a:extLst>
                  <a:ext uri="{FF2B5EF4-FFF2-40B4-BE49-F238E27FC236}">
                    <a16:creationId xmlns:a16="http://schemas.microsoft.com/office/drawing/2014/main" id="{1917964C-6A81-408D-9E24-FB645C033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1838" name="AutoShape 240">
                  <a:extLst>
                    <a:ext uri="{FF2B5EF4-FFF2-40B4-BE49-F238E27FC236}">
                      <a16:creationId xmlns:a16="http://schemas.microsoft.com/office/drawing/2014/main" id="{97229FDF-5179-4EF5-A0A1-07BCEC433A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39" name="AutoShape 241">
                  <a:extLst>
                    <a:ext uri="{FF2B5EF4-FFF2-40B4-BE49-F238E27FC236}">
                      <a16:creationId xmlns:a16="http://schemas.microsoft.com/office/drawing/2014/main" id="{9D5AEC00-BD87-4601-89DF-80D7ECAAEB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3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23" name="Freeform 242">
                <a:extLst>
                  <a:ext uri="{FF2B5EF4-FFF2-40B4-BE49-F238E27FC236}">
                    <a16:creationId xmlns:a16="http://schemas.microsoft.com/office/drawing/2014/main" id="{DA50B988-DA26-4615-80BA-5B8B2CE95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824" name="Group 243">
                <a:extLst>
                  <a:ext uri="{FF2B5EF4-FFF2-40B4-BE49-F238E27FC236}">
                    <a16:creationId xmlns:a16="http://schemas.microsoft.com/office/drawing/2014/main" id="{85635EAA-9960-488B-9069-FEDB01FBB6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1836" name="AutoShape 244">
                  <a:extLst>
                    <a:ext uri="{FF2B5EF4-FFF2-40B4-BE49-F238E27FC236}">
                      <a16:creationId xmlns:a16="http://schemas.microsoft.com/office/drawing/2014/main" id="{0FF287F7-9CE2-4611-802E-785C2233DE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6"/>
                  <a:ext cx="729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37" name="AutoShape 245">
                  <a:extLst>
                    <a:ext uri="{FF2B5EF4-FFF2-40B4-BE49-F238E27FC236}">
                      <a16:creationId xmlns:a16="http://schemas.microsoft.com/office/drawing/2014/main" id="{C59724E5-3312-4625-8437-1FDAF8FBC7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825" name="Rectangle 246">
                <a:extLst>
                  <a:ext uri="{FF2B5EF4-FFF2-40B4-BE49-F238E27FC236}">
                    <a16:creationId xmlns:a16="http://schemas.microsoft.com/office/drawing/2014/main" id="{831274AF-F0A2-4CDA-8015-1E8431BCD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89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26" name="Freeform 247">
                <a:extLst>
                  <a:ext uri="{FF2B5EF4-FFF2-40B4-BE49-F238E27FC236}">
                    <a16:creationId xmlns:a16="http://schemas.microsoft.com/office/drawing/2014/main" id="{B71936B0-E1FB-4538-8B65-7055F1DA9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7" name="Freeform 248">
                <a:extLst>
                  <a:ext uri="{FF2B5EF4-FFF2-40B4-BE49-F238E27FC236}">
                    <a16:creationId xmlns:a16="http://schemas.microsoft.com/office/drawing/2014/main" id="{91D3CBC7-05B6-45E9-81EF-A6528541D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8" name="Oval 249">
                <a:extLst>
                  <a:ext uri="{FF2B5EF4-FFF2-40B4-BE49-F238E27FC236}">
                    <a16:creationId xmlns:a16="http://schemas.microsoft.com/office/drawing/2014/main" id="{9CDB8340-DCE4-4F6C-A493-CC06BB606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1"/>
                <a:ext cx="46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29" name="Freeform 250">
                <a:extLst>
                  <a:ext uri="{FF2B5EF4-FFF2-40B4-BE49-F238E27FC236}">
                    <a16:creationId xmlns:a16="http://schemas.microsoft.com/office/drawing/2014/main" id="{DA1F15E9-F39B-430B-A3B7-7BED25C58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0" name="AutoShape 251">
                <a:extLst>
                  <a:ext uri="{FF2B5EF4-FFF2-40B4-BE49-F238E27FC236}">
                    <a16:creationId xmlns:a16="http://schemas.microsoft.com/office/drawing/2014/main" id="{2AE1DE8E-D1E5-45AA-ADAC-50C0C11B3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9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31" name="AutoShape 252">
                <a:extLst>
                  <a:ext uri="{FF2B5EF4-FFF2-40B4-BE49-F238E27FC236}">
                    <a16:creationId xmlns:a16="http://schemas.microsoft.com/office/drawing/2014/main" id="{507FB8CD-41FF-4F5E-AF4A-7218E5B61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32" name="Oval 253">
                <a:extLst>
                  <a:ext uri="{FF2B5EF4-FFF2-40B4-BE49-F238E27FC236}">
                    <a16:creationId xmlns:a16="http://schemas.microsoft.com/office/drawing/2014/main" id="{B4AE61C8-2D50-49A4-88CF-D2435B957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6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33" name="Oval 254">
                <a:extLst>
                  <a:ext uri="{FF2B5EF4-FFF2-40B4-BE49-F238E27FC236}">
                    <a16:creationId xmlns:a16="http://schemas.microsoft.com/office/drawing/2014/main" id="{16ED0A60-AC4C-4BED-AC34-8C47CF0E9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6"/>
                <a:ext cx="156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834" name="Oval 255">
                <a:extLst>
                  <a:ext uri="{FF2B5EF4-FFF2-40B4-BE49-F238E27FC236}">
                    <a16:creationId xmlns:a16="http://schemas.microsoft.com/office/drawing/2014/main" id="{AA39D9BC-C493-4701-A497-DFE5900FD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35" name="Rectangle 256">
                <a:extLst>
                  <a:ext uri="{FF2B5EF4-FFF2-40B4-BE49-F238E27FC236}">
                    <a16:creationId xmlns:a16="http://schemas.microsoft.com/office/drawing/2014/main" id="{38472BD1-E561-44D5-BA27-FE168ABCE8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7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1779" name="Group 257">
              <a:extLst>
                <a:ext uri="{FF2B5EF4-FFF2-40B4-BE49-F238E27FC236}">
                  <a16:creationId xmlns:a16="http://schemas.microsoft.com/office/drawing/2014/main" id="{D91E4970-BE97-45DC-839A-E10C4EDFD8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963" y="2220913"/>
              <a:ext cx="390525" cy="641350"/>
              <a:chOff x="4140" y="429"/>
              <a:chExt cx="1425" cy="2396"/>
            </a:xfrm>
          </p:grpSpPr>
          <p:sp>
            <p:nvSpPr>
              <p:cNvPr id="31780" name="Freeform 258">
                <a:extLst>
                  <a:ext uri="{FF2B5EF4-FFF2-40B4-BE49-F238E27FC236}">
                    <a16:creationId xmlns:a16="http://schemas.microsoft.com/office/drawing/2014/main" id="{2BE4FEE8-19F2-4413-BD9F-99448DFE3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81" name="Rectangle 259">
                <a:extLst>
                  <a:ext uri="{FF2B5EF4-FFF2-40B4-BE49-F238E27FC236}">
                    <a16:creationId xmlns:a16="http://schemas.microsoft.com/office/drawing/2014/main" id="{39423B38-499A-42FD-9B02-030C93D27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782" name="Freeform 260">
                <a:extLst>
                  <a:ext uri="{FF2B5EF4-FFF2-40B4-BE49-F238E27FC236}">
                    <a16:creationId xmlns:a16="http://schemas.microsoft.com/office/drawing/2014/main" id="{8FB6CEA3-92D9-473A-ADE3-86ADCE249A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83" name="Freeform 261">
                <a:extLst>
                  <a:ext uri="{FF2B5EF4-FFF2-40B4-BE49-F238E27FC236}">
                    <a16:creationId xmlns:a16="http://schemas.microsoft.com/office/drawing/2014/main" id="{4684BA58-3127-4CDE-9C47-81B8DE0062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84" name="Rectangle 262">
                <a:extLst>
                  <a:ext uri="{FF2B5EF4-FFF2-40B4-BE49-F238E27FC236}">
                    <a16:creationId xmlns:a16="http://schemas.microsoft.com/office/drawing/2014/main" id="{2F19C33D-0418-4B9F-BD8C-7DC795808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6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785" name="Group 263">
                <a:extLst>
                  <a:ext uri="{FF2B5EF4-FFF2-40B4-BE49-F238E27FC236}">
                    <a16:creationId xmlns:a16="http://schemas.microsoft.com/office/drawing/2014/main" id="{2FF7787E-2044-476C-9E09-7B1C477963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810" name="AutoShape 264">
                  <a:extLst>
                    <a:ext uri="{FF2B5EF4-FFF2-40B4-BE49-F238E27FC236}">
                      <a16:creationId xmlns:a16="http://schemas.microsoft.com/office/drawing/2014/main" id="{F600CC7F-A572-4CA9-9244-8920979721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3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11" name="AutoShape 265">
                  <a:extLst>
                    <a:ext uri="{FF2B5EF4-FFF2-40B4-BE49-F238E27FC236}">
                      <a16:creationId xmlns:a16="http://schemas.microsoft.com/office/drawing/2014/main" id="{D071D297-B122-4815-AF8A-9064A39B5B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786" name="Rectangle 266">
                <a:extLst>
                  <a:ext uri="{FF2B5EF4-FFF2-40B4-BE49-F238E27FC236}">
                    <a16:creationId xmlns:a16="http://schemas.microsoft.com/office/drawing/2014/main" id="{8E88522E-40EB-4BCA-9D62-C83E8B1E7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16"/>
                <a:ext cx="591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787" name="Group 267">
                <a:extLst>
                  <a:ext uri="{FF2B5EF4-FFF2-40B4-BE49-F238E27FC236}">
                    <a16:creationId xmlns:a16="http://schemas.microsoft.com/office/drawing/2014/main" id="{E729639F-00B0-466F-9BB7-F8F7DC85BB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808" name="AutoShape 268">
                  <a:extLst>
                    <a:ext uri="{FF2B5EF4-FFF2-40B4-BE49-F238E27FC236}">
                      <a16:creationId xmlns:a16="http://schemas.microsoft.com/office/drawing/2014/main" id="{2DB9FCE1-C172-486B-A504-EA945E0BA3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3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09" name="AutoShape 269">
                  <a:extLst>
                    <a:ext uri="{FF2B5EF4-FFF2-40B4-BE49-F238E27FC236}">
                      <a16:creationId xmlns:a16="http://schemas.microsoft.com/office/drawing/2014/main" id="{2DD5A1A6-CD27-4EA6-AFB5-52055F426E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4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788" name="Rectangle 270">
                <a:extLst>
                  <a:ext uri="{FF2B5EF4-FFF2-40B4-BE49-F238E27FC236}">
                    <a16:creationId xmlns:a16="http://schemas.microsoft.com/office/drawing/2014/main" id="{4F13CCA3-A901-40FA-B2B7-2B58DE1A6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60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789" name="Rectangle 271">
                <a:extLst>
                  <a:ext uri="{FF2B5EF4-FFF2-40B4-BE49-F238E27FC236}">
                    <a16:creationId xmlns:a16="http://schemas.microsoft.com/office/drawing/2014/main" id="{499DC430-F405-4ECE-AA24-0497A0839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7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790" name="Group 272">
                <a:extLst>
                  <a:ext uri="{FF2B5EF4-FFF2-40B4-BE49-F238E27FC236}">
                    <a16:creationId xmlns:a16="http://schemas.microsoft.com/office/drawing/2014/main" id="{AAEFBC97-2241-409A-8A4B-A7BBF14BA2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1806" name="AutoShape 273">
                  <a:extLst>
                    <a:ext uri="{FF2B5EF4-FFF2-40B4-BE49-F238E27FC236}">
                      <a16:creationId xmlns:a16="http://schemas.microsoft.com/office/drawing/2014/main" id="{CCB365A0-5811-46E4-90C1-D98BF42E50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07" name="AutoShape 274">
                  <a:extLst>
                    <a:ext uri="{FF2B5EF4-FFF2-40B4-BE49-F238E27FC236}">
                      <a16:creationId xmlns:a16="http://schemas.microsoft.com/office/drawing/2014/main" id="{4B78E42C-3649-440B-91E6-4D7771ABD0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3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791" name="Freeform 275">
                <a:extLst>
                  <a:ext uri="{FF2B5EF4-FFF2-40B4-BE49-F238E27FC236}">
                    <a16:creationId xmlns:a16="http://schemas.microsoft.com/office/drawing/2014/main" id="{3BB5E52C-C595-49E2-B2EA-10B048E62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792" name="Group 276">
                <a:extLst>
                  <a:ext uri="{FF2B5EF4-FFF2-40B4-BE49-F238E27FC236}">
                    <a16:creationId xmlns:a16="http://schemas.microsoft.com/office/drawing/2014/main" id="{5D08B2D4-3F64-43B8-82C2-9841A58198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1804" name="AutoShape 277">
                  <a:extLst>
                    <a:ext uri="{FF2B5EF4-FFF2-40B4-BE49-F238E27FC236}">
                      <a16:creationId xmlns:a16="http://schemas.microsoft.com/office/drawing/2014/main" id="{0E3CD68A-8A16-4DEB-98BB-FC30503DB0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6"/>
                  <a:ext cx="729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805" name="AutoShape 278">
                  <a:extLst>
                    <a:ext uri="{FF2B5EF4-FFF2-40B4-BE49-F238E27FC236}">
                      <a16:creationId xmlns:a16="http://schemas.microsoft.com/office/drawing/2014/main" id="{698859DD-E14B-4501-AC0E-3214ACF15F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793" name="Rectangle 279">
                <a:extLst>
                  <a:ext uri="{FF2B5EF4-FFF2-40B4-BE49-F238E27FC236}">
                    <a16:creationId xmlns:a16="http://schemas.microsoft.com/office/drawing/2014/main" id="{E329FE0B-9E3B-4497-9A0A-C75FF5748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89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794" name="Freeform 280">
                <a:extLst>
                  <a:ext uri="{FF2B5EF4-FFF2-40B4-BE49-F238E27FC236}">
                    <a16:creationId xmlns:a16="http://schemas.microsoft.com/office/drawing/2014/main" id="{93F0C610-E161-43F6-B2D4-388B10E81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95" name="Freeform 281">
                <a:extLst>
                  <a:ext uri="{FF2B5EF4-FFF2-40B4-BE49-F238E27FC236}">
                    <a16:creationId xmlns:a16="http://schemas.microsoft.com/office/drawing/2014/main" id="{F7FAAB82-79B6-4CF9-B420-8F4F9620E9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96" name="Oval 282">
                <a:extLst>
                  <a:ext uri="{FF2B5EF4-FFF2-40B4-BE49-F238E27FC236}">
                    <a16:creationId xmlns:a16="http://schemas.microsoft.com/office/drawing/2014/main" id="{3B30B9AD-E88D-434F-B9AC-F9160DB24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1"/>
                <a:ext cx="46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797" name="Freeform 283">
                <a:extLst>
                  <a:ext uri="{FF2B5EF4-FFF2-40B4-BE49-F238E27FC236}">
                    <a16:creationId xmlns:a16="http://schemas.microsoft.com/office/drawing/2014/main" id="{52C8E6A1-9FF1-4A41-A600-214AFFFB9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98" name="AutoShape 284">
                <a:extLst>
                  <a:ext uri="{FF2B5EF4-FFF2-40B4-BE49-F238E27FC236}">
                    <a16:creationId xmlns:a16="http://schemas.microsoft.com/office/drawing/2014/main" id="{09E53556-A8C9-4ABE-95B2-0397C38831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9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799" name="AutoShape 285">
                <a:extLst>
                  <a:ext uri="{FF2B5EF4-FFF2-40B4-BE49-F238E27FC236}">
                    <a16:creationId xmlns:a16="http://schemas.microsoft.com/office/drawing/2014/main" id="{0DC339B0-9E7B-4A88-9ADA-89258B52C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00" name="Oval 286">
                <a:extLst>
                  <a:ext uri="{FF2B5EF4-FFF2-40B4-BE49-F238E27FC236}">
                    <a16:creationId xmlns:a16="http://schemas.microsoft.com/office/drawing/2014/main" id="{70301792-A2A1-4F22-A71F-F01194136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6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01" name="Oval 287">
                <a:extLst>
                  <a:ext uri="{FF2B5EF4-FFF2-40B4-BE49-F238E27FC236}">
                    <a16:creationId xmlns:a16="http://schemas.microsoft.com/office/drawing/2014/main" id="{09094ECC-5D78-461B-BF15-29EF334A6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6"/>
                <a:ext cx="156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802" name="Oval 288">
                <a:extLst>
                  <a:ext uri="{FF2B5EF4-FFF2-40B4-BE49-F238E27FC236}">
                    <a16:creationId xmlns:a16="http://schemas.microsoft.com/office/drawing/2014/main" id="{9029C45A-E58C-4ECF-AF09-D6E88B551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803" name="Rectangle 289">
                <a:extLst>
                  <a:ext uri="{FF2B5EF4-FFF2-40B4-BE49-F238E27FC236}">
                    <a16:creationId xmlns:a16="http://schemas.microsoft.com/office/drawing/2014/main" id="{87B7EAC7-20D0-429F-94D4-0B22E280E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7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1750" name="Slide Number Placeholder 3">
            <a:extLst>
              <a:ext uri="{FF2B5EF4-FFF2-40B4-BE49-F238E27FC236}">
                <a16:creationId xmlns:a16="http://schemas.microsoft.com/office/drawing/2014/main" id="{4874E8F2-DB29-4CF5-93A1-81A4D9E3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66DF541A-4C90-405F-B4C0-E04BB4430DA3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71" name="Rectangle 67">
            <a:extLst>
              <a:ext uri="{FF2B5EF4-FFF2-40B4-BE49-F238E27FC236}">
                <a16:creationId xmlns:a16="http://schemas.microsoft.com/office/drawing/2014/main" id="{3CB42987-F978-47E4-9949-A2EEEF68F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8" y="5719763"/>
            <a:ext cx="5184775" cy="5016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ts val="1200"/>
              </a:spcBef>
              <a:defRPr/>
            </a:pPr>
            <a:r>
              <a:rPr lang="en-US" i="1" dirty="0">
                <a:solidFill>
                  <a:srgbClr val="CC0000"/>
                </a:solidFill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Are all queries here Iterated..?</a:t>
            </a:r>
          </a:p>
        </p:txBody>
      </p:sp>
      <p:sp>
        <p:nvSpPr>
          <p:cNvPr id="31752" name="Text Box 65">
            <a:extLst>
              <a:ext uri="{FF2B5EF4-FFF2-40B4-BE49-F238E27FC236}">
                <a16:creationId xmlns:a16="http://schemas.microsoft.com/office/drawing/2014/main" id="{E65DABD3-C04B-4921-92E7-0298D6C0F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950" y="2287588"/>
            <a:ext cx="13255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TLD DNS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server</a:t>
            </a:r>
            <a:endParaRPr lang="en-US" altLang="en-US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10" descr="underline_base">
            <a:extLst>
              <a:ext uri="{FF2B5EF4-FFF2-40B4-BE49-F238E27FC236}">
                <a16:creationId xmlns:a16="http://schemas.microsoft.com/office/drawing/2014/main" id="{9EC3EB97-630A-4BCB-B48C-E03583631AF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8620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Rectangle 2">
            <a:extLst>
              <a:ext uri="{FF2B5EF4-FFF2-40B4-BE49-F238E27FC236}">
                <a16:creationId xmlns:a16="http://schemas.microsoft.com/office/drawing/2014/main" id="{2F3665AC-AFDF-4747-AF18-9808762EE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46050"/>
            <a:ext cx="7772400" cy="969963"/>
          </a:xfrm>
        </p:spPr>
        <p:txBody>
          <a:bodyPr/>
          <a:lstStyle/>
          <a:p>
            <a:r>
              <a:rPr lang="en-US" altLang="en-US" sz="4000"/>
              <a:t>DNS: caching, updating records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3AB7BD4-58A0-4BAB-9F28-14E68B31E9C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285875"/>
            <a:ext cx="8275637" cy="47339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</a:rPr>
              <a:t>Once any Name Server learns a mapping, it is </a:t>
            </a:r>
            <a:r>
              <a:rPr lang="en-US" altLang="en-US" sz="2400" b="1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cached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TLD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</a:rPr>
              <a:t> servers are typically cached in 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Local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</a:rPr>
              <a:t> DNS servers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</a:rPr>
              <a:t>thus 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Root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</a:rPr>
              <a:t> name servers not often visited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</a:rPr>
              <a:t>cache entries timeout after some time (often 2 days)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</a:rPr>
              <a:t>DNS server having cached entry can reply DNS query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</a:rPr>
              <a:t>even if not 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Authoritative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</a:rPr>
              <a:t> for the hostname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</a:rPr>
              <a:t>Cached entries may be </a:t>
            </a:r>
            <a:r>
              <a:rPr lang="en-US" altLang="en-US" sz="2400" i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out-of-date...!</a:t>
            </a:r>
            <a:endParaRPr lang="en-US" altLang="en-US" sz="240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Update/notify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mechanisms proposed in IETF standard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RFC 2136</a:t>
            </a:r>
          </a:p>
        </p:txBody>
      </p:sp>
      <p:sp>
        <p:nvSpPr>
          <p:cNvPr id="33797" name="Slide Number Placeholder 3">
            <a:extLst>
              <a:ext uri="{FF2B5EF4-FFF2-40B4-BE49-F238E27FC236}">
                <a16:creationId xmlns:a16="http://schemas.microsoft.com/office/drawing/2014/main" id="{855DCE42-F513-4ED3-988A-3D095010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6EE2C115-BFEF-4C4E-96B5-4D301610AF1C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D0F3A93-D19E-4D60-8FFB-06A4E291E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69850"/>
            <a:ext cx="7772400" cy="892175"/>
          </a:xfrm>
        </p:spPr>
        <p:txBody>
          <a:bodyPr/>
          <a:lstStyle/>
          <a:p>
            <a:r>
              <a:rPr lang="en-US" altLang="en-US" sz="4000"/>
              <a:t>DNS records</a:t>
            </a:r>
            <a:endParaRPr lang="en-US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2B6C4A6-AE21-4244-BF06-BA1C42FAD51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71475" y="1085850"/>
            <a:ext cx="7820025" cy="85407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DNS servers store resource records </a:t>
            </a:r>
            <a:r>
              <a:rPr lang="en-US" altLang="en-US" sz="22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(RR)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Each 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Reply </a:t>
            </a: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carries one/more RRs  </a:t>
            </a: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(maps name to value)</a:t>
            </a:r>
          </a:p>
        </p:txBody>
      </p:sp>
      <p:sp>
        <p:nvSpPr>
          <p:cNvPr id="23563" name="Text Box 6">
            <a:extLst>
              <a:ext uri="{FF2B5EF4-FFF2-40B4-BE49-F238E27FC236}">
                <a16:creationId xmlns:a16="http://schemas.microsoft.com/office/drawing/2014/main" id="{354DAEA9-4385-488F-82B6-164FD0066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2047875"/>
            <a:ext cx="5364162" cy="54768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>
              <a:defRPr/>
            </a:pPr>
            <a:r>
              <a:rPr lang="en-US" sz="2200" dirty="0">
                <a:solidFill>
                  <a:schemeClr val="accent2"/>
                </a:solidFill>
                <a:latin typeface="Arial" charset="0"/>
                <a:ea typeface="ＭＳ Ｐゴシック" panose="020B0600070205080204" pitchFamily="34" charset="-128"/>
              </a:rPr>
              <a:t>RR format:</a:t>
            </a:r>
            <a:r>
              <a:rPr lang="en-US" sz="2200" dirty="0">
                <a:solidFill>
                  <a:schemeClr val="accent2"/>
                </a:solidFill>
                <a:latin typeface="Comic Sans MS" pitchFamily="66" charset="0"/>
                <a:ea typeface="ＭＳ Ｐゴシック" panose="020B0600070205080204" pitchFamily="34" charset="-128"/>
              </a:rPr>
              <a:t>  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ea typeface="ＭＳ Ｐゴシック" panose="020B0600070205080204" pitchFamily="34" charset="-128"/>
              </a:rPr>
              <a:t>(name, value, type,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  <a:ea typeface="ＭＳ Ｐゴシック" panose="020B0600070205080204" pitchFamily="34" charset="-128"/>
              </a:rPr>
              <a:t>ttl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  <a:ea typeface="ＭＳ Ｐゴシック" panose="020B0600070205080204" pitchFamily="34" charset="-128"/>
              </a:rPr>
              <a:t>)</a:t>
            </a:r>
            <a:endParaRPr lang="en-US" dirty="0">
              <a:solidFill>
                <a:schemeClr val="accent2"/>
              </a:solidFill>
              <a:latin typeface="Times New Roman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5845" name="Rectangle 8">
            <a:extLst>
              <a:ext uri="{FF2B5EF4-FFF2-40B4-BE49-F238E27FC236}">
                <a16:creationId xmlns:a16="http://schemas.microsoft.com/office/drawing/2014/main" id="{8A65E63E-816D-4F61-BA19-DB3DE42B6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879725"/>
            <a:ext cx="3990975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2857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400" u="sng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Type=A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b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name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</a:rPr>
              <a:t> is hostname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b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value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</a:rPr>
              <a:t> is IP address</a:t>
            </a:r>
          </a:p>
          <a:p>
            <a:pPr>
              <a:lnSpc>
                <a:spcPct val="100000"/>
              </a:lnSpc>
              <a:spcBef>
                <a:spcPts val="18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400" u="sng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Type=NS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b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name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is domain (e.g, foo.com)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b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value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is hostname of Authoritative name server for this domain</a:t>
            </a:r>
          </a:p>
          <a:p>
            <a:pPr lvl="3">
              <a:spcBef>
                <a:spcPts val="600"/>
              </a:spcBef>
              <a:buFont typeface="ZapfDingbats" pitchFamily="82" charset="2"/>
              <a:buChar char="r"/>
            </a:pPr>
            <a:endParaRPr lang="en-US" altLang="en-US" sz="2200">
              <a:latin typeface="Calibri" panose="020F0502020204030204" pitchFamily="34" charset="0"/>
              <a:ea typeface="MS PGothic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35846" name="Rectangle 9">
            <a:extLst>
              <a:ext uri="{FF2B5EF4-FFF2-40B4-BE49-F238E27FC236}">
                <a16:creationId xmlns:a16="http://schemas.microsoft.com/office/drawing/2014/main" id="{F5E96ED3-5238-4BE7-A4A7-F288D0527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25" y="2795588"/>
            <a:ext cx="441007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2857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2400" u="sng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Type=CNAME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b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name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is alias name for some </a:t>
            </a:r>
            <a:r>
              <a:rPr lang="ja-JP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“</a:t>
            </a:r>
            <a:r>
              <a:rPr lang="en-US" altLang="ja-JP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canonical</a:t>
            </a:r>
            <a:r>
              <a:rPr lang="ja-JP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”</a:t>
            </a:r>
            <a:r>
              <a:rPr lang="en-US" altLang="ja-JP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name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1800" b="1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	    www.ibm.com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  </a:t>
            </a:r>
            <a:r>
              <a:rPr lang="en-US" altLang="en-US" sz="20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is really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 	   </a:t>
            </a:r>
            <a:r>
              <a:rPr lang="en-US" altLang="en-US" sz="1800" b="1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servereast.backup2.ibm.com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b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value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is canonical name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en-US" u="sng">
                <a:solidFill>
                  <a:srgbClr val="CC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Type=MX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b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value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is hostname of mail server associated with domain </a:t>
            </a:r>
            <a:r>
              <a:rPr lang="en-US" altLang="en-US" sz="2200" b="1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name</a:t>
            </a:r>
            <a:endParaRPr lang="en-US" altLang="en-US" sz="2200">
              <a:latin typeface="Calibri" panose="020F0502020204030204" pitchFamily="34" charset="0"/>
              <a:ea typeface="MS PGothic" panose="020B0600070205080204" pitchFamily="34" charset="-128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ClrTx/>
              <a:buSzTx/>
              <a:buFont typeface="ZapfDingbats" pitchFamily="82" charset="2"/>
              <a:buChar char="r"/>
            </a:pPr>
            <a:endParaRPr lang="en-US" altLang="en-US" sz="2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847" name="Picture 16" descr="underline_base">
            <a:extLst>
              <a:ext uri="{FF2B5EF4-FFF2-40B4-BE49-F238E27FC236}">
                <a16:creationId xmlns:a16="http://schemas.microsoft.com/office/drawing/2014/main" id="{0860235D-8695-4DFB-A6F4-7DC13DA17E2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749300"/>
            <a:ext cx="3198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8" name="Slide Number Placeholder 3">
            <a:extLst>
              <a:ext uri="{FF2B5EF4-FFF2-40B4-BE49-F238E27FC236}">
                <a16:creationId xmlns:a16="http://schemas.microsoft.com/office/drawing/2014/main" id="{88AABFD3-1A6A-485B-84B1-DF9C8C22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CD31F6BD-55EE-41F6-BEE8-DB232E51258D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36">
            <a:extLst>
              <a:ext uri="{FF2B5EF4-FFF2-40B4-BE49-F238E27FC236}">
                <a16:creationId xmlns:a16="http://schemas.microsoft.com/office/drawing/2014/main" id="{B8CDDD27-7FD4-4E72-A5F6-4B12C50C3B9F}"/>
              </a:ext>
            </a:extLst>
          </p:cNvPr>
          <p:cNvGrpSpPr>
            <a:grpSpLocks/>
          </p:cNvGrpSpPr>
          <p:nvPr/>
        </p:nvGrpSpPr>
        <p:grpSpPr bwMode="auto">
          <a:xfrm>
            <a:off x="4713288" y="2216150"/>
            <a:ext cx="3725862" cy="4184650"/>
            <a:chOff x="2672" y="1396"/>
            <a:chExt cx="2347" cy="2636"/>
          </a:xfrm>
        </p:grpSpPr>
        <p:sp>
          <p:nvSpPr>
            <p:cNvPr id="37908" name="Rectangle 33">
              <a:extLst>
                <a:ext uri="{FF2B5EF4-FFF2-40B4-BE49-F238E27FC236}">
                  <a16:creationId xmlns:a16="http://schemas.microsoft.com/office/drawing/2014/main" id="{3EAD07E0-9AE5-4F10-B639-05AE14FE6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1396"/>
              <a:ext cx="2277" cy="2585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909" name="Rectangle 12">
              <a:extLst>
                <a:ext uri="{FF2B5EF4-FFF2-40B4-BE49-F238E27FC236}">
                  <a16:creationId xmlns:a16="http://schemas.microsoft.com/office/drawing/2014/main" id="{877D9523-ACC8-4C52-B475-BE6E95313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447"/>
              <a:ext cx="2277" cy="25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910" name="Line 13">
              <a:extLst>
                <a:ext uri="{FF2B5EF4-FFF2-40B4-BE49-F238E27FC236}">
                  <a16:creationId xmlns:a16="http://schemas.microsoft.com/office/drawing/2014/main" id="{25BDBC97-7A56-41DC-9E91-63D7D16D3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3606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1" name="Line 14">
              <a:extLst>
                <a:ext uri="{FF2B5EF4-FFF2-40B4-BE49-F238E27FC236}">
                  <a16:creationId xmlns:a16="http://schemas.microsoft.com/office/drawing/2014/main" id="{A8AF915D-8DCC-40D6-83A7-163BE32F7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174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2" name="Line 15">
              <a:extLst>
                <a:ext uri="{FF2B5EF4-FFF2-40B4-BE49-F238E27FC236}">
                  <a16:creationId xmlns:a16="http://schemas.microsoft.com/office/drawing/2014/main" id="{AF98DE98-B4F4-4C35-B928-14BD00C21F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2742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3" name="Line 16">
              <a:extLst>
                <a:ext uri="{FF2B5EF4-FFF2-40B4-BE49-F238E27FC236}">
                  <a16:creationId xmlns:a16="http://schemas.microsoft.com/office/drawing/2014/main" id="{E9E78296-D2B3-472A-8ACC-AE1D52571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2317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4" name="Line 17">
              <a:extLst>
                <a:ext uri="{FF2B5EF4-FFF2-40B4-BE49-F238E27FC236}">
                  <a16:creationId xmlns:a16="http://schemas.microsoft.com/office/drawing/2014/main" id="{B9094F33-6C82-4331-8CAF-D9B3AF38F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0" y="2029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5" name="Line 18">
              <a:extLst>
                <a:ext uri="{FF2B5EF4-FFF2-40B4-BE49-F238E27FC236}">
                  <a16:creationId xmlns:a16="http://schemas.microsoft.com/office/drawing/2014/main" id="{B76127CE-840C-40A7-9D5C-0D98F7008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1745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6" name="Line 19">
              <a:extLst>
                <a:ext uri="{FF2B5EF4-FFF2-40B4-BE49-F238E27FC236}">
                  <a16:creationId xmlns:a16="http://schemas.microsoft.com/office/drawing/2014/main" id="{1883BA62-C039-4F45-8923-8D9A0E771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6" y="1454"/>
              <a:ext cx="2" cy="8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7" name="Text Box 20">
              <a:extLst>
                <a:ext uri="{FF2B5EF4-FFF2-40B4-BE49-F238E27FC236}">
                  <a16:creationId xmlns:a16="http://schemas.microsoft.com/office/drawing/2014/main" id="{1151A1D6-6D8F-46DA-B498-75E7AD243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1492"/>
              <a:ext cx="8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identification</a:t>
              </a:r>
            </a:p>
          </p:txBody>
        </p:sp>
        <p:sp>
          <p:nvSpPr>
            <p:cNvPr id="37918" name="Text Box 21">
              <a:extLst>
                <a:ext uri="{FF2B5EF4-FFF2-40B4-BE49-F238E27FC236}">
                  <a16:creationId xmlns:a16="http://schemas.microsoft.com/office/drawing/2014/main" id="{0AE67635-48AB-4171-AD6C-179581A70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0" y="1492"/>
              <a:ext cx="35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flags</a:t>
              </a:r>
            </a:p>
          </p:txBody>
        </p:sp>
        <p:sp>
          <p:nvSpPr>
            <p:cNvPr id="37919" name="Text Box 22">
              <a:extLst>
                <a:ext uri="{FF2B5EF4-FFF2-40B4-BE49-F238E27FC236}">
                  <a16:creationId xmlns:a16="http://schemas.microsoft.com/office/drawing/2014/main" id="{86C06EBA-15EF-4FC5-AFD8-D2902836A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2" y="1780"/>
              <a:ext cx="7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# questions</a:t>
              </a:r>
            </a:p>
          </p:txBody>
        </p:sp>
        <p:sp>
          <p:nvSpPr>
            <p:cNvPr id="37920" name="Text Box 23">
              <a:extLst>
                <a:ext uri="{FF2B5EF4-FFF2-40B4-BE49-F238E27FC236}">
                  <a16:creationId xmlns:a16="http://schemas.microsoft.com/office/drawing/2014/main" id="{807441E7-B71D-4026-B532-8DDDC94F0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417"/>
              <a:ext cx="191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questions (variable # of questions)</a:t>
              </a:r>
            </a:p>
          </p:txBody>
        </p:sp>
        <p:sp>
          <p:nvSpPr>
            <p:cNvPr id="37921" name="Text Box 26">
              <a:extLst>
                <a:ext uri="{FF2B5EF4-FFF2-40B4-BE49-F238E27FC236}">
                  <a16:creationId xmlns:a16="http://schemas.microsoft.com/office/drawing/2014/main" id="{32AFD3BB-F81B-4BE0-8EB4-CCE386A1D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6" y="2067"/>
              <a:ext cx="95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# additional RRs</a:t>
              </a:r>
            </a:p>
          </p:txBody>
        </p:sp>
        <p:sp>
          <p:nvSpPr>
            <p:cNvPr id="37922" name="Text Box 27">
              <a:extLst>
                <a:ext uri="{FF2B5EF4-FFF2-40B4-BE49-F238E27FC236}">
                  <a16:creationId xmlns:a16="http://schemas.microsoft.com/office/drawing/2014/main" id="{E75FA1E9-029D-469A-BAD1-DE0064128D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2" y="2068"/>
              <a:ext cx="91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# authority RRs</a:t>
              </a:r>
            </a:p>
          </p:txBody>
        </p:sp>
        <p:sp>
          <p:nvSpPr>
            <p:cNvPr id="37923" name="Text Box 28">
              <a:extLst>
                <a:ext uri="{FF2B5EF4-FFF2-40B4-BE49-F238E27FC236}">
                  <a16:creationId xmlns:a16="http://schemas.microsoft.com/office/drawing/2014/main" id="{CED8F911-8DC2-4577-A504-D88B60399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" y="1786"/>
              <a:ext cx="81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# answer RRs</a:t>
              </a:r>
            </a:p>
          </p:txBody>
        </p:sp>
        <p:sp>
          <p:nvSpPr>
            <p:cNvPr id="37924" name="Text Box 30">
              <a:extLst>
                <a:ext uri="{FF2B5EF4-FFF2-40B4-BE49-F238E27FC236}">
                  <a16:creationId xmlns:a16="http://schemas.microsoft.com/office/drawing/2014/main" id="{EAC8E59A-A922-432A-90E5-3CC927DD6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3" y="2848"/>
              <a:ext cx="152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answers (variable # of RRs)</a:t>
              </a:r>
            </a:p>
          </p:txBody>
        </p:sp>
        <p:sp>
          <p:nvSpPr>
            <p:cNvPr id="37925" name="Text Box 31">
              <a:extLst>
                <a:ext uri="{FF2B5EF4-FFF2-40B4-BE49-F238E27FC236}">
                  <a16:creationId xmlns:a16="http://schemas.microsoft.com/office/drawing/2014/main" id="{7C624D5F-12A4-47C4-A0FC-56E5554D6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3280"/>
              <a:ext cx="157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authority (variable # of RRs)</a:t>
              </a:r>
            </a:p>
          </p:txBody>
        </p:sp>
        <p:sp>
          <p:nvSpPr>
            <p:cNvPr id="37926" name="Text Box 32">
              <a:extLst>
                <a:ext uri="{FF2B5EF4-FFF2-40B4-BE49-F238E27FC236}">
                  <a16:creationId xmlns:a16="http://schemas.microsoft.com/office/drawing/2014/main" id="{787FD8EA-9897-40EC-A9AA-8249EA778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" y="3700"/>
              <a:ext cx="185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additional info (variable # of RRs)</a:t>
              </a:r>
            </a:p>
          </p:txBody>
        </p:sp>
      </p:grpSp>
      <p:grpSp>
        <p:nvGrpSpPr>
          <p:cNvPr id="37891" name="Group 60">
            <a:extLst>
              <a:ext uri="{FF2B5EF4-FFF2-40B4-BE49-F238E27FC236}">
                <a16:creationId xmlns:a16="http://schemas.microsoft.com/office/drawing/2014/main" id="{303F997A-CACF-4FD2-AE4B-2A81328665EF}"/>
              </a:ext>
            </a:extLst>
          </p:cNvPr>
          <p:cNvGrpSpPr>
            <a:grpSpLocks/>
          </p:cNvGrpSpPr>
          <p:nvPr/>
        </p:nvGrpSpPr>
        <p:grpSpPr bwMode="auto">
          <a:xfrm>
            <a:off x="4743450" y="1895475"/>
            <a:ext cx="1747838" cy="274638"/>
            <a:chOff x="2691" y="1194"/>
            <a:chExt cx="1101" cy="173"/>
          </a:xfrm>
        </p:grpSpPr>
        <p:sp>
          <p:nvSpPr>
            <p:cNvPr id="37905" name="Text Box 57">
              <a:extLst>
                <a:ext uri="{FF2B5EF4-FFF2-40B4-BE49-F238E27FC236}">
                  <a16:creationId xmlns:a16="http://schemas.microsoft.com/office/drawing/2014/main" id="{E25778EA-7955-44FB-9B0F-7409DDDAC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2" y="1194"/>
              <a:ext cx="42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2 bytes</a:t>
              </a:r>
            </a:p>
          </p:txBody>
        </p:sp>
        <p:sp>
          <p:nvSpPr>
            <p:cNvPr id="37906" name="Line 58">
              <a:extLst>
                <a:ext uri="{FF2B5EF4-FFF2-40B4-BE49-F238E27FC236}">
                  <a16:creationId xmlns:a16="http://schemas.microsoft.com/office/drawing/2014/main" id="{5313BFFE-F9A9-43A9-A439-2BEC8A12C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5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7" name="Line 59">
              <a:extLst>
                <a:ext uri="{FF2B5EF4-FFF2-40B4-BE49-F238E27FC236}">
                  <a16:creationId xmlns:a16="http://schemas.microsoft.com/office/drawing/2014/main" id="{C58FE944-4D45-4B35-9846-D30F5CD9D0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1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892" name="Group 61">
            <a:extLst>
              <a:ext uri="{FF2B5EF4-FFF2-40B4-BE49-F238E27FC236}">
                <a16:creationId xmlns:a16="http://schemas.microsoft.com/office/drawing/2014/main" id="{82B20C82-2C69-4918-9266-B00E6C35A943}"/>
              </a:ext>
            </a:extLst>
          </p:cNvPr>
          <p:cNvGrpSpPr>
            <a:grpSpLocks/>
          </p:cNvGrpSpPr>
          <p:nvPr/>
        </p:nvGrpSpPr>
        <p:grpSpPr bwMode="auto">
          <a:xfrm>
            <a:off x="6518275" y="1895475"/>
            <a:ext cx="1747838" cy="274638"/>
            <a:chOff x="2691" y="1194"/>
            <a:chExt cx="1101" cy="173"/>
          </a:xfrm>
        </p:grpSpPr>
        <p:sp>
          <p:nvSpPr>
            <p:cNvPr id="37902" name="Text Box 62">
              <a:extLst>
                <a:ext uri="{FF2B5EF4-FFF2-40B4-BE49-F238E27FC236}">
                  <a16:creationId xmlns:a16="http://schemas.microsoft.com/office/drawing/2014/main" id="{F16FABF5-616C-4F5E-84EE-83303087BD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2" y="1194"/>
              <a:ext cx="42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2 bytes</a:t>
              </a:r>
            </a:p>
          </p:txBody>
        </p:sp>
        <p:sp>
          <p:nvSpPr>
            <p:cNvPr id="37903" name="Line 63">
              <a:extLst>
                <a:ext uri="{FF2B5EF4-FFF2-40B4-BE49-F238E27FC236}">
                  <a16:creationId xmlns:a16="http://schemas.microsoft.com/office/drawing/2014/main" id="{B364E0C9-E7D9-453E-8679-28C459D425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5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4" name="Line 64">
              <a:extLst>
                <a:ext uri="{FF2B5EF4-FFF2-40B4-BE49-F238E27FC236}">
                  <a16:creationId xmlns:a16="http://schemas.microsoft.com/office/drawing/2014/main" id="{6203D51D-7460-4A9A-AF7A-24B4A68223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1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7893" name="Picture 11" descr="underline_base">
            <a:extLst>
              <a:ext uri="{FF2B5EF4-FFF2-40B4-BE49-F238E27FC236}">
                <a16:creationId xmlns:a16="http://schemas.microsoft.com/office/drawing/2014/main" id="{5FBF5BBB-0345-4969-826F-61B19EFC1DE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88582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Rectangle 2">
            <a:extLst>
              <a:ext uri="{FF2B5EF4-FFF2-40B4-BE49-F238E27FC236}">
                <a16:creationId xmlns:a16="http://schemas.microsoft.com/office/drawing/2014/main" id="{689EA3E5-B4B4-4F21-A3EB-D87AF4AE7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088" y="217488"/>
            <a:ext cx="7772400" cy="860425"/>
          </a:xfrm>
        </p:spPr>
        <p:txBody>
          <a:bodyPr/>
          <a:lstStyle/>
          <a:p>
            <a:r>
              <a:rPr lang="en-US" altLang="en-US" sz="4000"/>
              <a:t>DNS protocol, messages</a:t>
            </a:r>
            <a:endParaRPr lang="en-US" altLang="en-US"/>
          </a:p>
        </p:txBody>
      </p:sp>
      <p:sp>
        <p:nvSpPr>
          <p:cNvPr id="37895" name="Rectangle 3">
            <a:extLst>
              <a:ext uri="{FF2B5EF4-FFF2-40B4-BE49-F238E27FC236}">
                <a16:creationId xmlns:a16="http://schemas.microsoft.com/office/drawing/2014/main" id="{43619EB2-6E61-4121-9BBC-32E35DFA7C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39725" y="1263650"/>
            <a:ext cx="8666163" cy="514350"/>
          </a:xfrm>
        </p:spPr>
        <p:txBody>
          <a:bodyPr/>
          <a:lstStyle/>
          <a:p>
            <a:r>
              <a:rPr lang="en-US" altLang="en-US" sz="2400" b="1" i="1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Query</a:t>
            </a:r>
            <a:r>
              <a:rPr lang="en-US" altLang="en-US" sz="24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</a:rPr>
              <a:t>&amp; </a:t>
            </a:r>
            <a:r>
              <a:rPr lang="en-US" altLang="en-US" sz="2400" b="1" i="1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Reply</a:t>
            </a: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</a:rPr>
              <a:t> messages, both have same </a:t>
            </a:r>
            <a:r>
              <a:rPr lang="en-US" altLang="en-US" sz="2400" i="1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message format</a:t>
            </a:r>
            <a:endParaRPr lang="en-US" altLang="en-US" sz="240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848" name="Rectangle 4">
            <a:extLst>
              <a:ext uri="{FF2B5EF4-FFF2-40B4-BE49-F238E27FC236}">
                <a16:creationId xmlns:a16="http://schemas.microsoft.com/office/drawing/2014/main" id="{6EDD8EC9-F3BC-4CF3-AE51-233B0A79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1997075"/>
            <a:ext cx="3817938" cy="38385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Msg header</a:t>
            </a:r>
          </a:p>
          <a:p>
            <a:pPr>
              <a:lnSpc>
                <a:spcPct val="100000"/>
              </a:lnSpc>
              <a:spcBef>
                <a:spcPts val="1200"/>
              </a:spcBef>
              <a:buSzPct val="75000"/>
              <a:defRPr/>
            </a:pPr>
            <a:r>
              <a:rPr lang="en-US" altLang="en-US" sz="22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Identification:</a:t>
            </a:r>
          </a:p>
          <a:p>
            <a:pPr marL="798512" lvl="1" indent="-342900">
              <a:lnSpc>
                <a:spcPct val="100000"/>
              </a:lnSpc>
              <a:spcBef>
                <a:spcPts val="600"/>
              </a:spcBef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16 bit # for query</a:t>
            </a:r>
          </a:p>
          <a:p>
            <a:pPr marL="798512" lvl="1" indent="-342900">
              <a:lnSpc>
                <a:spcPct val="100000"/>
              </a:lnSpc>
              <a:spcBef>
                <a:spcPts val="600"/>
              </a:spcBef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reply to query uses same #</a:t>
            </a:r>
          </a:p>
          <a:p>
            <a:pPr>
              <a:lnSpc>
                <a:spcPct val="100000"/>
              </a:lnSpc>
              <a:spcBef>
                <a:spcPts val="1800"/>
              </a:spcBef>
              <a:buSzPct val="75000"/>
              <a:defRPr/>
            </a:pPr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 bit flags: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query or reply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reply is Authoritative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recursion desired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recursion available</a:t>
            </a:r>
          </a:p>
        </p:txBody>
      </p:sp>
      <p:sp>
        <p:nvSpPr>
          <p:cNvPr id="37897" name="Line 34">
            <a:extLst>
              <a:ext uri="{FF2B5EF4-FFF2-40B4-BE49-F238E27FC236}">
                <a16:creationId xmlns:a16="http://schemas.microsoft.com/office/drawing/2014/main" id="{F9A48F31-1BE5-438B-9F86-0407038C6C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65450" y="2590800"/>
            <a:ext cx="1879600" cy="234950"/>
          </a:xfrm>
          <a:prstGeom prst="line">
            <a:avLst/>
          </a:prstGeom>
          <a:noFill/>
          <a:ln w="1270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8" name="Line 35">
            <a:extLst>
              <a:ext uri="{FF2B5EF4-FFF2-40B4-BE49-F238E27FC236}">
                <a16:creationId xmlns:a16="http://schemas.microsoft.com/office/drawing/2014/main" id="{2E155DBB-E0FA-45F4-8F2E-EDD36487C3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49525" y="2608263"/>
            <a:ext cx="4349750" cy="1552575"/>
          </a:xfrm>
          <a:prstGeom prst="line">
            <a:avLst/>
          </a:prstGeom>
          <a:noFill/>
          <a:ln w="1270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9" name="Slide Number Placeholder 3">
            <a:extLst>
              <a:ext uri="{FF2B5EF4-FFF2-40B4-BE49-F238E27FC236}">
                <a16:creationId xmlns:a16="http://schemas.microsoft.com/office/drawing/2014/main" id="{13DE623D-D0E5-4DDA-A0A7-E4B0CE2E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015E73A1-6D30-4444-A490-7871313BC8E5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37900" name="Left Brace 37">
            <a:extLst>
              <a:ext uri="{FF2B5EF4-FFF2-40B4-BE49-F238E27FC236}">
                <a16:creationId xmlns:a16="http://schemas.microsoft.com/office/drawing/2014/main" id="{7434471D-88B8-400D-A8F4-18A4DD1D5811}"/>
              </a:ext>
            </a:extLst>
          </p:cNvPr>
          <p:cNvSpPr>
            <a:spLocks/>
          </p:cNvSpPr>
          <p:nvPr/>
        </p:nvSpPr>
        <p:spPr bwMode="auto">
          <a:xfrm>
            <a:off x="4405313" y="2312988"/>
            <a:ext cx="180975" cy="1344612"/>
          </a:xfrm>
          <a:prstGeom prst="leftBrace">
            <a:avLst>
              <a:gd name="adj1" fmla="val 8290"/>
              <a:gd name="adj2" fmla="val 50000"/>
            </a:avLst>
          </a:prstGeom>
          <a:noFill/>
          <a:ln w="2857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37901" name="Line 34">
            <a:extLst>
              <a:ext uri="{FF2B5EF4-FFF2-40B4-BE49-F238E27FC236}">
                <a16:creationId xmlns:a16="http://schemas.microsoft.com/office/drawing/2014/main" id="{067BF4CC-173C-4A8F-888E-6DFC3153E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6613" y="2300288"/>
            <a:ext cx="2105025" cy="152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41" descr="underline_base">
            <a:extLst>
              <a:ext uri="{FF2B5EF4-FFF2-40B4-BE49-F238E27FC236}">
                <a16:creationId xmlns:a16="http://schemas.microsoft.com/office/drawing/2014/main" id="{A87430C2-67D3-4A24-A029-1DDF07D1C1A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88582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Rectangle 2">
            <a:extLst>
              <a:ext uri="{FF2B5EF4-FFF2-40B4-BE49-F238E27FC236}">
                <a16:creationId xmlns:a16="http://schemas.microsoft.com/office/drawing/2014/main" id="{78451A7F-CF7A-45CC-AE8E-619707AC0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217488"/>
            <a:ext cx="777240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rgbClr val="000099"/>
                </a:solidFill>
              </a:rPr>
              <a:t>DNS protocol, messages</a:t>
            </a:r>
            <a:endParaRPr lang="en-US" altLang="en-US" sz="4400">
              <a:solidFill>
                <a:srgbClr val="000099"/>
              </a:solidFill>
            </a:endParaRPr>
          </a:p>
        </p:txBody>
      </p:sp>
      <p:grpSp>
        <p:nvGrpSpPr>
          <p:cNvPr id="39940" name="Group 41">
            <a:extLst>
              <a:ext uri="{FF2B5EF4-FFF2-40B4-BE49-F238E27FC236}">
                <a16:creationId xmlns:a16="http://schemas.microsoft.com/office/drawing/2014/main" id="{8A149617-5E84-47BA-B3A9-5B63AA70F9C3}"/>
              </a:ext>
            </a:extLst>
          </p:cNvPr>
          <p:cNvGrpSpPr>
            <a:grpSpLocks/>
          </p:cNvGrpSpPr>
          <p:nvPr/>
        </p:nvGrpSpPr>
        <p:grpSpPr bwMode="auto">
          <a:xfrm>
            <a:off x="511175" y="1535113"/>
            <a:ext cx="7331075" cy="4518025"/>
            <a:chOff x="635989" y="1895478"/>
            <a:chExt cx="7331674" cy="4517625"/>
          </a:xfrm>
        </p:grpSpPr>
        <p:sp>
          <p:nvSpPr>
            <p:cNvPr id="39945" name="Text Box 4">
              <a:extLst>
                <a:ext uri="{FF2B5EF4-FFF2-40B4-BE49-F238E27FC236}">
                  <a16:creationId xmlns:a16="http://schemas.microsoft.com/office/drawing/2014/main" id="{6E57C92F-5736-4ABD-80F2-F8E4EC111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6056" y="3703638"/>
              <a:ext cx="1981633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name, type fields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 for a query</a:t>
              </a:r>
              <a:endParaRPr lang="en-US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946" name="Text Box 5">
              <a:extLst>
                <a:ext uri="{FF2B5EF4-FFF2-40B4-BE49-F238E27FC236}">
                  <a16:creationId xmlns:a16="http://schemas.microsoft.com/office/drawing/2014/main" id="{7BB746A2-8A03-44E7-ACA2-DE9A86ED34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338" y="4425950"/>
              <a:ext cx="216852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RRs in response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to query</a:t>
              </a:r>
              <a:endParaRPr lang="en-US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947" name="Text Box 6">
              <a:extLst>
                <a:ext uri="{FF2B5EF4-FFF2-40B4-BE49-F238E27FC236}">
                  <a16:creationId xmlns:a16="http://schemas.microsoft.com/office/drawing/2014/main" id="{105D3BC5-B8DC-495E-8B11-90D632C81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204" y="5078413"/>
              <a:ext cx="234583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records for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authoritative servers</a:t>
              </a:r>
              <a:endParaRPr lang="en-US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948" name="Text Box 7">
              <a:extLst>
                <a:ext uri="{FF2B5EF4-FFF2-40B4-BE49-F238E27FC236}">
                  <a16:creationId xmlns:a16="http://schemas.microsoft.com/office/drawing/2014/main" id="{5E9D8571-C982-44C4-84C4-CAC76044B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989" y="5797550"/>
              <a:ext cx="2445349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additional </a:t>
              </a:r>
              <a:r>
                <a:rPr lang="ja-JP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“</a:t>
              </a:r>
              <a:r>
                <a:rPr lang="en-US" altLang="ja-JP" sz="2000">
                  <a:latin typeface="Calibri" panose="020F0502020204030204" pitchFamily="34" charset="0"/>
                  <a:cs typeface="Calibri" panose="020F0502020204030204" pitchFamily="34" charset="0"/>
                </a:rPr>
                <a:t>helpful</a:t>
              </a:r>
              <a:r>
                <a:rPr lang="ja-JP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”</a:t>
              </a:r>
              <a:endParaRPr lang="en-US" altLang="ja-JP" sz="20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info that may be used</a:t>
              </a:r>
              <a:endParaRPr lang="en-US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9949" name="Group 17">
              <a:extLst>
                <a:ext uri="{FF2B5EF4-FFF2-40B4-BE49-F238E27FC236}">
                  <a16:creationId xmlns:a16="http://schemas.microsoft.com/office/drawing/2014/main" id="{B2B1B671-28BB-4B17-ABCF-FB51E1F1B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1800" y="2216150"/>
              <a:ext cx="3725863" cy="4184650"/>
              <a:chOff x="2672" y="1396"/>
              <a:chExt cx="2347" cy="2636"/>
            </a:xfrm>
          </p:grpSpPr>
          <p:sp>
            <p:nvSpPr>
              <p:cNvPr id="39962" name="Rectangle 18">
                <a:extLst>
                  <a:ext uri="{FF2B5EF4-FFF2-40B4-BE49-F238E27FC236}">
                    <a16:creationId xmlns:a16="http://schemas.microsoft.com/office/drawing/2014/main" id="{D69F5D50-CA97-43CA-B66D-831FC4075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2" y="1396"/>
                <a:ext cx="2277" cy="2585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963" name="Rectangle 19">
                <a:extLst>
                  <a:ext uri="{FF2B5EF4-FFF2-40B4-BE49-F238E27FC236}">
                    <a16:creationId xmlns:a16="http://schemas.microsoft.com/office/drawing/2014/main" id="{50FE6AA8-FFCD-43DD-9679-C04A5F416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1447"/>
                <a:ext cx="2277" cy="258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964" name="Line 20">
                <a:extLst>
                  <a:ext uri="{FF2B5EF4-FFF2-40B4-BE49-F238E27FC236}">
                    <a16:creationId xmlns:a16="http://schemas.microsoft.com/office/drawing/2014/main" id="{F9BFE84D-9C0D-48E4-ABAE-404E75D84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1" y="3606"/>
                <a:ext cx="229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5" name="Line 21">
                <a:extLst>
                  <a:ext uri="{FF2B5EF4-FFF2-40B4-BE49-F238E27FC236}">
                    <a16:creationId xmlns:a16="http://schemas.microsoft.com/office/drawing/2014/main" id="{E7D90D9C-5B59-42D4-8F59-3C57E08C6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3174"/>
                <a:ext cx="229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6" name="Line 22">
                <a:extLst>
                  <a:ext uri="{FF2B5EF4-FFF2-40B4-BE49-F238E27FC236}">
                    <a16:creationId xmlns:a16="http://schemas.microsoft.com/office/drawing/2014/main" id="{47803CA2-4117-4E04-8D6C-D623B799D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1" y="2742"/>
                <a:ext cx="229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7" name="Line 23">
                <a:extLst>
                  <a:ext uri="{FF2B5EF4-FFF2-40B4-BE49-F238E27FC236}">
                    <a16:creationId xmlns:a16="http://schemas.microsoft.com/office/drawing/2014/main" id="{534D35AD-1648-491C-AB65-D20986E3FF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1" y="2317"/>
                <a:ext cx="229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8" name="Line 24">
                <a:extLst>
                  <a:ext uri="{FF2B5EF4-FFF2-40B4-BE49-F238E27FC236}">
                    <a16:creationId xmlns:a16="http://schemas.microsoft.com/office/drawing/2014/main" id="{A3B7B9AB-8547-4A2F-B740-74C1D0577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0" y="2029"/>
                <a:ext cx="229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9" name="Line 25">
                <a:extLst>
                  <a:ext uri="{FF2B5EF4-FFF2-40B4-BE49-F238E27FC236}">
                    <a16:creationId xmlns:a16="http://schemas.microsoft.com/office/drawing/2014/main" id="{44A486EA-5AE8-4F40-B033-724F615BAB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2" y="1745"/>
                <a:ext cx="229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70" name="Line 26">
                <a:extLst>
                  <a:ext uri="{FF2B5EF4-FFF2-40B4-BE49-F238E27FC236}">
                    <a16:creationId xmlns:a16="http://schemas.microsoft.com/office/drawing/2014/main" id="{4901C1C5-0B48-4CA4-9BB3-7461E91DC8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6" y="1454"/>
                <a:ext cx="2" cy="85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71" name="Text Box 27">
                <a:extLst>
                  <a:ext uri="{FF2B5EF4-FFF2-40B4-BE49-F238E27FC236}">
                    <a16:creationId xmlns:a16="http://schemas.microsoft.com/office/drawing/2014/main" id="{D311F3C1-E197-40EB-BD3F-34E8920806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2" y="1492"/>
                <a:ext cx="82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  <a:cs typeface="Calibri" panose="020F0502020204030204" pitchFamily="34" charset="0"/>
                  </a:rPr>
                  <a:t>identification</a:t>
                </a:r>
              </a:p>
            </p:txBody>
          </p:sp>
          <p:sp>
            <p:nvSpPr>
              <p:cNvPr id="39972" name="Text Box 28">
                <a:extLst>
                  <a:ext uri="{FF2B5EF4-FFF2-40B4-BE49-F238E27FC236}">
                    <a16:creationId xmlns:a16="http://schemas.microsoft.com/office/drawing/2014/main" id="{8E8A8EE2-86E2-4B8C-9739-41D881C079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0" y="1492"/>
                <a:ext cx="35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  <a:cs typeface="Calibri" panose="020F0502020204030204" pitchFamily="34" charset="0"/>
                  </a:rPr>
                  <a:t>flags</a:t>
                </a:r>
              </a:p>
            </p:txBody>
          </p:sp>
          <p:sp>
            <p:nvSpPr>
              <p:cNvPr id="39973" name="Text Box 29">
                <a:extLst>
                  <a:ext uri="{FF2B5EF4-FFF2-40B4-BE49-F238E27FC236}">
                    <a16:creationId xmlns:a16="http://schemas.microsoft.com/office/drawing/2014/main" id="{BC7C7F97-C4E9-4344-B188-88667DB6F7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2" y="1780"/>
                <a:ext cx="71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  <a:cs typeface="Calibri" panose="020F0502020204030204" pitchFamily="34" charset="0"/>
                  </a:rPr>
                  <a:t># questions</a:t>
                </a:r>
              </a:p>
            </p:txBody>
          </p:sp>
          <p:sp>
            <p:nvSpPr>
              <p:cNvPr id="39974" name="Text Box 30">
                <a:extLst>
                  <a:ext uri="{FF2B5EF4-FFF2-40B4-BE49-F238E27FC236}">
                    <a16:creationId xmlns:a16="http://schemas.microsoft.com/office/drawing/2014/main" id="{D5D97FF8-B169-46CC-A3FE-348A32C432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9" y="2417"/>
                <a:ext cx="191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  <a:cs typeface="Calibri" panose="020F0502020204030204" pitchFamily="34" charset="0"/>
                  </a:rPr>
                  <a:t>questions (variable # of questions)</a:t>
                </a:r>
              </a:p>
            </p:txBody>
          </p:sp>
          <p:sp>
            <p:nvSpPr>
              <p:cNvPr id="39975" name="Text Box 31">
                <a:extLst>
                  <a:ext uri="{FF2B5EF4-FFF2-40B4-BE49-F238E27FC236}">
                    <a16:creationId xmlns:a16="http://schemas.microsoft.com/office/drawing/2014/main" id="{0BA8F92A-0756-4BD4-9B07-0730634247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6" y="2067"/>
                <a:ext cx="9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  <a:cs typeface="Calibri" panose="020F0502020204030204" pitchFamily="34" charset="0"/>
                  </a:rPr>
                  <a:t># additional RRs</a:t>
                </a:r>
              </a:p>
            </p:txBody>
          </p:sp>
          <p:sp>
            <p:nvSpPr>
              <p:cNvPr id="39976" name="Text Box 32">
                <a:extLst>
                  <a:ext uri="{FF2B5EF4-FFF2-40B4-BE49-F238E27FC236}">
                    <a16:creationId xmlns:a16="http://schemas.microsoft.com/office/drawing/2014/main" id="{0B8E06AA-25F5-446B-969F-54736FF239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2" y="2068"/>
                <a:ext cx="91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  <a:cs typeface="Calibri" panose="020F0502020204030204" pitchFamily="34" charset="0"/>
                  </a:rPr>
                  <a:t># authority RRs</a:t>
                </a:r>
              </a:p>
            </p:txBody>
          </p:sp>
          <p:sp>
            <p:nvSpPr>
              <p:cNvPr id="39977" name="Text Box 33">
                <a:extLst>
                  <a:ext uri="{FF2B5EF4-FFF2-40B4-BE49-F238E27FC236}">
                    <a16:creationId xmlns:a16="http://schemas.microsoft.com/office/drawing/2014/main" id="{E23040CC-9E24-474C-A5F1-8DC77C3BA3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8" y="1786"/>
                <a:ext cx="81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  <a:cs typeface="Calibri" panose="020F0502020204030204" pitchFamily="34" charset="0"/>
                  </a:rPr>
                  <a:t># answer RRs</a:t>
                </a:r>
              </a:p>
            </p:txBody>
          </p:sp>
          <p:sp>
            <p:nvSpPr>
              <p:cNvPr id="39978" name="Text Box 34">
                <a:extLst>
                  <a:ext uri="{FF2B5EF4-FFF2-40B4-BE49-F238E27FC236}">
                    <a16:creationId xmlns:a16="http://schemas.microsoft.com/office/drawing/2014/main" id="{BAB87CAE-472A-48C9-89AA-178B915C42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3" y="2848"/>
                <a:ext cx="152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  <a:cs typeface="Calibri" panose="020F0502020204030204" pitchFamily="34" charset="0"/>
                  </a:rPr>
                  <a:t>answers (variable # of RRs)</a:t>
                </a:r>
              </a:p>
            </p:txBody>
          </p:sp>
          <p:sp>
            <p:nvSpPr>
              <p:cNvPr id="39979" name="Text Box 35">
                <a:extLst>
                  <a:ext uri="{FF2B5EF4-FFF2-40B4-BE49-F238E27FC236}">
                    <a16:creationId xmlns:a16="http://schemas.microsoft.com/office/drawing/2014/main" id="{081B35A9-3B07-4574-8AA9-70E5B73B08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2" y="3280"/>
                <a:ext cx="157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  <a:cs typeface="Calibri" panose="020F0502020204030204" pitchFamily="34" charset="0"/>
                  </a:rPr>
                  <a:t>authority (variable # of RRs)</a:t>
                </a:r>
              </a:p>
            </p:txBody>
          </p:sp>
          <p:sp>
            <p:nvSpPr>
              <p:cNvPr id="39980" name="Text Box 36">
                <a:extLst>
                  <a:ext uri="{FF2B5EF4-FFF2-40B4-BE49-F238E27FC236}">
                    <a16:creationId xmlns:a16="http://schemas.microsoft.com/office/drawing/2014/main" id="{8D1EED59-C496-4B7F-ADEF-276C01F87A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1" y="3700"/>
                <a:ext cx="185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  <a:cs typeface="Calibri" panose="020F0502020204030204" pitchFamily="34" charset="0"/>
                  </a:rPr>
                  <a:t>additional info (variable # of RRs)</a:t>
                </a:r>
              </a:p>
            </p:txBody>
          </p:sp>
        </p:grpSp>
        <p:sp>
          <p:nvSpPr>
            <p:cNvPr id="39950" name="Line 37">
              <a:extLst>
                <a:ext uri="{FF2B5EF4-FFF2-40B4-BE49-F238E27FC236}">
                  <a16:creationId xmlns:a16="http://schemas.microsoft.com/office/drawing/2014/main" id="{2006B768-4C7C-4BFC-820F-B097E1E8F3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1975" y="6062663"/>
              <a:ext cx="1371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1" name="Line 38">
              <a:extLst>
                <a:ext uri="{FF2B5EF4-FFF2-40B4-BE49-F238E27FC236}">
                  <a16:creationId xmlns:a16="http://schemas.microsoft.com/office/drawing/2014/main" id="{B1C299BA-A87A-4A6A-BFCF-4E2612399F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9913" y="5403850"/>
              <a:ext cx="1371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2" name="Line 39">
              <a:extLst>
                <a:ext uri="{FF2B5EF4-FFF2-40B4-BE49-F238E27FC236}">
                  <a16:creationId xmlns:a16="http://schemas.microsoft.com/office/drawing/2014/main" id="{DDDAD6D9-45EE-4D9F-92F0-B0DCA4ECEE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7850" y="4745038"/>
              <a:ext cx="1371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3" name="Line 40">
              <a:extLst>
                <a:ext uri="{FF2B5EF4-FFF2-40B4-BE49-F238E27FC236}">
                  <a16:creationId xmlns:a16="http://schemas.microsoft.com/office/drawing/2014/main" id="{FD8BFC8A-BDBF-40DF-8248-287682667C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3563" y="4019550"/>
              <a:ext cx="1371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954" name="Group 43">
              <a:extLst>
                <a:ext uri="{FF2B5EF4-FFF2-40B4-BE49-F238E27FC236}">
                  <a16:creationId xmlns:a16="http://schemas.microsoft.com/office/drawing/2014/main" id="{4E374D6E-27A9-4944-9525-6D3FB0D69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1963" y="1895478"/>
              <a:ext cx="1747837" cy="276226"/>
              <a:chOff x="2691" y="1194"/>
              <a:chExt cx="1101" cy="174"/>
            </a:xfrm>
          </p:grpSpPr>
          <p:sp>
            <p:nvSpPr>
              <p:cNvPr id="39959" name="Text Box 44">
                <a:extLst>
                  <a:ext uri="{FF2B5EF4-FFF2-40B4-BE49-F238E27FC236}">
                    <a16:creationId xmlns:a16="http://schemas.microsoft.com/office/drawing/2014/main" id="{2848D6D2-B39B-4984-9912-A0837F21DB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0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Calibri" panose="020F0502020204030204" pitchFamily="34" charset="0"/>
                    <a:cs typeface="Calibri" panose="020F0502020204030204" pitchFamily="34" charset="0"/>
                  </a:rPr>
                  <a:t>2 bytes</a:t>
                </a:r>
              </a:p>
            </p:txBody>
          </p:sp>
          <p:sp>
            <p:nvSpPr>
              <p:cNvPr id="39960" name="Line 45">
                <a:extLst>
                  <a:ext uri="{FF2B5EF4-FFF2-40B4-BE49-F238E27FC236}">
                    <a16:creationId xmlns:a16="http://schemas.microsoft.com/office/drawing/2014/main" id="{E969C434-02B9-4664-B1C6-7837E5E139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1" name="Line 46">
                <a:extLst>
                  <a:ext uri="{FF2B5EF4-FFF2-40B4-BE49-F238E27FC236}">
                    <a16:creationId xmlns:a16="http://schemas.microsoft.com/office/drawing/2014/main" id="{3D27A374-9A85-43C6-9FFE-863E96A4AA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955" name="Group 47">
              <a:extLst>
                <a:ext uri="{FF2B5EF4-FFF2-40B4-BE49-F238E27FC236}">
                  <a16:creationId xmlns:a16="http://schemas.microsoft.com/office/drawing/2014/main" id="{1EE0B5FF-2A4F-461E-86A8-79A726216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6788" y="1895478"/>
              <a:ext cx="1747837" cy="276226"/>
              <a:chOff x="2691" y="1194"/>
              <a:chExt cx="1101" cy="174"/>
            </a:xfrm>
          </p:grpSpPr>
          <p:sp>
            <p:nvSpPr>
              <p:cNvPr id="39956" name="Text Box 48">
                <a:extLst>
                  <a:ext uri="{FF2B5EF4-FFF2-40B4-BE49-F238E27FC236}">
                    <a16:creationId xmlns:a16="http://schemas.microsoft.com/office/drawing/2014/main" id="{10D781DE-4174-4B4A-BDD4-D42B102A56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0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Calibri" panose="020F0502020204030204" pitchFamily="34" charset="0"/>
                    <a:cs typeface="Calibri" panose="020F0502020204030204" pitchFamily="34" charset="0"/>
                  </a:rPr>
                  <a:t>2 bytes</a:t>
                </a:r>
              </a:p>
            </p:txBody>
          </p:sp>
          <p:sp>
            <p:nvSpPr>
              <p:cNvPr id="39957" name="Line 49">
                <a:extLst>
                  <a:ext uri="{FF2B5EF4-FFF2-40B4-BE49-F238E27FC236}">
                    <a16:creationId xmlns:a16="http://schemas.microsoft.com/office/drawing/2014/main" id="{05B492BF-78EF-47DD-8F07-33AC5194A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8" name="Line 50">
                <a:extLst>
                  <a:ext uri="{FF2B5EF4-FFF2-40B4-BE49-F238E27FC236}">
                    <a16:creationId xmlns:a16="http://schemas.microsoft.com/office/drawing/2014/main" id="{F0BFE1BC-F135-47AD-BB8F-E0A0D7D0D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9941" name="Slide Number Placeholder 3">
            <a:extLst>
              <a:ext uri="{FF2B5EF4-FFF2-40B4-BE49-F238E27FC236}">
                <a16:creationId xmlns:a16="http://schemas.microsoft.com/office/drawing/2014/main" id="{C8ADD94D-0DBC-46F5-ABF1-9AEAF051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B8D797DF-853A-4879-89AE-6598891BAE74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39942" name="Left Brace 41">
            <a:extLst>
              <a:ext uri="{FF2B5EF4-FFF2-40B4-BE49-F238E27FC236}">
                <a16:creationId xmlns:a16="http://schemas.microsoft.com/office/drawing/2014/main" id="{F4CBD6D6-19BF-4F89-B8CC-C84CDB2501C0}"/>
              </a:ext>
            </a:extLst>
          </p:cNvPr>
          <p:cNvSpPr>
            <a:spLocks/>
          </p:cNvSpPr>
          <p:nvPr/>
        </p:nvSpPr>
        <p:spPr bwMode="auto">
          <a:xfrm>
            <a:off x="3865563" y="3325813"/>
            <a:ext cx="179387" cy="2743200"/>
          </a:xfrm>
          <a:prstGeom prst="leftBrace">
            <a:avLst>
              <a:gd name="adj1" fmla="val 8354"/>
              <a:gd name="adj2" fmla="val 50000"/>
            </a:avLst>
          </a:prstGeom>
          <a:noFill/>
          <a:ln w="2857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39943" name="Line 34">
            <a:extLst>
              <a:ext uri="{FF2B5EF4-FFF2-40B4-BE49-F238E27FC236}">
                <a16:creationId xmlns:a16="http://schemas.microsoft.com/office/drawing/2014/main" id="{09C2C2F0-C535-444A-8A04-17B5443528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328863"/>
            <a:ext cx="1441450" cy="10509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4" name="Rectangle 4">
            <a:extLst>
              <a:ext uri="{FF2B5EF4-FFF2-40B4-BE49-F238E27FC236}">
                <a16:creationId xmlns:a16="http://schemas.microsoft.com/office/drawing/2014/main" id="{040F1103-9520-4C54-9D3A-8C0D95196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1951038"/>
            <a:ext cx="211455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Sections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9" descr="underline_base">
            <a:extLst>
              <a:ext uri="{FF2B5EF4-FFF2-40B4-BE49-F238E27FC236}">
                <a16:creationId xmlns:a16="http://schemas.microsoft.com/office/drawing/2014/main" id="{51E854B5-FD5A-4E3B-9738-855F5FF8B15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750888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2">
            <a:extLst>
              <a:ext uri="{FF2B5EF4-FFF2-40B4-BE49-F238E27FC236}">
                <a16:creationId xmlns:a16="http://schemas.microsoft.com/office/drawing/2014/main" id="{0AF08909-3E2A-4DC0-AD38-2DCF825CF0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1275"/>
            <a:ext cx="7772400" cy="903288"/>
          </a:xfrm>
        </p:spPr>
        <p:txBody>
          <a:bodyPr/>
          <a:lstStyle/>
          <a:p>
            <a:r>
              <a:rPr lang="en-US" altLang="en-US" sz="4000"/>
              <a:t>Inserting records into DNS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FABDDFF5-C2AA-47DB-AAF7-87CA2BF2D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" y="1120775"/>
            <a:ext cx="8532813" cy="533558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  </a:t>
            </a: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new startup </a:t>
            </a:r>
            <a:r>
              <a:rPr lang="ja-JP" altLang="en-US" sz="22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altLang="ja-JP" sz="22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Utopia</a:t>
            </a:r>
            <a:r>
              <a:rPr lang="ja-JP" altLang="en-US" sz="22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altLang="ja-JP" sz="220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Register domain name  </a:t>
            </a:r>
            <a:r>
              <a:rPr lang="en-US" altLang="en-US" sz="22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networkutopia.com</a:t>
            </a: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  at  </a:t>
            </a:r>
            <a:r>
              <a:rPr lang="en-US" altLang="en-US" sz="2200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Registrar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(e.g, Network Solutions)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provide names, IP addresses of 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Authoritative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name servers </a:t>
            </a:r>
            <a:b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(primary &amp; secondary)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Registrar inserts two RRs into 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com TLD server</a:t>
            </a:r>
            <a:r>
              <a:rPr lang="en-US" altLang="en-US" sz="22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200" b="1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	</a:t>
            </a:r>
            <a:r>
              <a:rPr lang="en-US" altLang="en-US" sz="2000" b="1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(networkutopia.com, dns1.networkutopia.com, NS)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000" b="1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	(dns1.networkutopia.com, 212.212.212.1, A)</a:t>
            </a:r>
            <a:endParaRPr lang="en-US" altLang="en-US" sz="2000">
              <a:solidFill>
                <a:schemeClr val="accent2"/>
              </a:solidFill>
              <a:latin typeface="Calibri" panose="020F0502020204030204" pitchFamily="34" charset="0"/>
              <a:ea typeface="MS PGothic" panose="020B0600070205080204" pitchFamily="34" charset="-128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Create following RRs in your </a:t>
            </a:r>
            <a:r>
              <a:rPr lang="en-US" altLang="en-US" sz="2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Authoritative</a:t>
            </a:r>
            <a:r>
              <a:rPr lang="en-US" altLang="en-US" sz="2200">
                <a:latin typeface="Calibri" panose="020F0502020204030204" pitchFamily="34" charset="0"/>
                <a:cs typeface="Calibri" panose="020F0502020204030204" pitchFamily="34" charset="0"/>
              </a:rPr>
              <a:t> DNS servers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type A</a:t>
            </a:r>
            <a:r>
              <a:rPr lang="en-US" altLang="en-US" sz="20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for web server,  www.networkutopia.com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type MX </a:t>
            </a:r>
            <a:r>
              <a:rPr lang="en-US" altLang="en-US" sz="20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for mail server,  mail.networkutopia.com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>
                <a:solidFill>
                  <a:srgbClr val="FF0000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type A</a:t>
            </a:r>
            <a:r>
              <a:rPr lang="en-US" altLang="en-US" sz="20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 for mail server,  mail.networkutopia.com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endParaRPr lang="en-US" altLang="en-US" sz="2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989" name="Slide Number Placeholder 3">
            <a:extLst>
              <a:ext uri="{FF2B5EF4-FFF2-40B4-BE49-F238E27FC236}">
                <a16:creationId xmlns:a16="http://schemas.microsoft.com/office/drawing/2014/main" id="{39E6B356-5918-4606-ADFF-F4C6731B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6163" y="6462713"/>
            <a:ext cx="4572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46013180-84D9-4D58-A275-5611C149F0EF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7B124A9-BBE4-4BFD-981A-DCF7D2836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350"/>
            <a:ext cx="4260850" cy="893763"/>
          </a:xfrm>
        </p:spPr>
        <p:txBody>
          <a:bodyPr/>
          <a:lstStyle/>
          <a:p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Class Activity 1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4035" name="Picture 10" descr="underline_base">
            <a:extLst>
              <a:ext uri="{FF2B5EF4-FFF2-40B4-BE49-F238E27FC236}">
                <a16:creationId xmlns:a16="http://schemas.microsoft.com/office/drawing/2014/main" id="{5B99F325-3807-4278-AB05-0629D824ECF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720725"/>
            <a:ext cx="3182937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2C01E518-68EE-454F-B4D0-562F631E0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8" y="1000125"/>
            <a:ext cx="8666162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2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Info regarding DNS records for a corporation, Lottery: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endParaRPr lang="en-US" sz="2200" kern="0" dirty="0">
              <a:solidFill>
                <a:srgbClr val="CC0000"/>
              </a:solidFill>
              <a:latin typeface="Calibri" pitchFamily="34" charset="0"/>
              <a:ea typeface="ＭＳ Ｐゴシック" panose="020B0600070205080204" pitchFamily="34" charset="-128"/>
              <a:cs typeface="Calibri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ACB2D6-F607-4C55-BA63-D0C9ECB01BD5}"/>
              </a:ext>
            </a:extLst>
          </p:cNvPr>
          <p:cNvGraphicFramePr>
            <a:graphicFrameLocks noGrp="1"/>
          </p:cNvGraphicFramePr>
          <p:nvPr/>
        </p:nvGraphicFramePr>
        <p:xfrm>
          <a:off x="820738" y="1565275"/>
          <a:ext cx="7464425" cy="3130550"/>
        </p:xfrm>
        <a:graphic>
          <a:graphicData uri="http://schemas.openxmlformats.org/drawingml/2006/table">
            <a:tbl>
              <a:tblPr/>
              <a:tblGrid>
                <a:gridCol w="2712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1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9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libri"/>
                          <a:cs typeface="Times New Roman"/>
                        </a:rPr>
                        <a:t>Name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libri"/>
                          <a:cs typeface="Times New Roman"/>
                        </a:rPr>
                        <a:t>Type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libri"/>
                          <a:cs typeface="Times New Roman"/>
                        </a:rPr>
                        <a:t>Value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0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lottery.co.uk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NS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grove.lottery.co.uk 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9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lottery.co.uk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NS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tree.lottery.co.uk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44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lottery.co.uk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MX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stem.lottery.co.uk 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44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grove.lottery.co.uk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A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91.45.23.22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44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tree.lottery.co.uk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A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91.45.23.23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15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orchard.lottery.co.uk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A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91.45.23.82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4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stem.lottery.co.uk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A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91.45.23.85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29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www.lottery.co.uk</a:t>
                      </a: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CNAME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Calibri"/>
                          <a:cs typeface="Times New Roman"/>
                        </a:rPr>
                        <a:t> orchard.lottery.co.uk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BFF1DAE5-F1F3-415B-B0FE-56E86FFF6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4962525"/>
            <a:ext cx="8666163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ts val="12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0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Write IP </a:t>
            </a:r>
            <a:r>
              <a:rPr lang="en-US" sz="2000" kern="0" dirty="0" err="1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addrs</a:t>
            </a:r>
            <a:r>
              <a:rPr lang="en-US" sz="20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 of Authoritative DNS servers for the domain lottery.co.uk </a:t>
            </a:r>
          </a:p>
          <a:p>
            <a:pPr marL="342900" indent="-342900">
              <a:lnSpc>
                <a:spcPct val="85000"/>
              </a:lnSpc>
              <a:spcBef>
                <a:spcPts val="12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0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What is the IP </a:t>
            </a:r>
            <a:r>
              <a:rPr lang="en-US" sz="2000" kern="0" dirty="0" err="1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addr</a:t>
            </a:r>
            <a:r>
              <a:rPr lang="en-US" sz="20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 of their web server</a:t>
            </a:r>
          </a:p>
          <a:p>
            <a:pPr marL="342900" indent="-342900">
              <a:lnSpc>
                <a:spcPct val="85000"/>
              </a:lnSpc>
              <a:spcBef>
                <a:spcPts val="12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sz="20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What is the IP </a:t>
            </a:r>
            <a:r>
              <a:rPr lang="en-US" sz="2000" kern="0" dirty="0" err="1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addr</a:t>
            </a:r>
            <a:r>
              <a:rPr lang="en-US" sz="2000" kern="0" dirty="0">
                <a:latin typeface="Calibri" pitchFamily="34" charset="0"/>
                <a:ea typeface="ＭＳ Ｐゴシック" panose="020B0600070205080204" pitchFamily="34" charset="-128"/>
                <a:cs typeface="Calibri" pitchFamily="34" charset="0"/>
              </a:rPr>
              <a:t> of their mail server</a:t>
            </a:r>
          </a:p>
          <a:p>
            <a:pPr marL="342900" indent="-342900">
              <a:lnSpc>
                <a:spcPct val="85000"/>
              </a:lnSpc>
              <a:spcBef>
                <a:spcPts val="12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endParaRPr lang="en-US" sz="2000" kern="0" dirty="0">
              <a:solidFill>
                <a:srgbClr val="CC0000"/>
              </a:solidFill>
              <a:latin typeface="Calibri" pitchFamily="34" charset="0"/>
              <a:ea typeface="ＭＳ Ｐゴシック" panose="020B0600070205080204" pitchFamily="34" charset="-128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2DFB1349-C8D9-49A8-B912-E8E46B8C4A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4013" y="1054100"/>
            <a:ext cx="8443912" cy="19113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100">
                <a:latin typeface="Calibri" panose="020F0502020204030204" pitchFamily="34" charset="0"/>
                <a:cs typeface="Calibri" panose="020F0502020204030204" pitchFamily="34" charset="0"/>
              </a:rPr>
              <a:t>Suppose a client wants to open </a:t>
            </a:r>
            <a:r>
              <a:rPr lang="en-US" altLang="en-US" sz="2100" i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www.cs.mit.edu</a:t>
            </a:r>
            <a:r>
              <a:rPr lang="en-US" altLang="en-US" sz="2100" i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100">
                <a:latin typeface="Calibri" panose="020F0502020204030204" pitchFamily="34" charset="0"/>
                <a:cs typeface="Calibri" panose="020F0502020204030204" pitchFamily="34" charset="0"/>
              </a:rPr>
              <a:t>on his web browser for the first time 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100">
                <a:latin typeface="Calibri" panose="020F0502020204030204" pitchFamily="34" charset="0"/>
                <a:cs typeface="Calibri" panose="020F0502020204030204" pitchFamily="34" charset="0"/>
              </a:rPr>
              <a:t>For given figure, draw the path showing the sequence of DNS Queries &amp; Replies, for both Recursive &amp; Iterative queries; also explain if the query will be Iterative or Recursive 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D1318B12-6B55-4611-A93F-0718D2B3EE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350"/>
            <a:ext cx="7640638" cy="893763"/>
          </a:xfrm>
        </p:spPr>
        <p:txBody>
          <a:bodyPr/>
          <a:lstStyle/>
          <a:p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Class Activity 2 </a:t>
            </a:r>
            <a:endParaRPr lang="en-US" altLang="en-US" sz="3600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060" name="Picture 10" descr="underline_base">
            <a:extLst>
              <a:ext uri="{FF2B5EF4-FFF2-40B4-BE49-F238E27FC236}">
                <a16:creationId xmlns:a16="http://schemas.microsoft.com/office/drawing/2014/main" id="{394510A2-F431-4F78-A4F7-8D5B5944A51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720725"/>
            <a:ext cx="3182937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061" name="Group 19">
            <a:extLst>
              <a:ext uri="{FF2B5EF4-FFF2-40B4-BE49-F238E27FC236}">
                <a16:creationId xmlns:a16="http://schemas.microsoft.com/office/drawing/2014/main" id="{EC85D4D6-D204-456D-A5FC-E645258C3202}"/>
              </a:ext>
            </a:extLst>
          </p:cNvPr>
          <p:cNvGrpSpPr>
            <a:grpSpLocks/>
          </p:cNvGrpSpPr>
          <p:nvPr/>
        </p:nvGrpSpPr>
        <p:grpSpPr bwMode="auto">
          <a:xfrm>
            <a:off x="1177925" y="3033713"/>
            <a:ext cx="6635750" cy="3255962"/>
            <a:chOff x="817418" y="2909456"/>
            <a:chExt cx="7093527" cy="3521957"/>
          </a:xfrm>
        </p:grpSpPr>
        <p:sp>
          <p:nvSpPr>
            <p:cNvPr id="45062" name="Oval 10">
              <a:extLst>
                <a:ext uri="{FF2B5EF4-FFF2-40B4-BE49-F238E27FC236}">
                  <a16:creationId xmlns:a16="http://schemas.microsoft.com/office/drawing/2014/main" id="{5FFCBEE6-575F-494A-AB0E-2ABC3415A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18" y="4419600"/>
              <a:ext cx="1052946" cy="484910"/>
            </a:xfrm>
            <a:prstGeom prst="ellipse">
              <a:avLst/>
            </a:prstGeom>
            <a:solidFill>
              <a:srgbClr val="0099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Client</a:t>
              </a:r>
            </a:p>
          </p:txBody>
        </p:sp>
        <p:sp>
          <p:nvSpPr>
            <p:cNvPr id="45063" name="Rectangle 11">
              <a:extLst>
                <a:ext uri="{FF2B5EF4-FFF2-40B4-BE49-F238E27FC236}">
                  <a16:creationId xmlns:a16="http://schemas.microsoft.com/office/drawing/2014/main" id="{63324A8A-0091-45C0-9019-2D6A007E0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2582" y="4308762"/>
              <a:ext cx="1094510" cy="623456"/>
            </a:xfrm>
            <a:prstGeom prst="rect">
              <a:avLst/>
            </a:prstGeom>
            <a:solidFill>
              <a:srgbClr val="0099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Local DNS Server</a:t>
              </a:r>
            </a:p>
          </p:txBody>
        </p:sp>
        <p:sp>
          <p:nvSpPr>
            <p:cNvPr id="45064" name="Rectangle 12">
              <a:extLst>
                <a:ext uri="{FF2B5EF4-FFF2-40B4-BE49-F238E27FC236}">
                  <a16:creationId xmlns:a16="http://schemas.microsoft.com/office/drawing/2014/main" id="{01610E08-8418-4032-8B81-2B5A3D6CF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1272" y="2909456"/>
              <a:ext cx="928254" cy="554182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ROOT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DNS</a:t>
              </a:r>
            </a:p>
          </p:txBody>
        </p:sp>
        <p:sp>
          <p:nvSpPr>
            <p:cNvPr id="45065" name="Rectangle 13">
              <a:extLst>
                <a:ext uri="{FF2B5EF4-FFF2-40B4-BE49-F238E27FC236}">
                  <a16:creationId xmlns:a16="http://schemas.microsoft.com/office/drawing/2014/main" id="{F3980FC5-E4BC-4FEE-9A14-E62E08BA4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5053" y="3296802"/>
              <a:ext cx="942109" cy="554182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EDU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DNS</a:t>
              </a:r>
            </a:p>
          </p:txBody>
        </p:sp>
        <p:sp>
          <p:nvSpPr>
            <p:cNvPr id="45066" name="Rectangle 14">
              <a:extLst>
                <a:ext uri="{FF2B5EF4-FFF2-40B4-BE49-F238E27FC236}">
                  <a16:creationId xmlns:a16="http://schemas.microsoft.com/office/drawing/2014/main" id="{FCEFA7F1-8981-415F-AD00-CE1447FDB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8836" y="3725421"/>
              <a:ext cx="942109" cy="554182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COM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DNS</a:t>
              </a:r>
            </a:p>
          </p:txBody>
        </p:sp>
        <p:sp>
          <p:nvSpPr>
            <p:cNvPr id="45067" name="Rectangle 15">
              <a:extLst>
                <a:ext uri="{FF2B5EF4-FFF2-40B4-BE49-F238E27FC236}">
                  <a16:creationId xmlns:a16="http://schemas.microsoft.com/office/drawing/2014/main" id="{B1796147-DF03-4A40-8AC5-7F5DFDFFD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6436" y="4542549"/>
              <a:ext cx="942109" cy="554182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tilda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DNS</a:t>
              </a:r>
            </a:p>
          </p:txBody>
        </p:sp>
        <p:sp>
          <p:nvSpPr>
            <p:cNvPr id="45068" name="Rectangle 16">
              <a:extLst>
                <a:ext uri="{FF2B5EF4-FFF2-40B4-BE49-F238E27FC236}">
                  <a16:creationId xmlns:a16="http://schemas.microsoft.com/office/drawing/2014/main" id="{D73FD8C3-5454-497D-93A6-10E3EEB4F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3993" y="5346696"/>
              <a:ext cx="942109" cy="554182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mit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DNS</a:t>
              </a:r>
            </a:p>
          </p:txBody>
        </p:sp>
        <p:sp>
          <p:nvSpPr>
            <p:cNvPr id="45069" name="Rectangle 17">
              <a:extLst>
                <a:ext uri="{FF2B5EF4-FFF2-40B4-BE49-F238E27FC236}">
                  <a16:creationId xmlns:a16="http://schemas.microsoft.com/office/drawing/2014/main" id="{FD9AC4E2-A859-4221-A7F0-74B8D1D8C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2504" y="5877231"/>
              <a:ext cx="942109" cy="554182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cs.mit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DNS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B1ABB8-E4B3-4392-AACC-763B03852051}"/>
              </a:ext>
            </a:extLst>
          </p:cNvPr>
          <p:cNvGraphicFramePr>
            <a:graphicFrameLocks noGrp="1"/>
          </p:cNvGraphicFramePr>
          <p:nvPr/>
        </p:nvGraphicFramePr>
        <p:xfrm>
          <a:off x="1128713" y="1817688"/>
          <a:ext cx="6505575" cy="4111625"/>
        </p:xfrm>
        <a:graphic>
          <a:graphicData uri="http://schemas.openxmlformats.org/drawingml/2006/table">
            <a:tbl>
              <a:tblPr/>
              <a:tblGrid>
                <a:gridCol w="559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3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442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mit.edu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128.112.155.166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DNS.cs.mit.edu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128.112.136.10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DNS.edu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192.5.6.32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DNS.mit.edu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128.112.129.15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mail.mit.edu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128.112.129.30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cs.mit.edu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DNS.cs.mit.edu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NS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edu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DNS.edu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NS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tilda.edu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DNS.tilda.edu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NS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tilda.edu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mail.tilda.edu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MX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com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DNS.com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NS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DNS.com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160.102.12.3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mit.edu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DNS.mit.edu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NS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525" marR="9525" marT="95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www.cs.mit.edu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128.112.155.177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525" marR="9525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6159" name="Content Placeholder 2">
            <a:extLst>
              <a:ext uri="{FF2B5EF4-FFF2-40B4-BE49-F238E27FC236}">
                <a16:creationId xmlns:a16="http://schemas.microsoft.com/office/drawing/2014/main" id="{F2F32D98-BBA5-46A5-9C28-F118FA6308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7813" y="415925"/>
            <a:ext cx="8443912" cy="110807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100">
                <a:latin typeface="Calibri" panose="020F0502020204030204" pitchFamily="34" charset="0"/>
                <a:cs typeface="Calibri" panose="020F0502020204030204" pitchFamily="34" charset="0"/>
              </a:rPr>
              <a:t>Consider the following RRs…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mention the RR that will be suitable in each DNS reply given by server </a:t>
            </a:r>
            <a:r>
              <a:rPr lang="en-US" altLang="en-US" sz="2100" i="1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(can be more than one)</a:t>
            </a:r>
            <a:r>
              <a:rPr lang="en-US" altLang="en-US" sz="2100"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	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36997</TotalTime>
  <Words>1947</Words>
  <Application>Microsoft Office PowerPoint</Application>
  <PresentationFormat>On-screen Show (4:3)</PresentationFormat>
  <Paragraphs>390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Calibri</vt:lpstr>
      <vt:lpstr>Comic Sans MS</vt:lpstr>
      <vt:lpstr>Courier New</vt:lpstr>
      <vt:lpstr>Gill Sans MT</vt:lpstr>
      <vt:lpstr>Symbol</vt:lpstr>
      <vt:lpstr>Tahoma</vt:lpstr>
      <vt:lpstr>Times New Roman</vt:lpstr>
      <vt:lpstr>Wingdings</vt:lpstr>
      <vt:lpstr>Wingdings 2</vt:lpstr>
      <vt:lpstr>ZapfDingbats</vt:lpstr>
      <vt:lpstr>12_Default Design</vt:lpstr>
      <vt:lpstr>PowerPoint Presentation</vt:lpstr>
      <vt:lpstr>Chapter 2: outline</vt:lpstr>
      <vt:lpstr>DNS: domain name system</vt:lpstr>
      <vt:lpstr>DNS: resolving hostnames</vt:lpstr>
      <vt:lpstr>DNS services</vt:lpstr>
      <vt:lpstr>DNS Name Space</vt:lpstr>
      <vt:lpstr>PowerPoint Presentation</vt:lpstr>
      <vt:lpstr>PowerPoint Presentation</vt:lpstr>
      <vt:lpstr>Root name servers</vt:lpstr>
      <vt:lpstr>TLD name servers</vt:lpstr>
      <vt:lpstr>Authoritative name servers</vt:lpstr>
      <vt:lpstr>Local DNS server</vt:lpstr>
      <vt:lpstr>PowerPoint Presentation</vt:lpstr>
      <vt:lpstr>DNS name  resolution approaches</vt:lpstr>
      <vt:lpstr>DNS: caching, updating records</vt:lpstr>
      <vt:lpstr>DNS records</vt:lpstr>
      <vt:lpstr>DNS protocol, messages</vt:lpstr>
      <vt:lpstr>PowerPoint Presentation</vt:lpstr>
      <vt:lpstr>Inserting records into DNS</vt:lpstr>
      <vt:lpstr>Class Activity 1</vt:lpstr>
      <vt:lpstr>Class Activity 2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4th Edition: Chapter 1</dc:title>
  <dc:creator>Jim Kurose and Keith Ross</dc:creator>
  <cp:lastModifiedBy>Arham Bhatti</cp:lastModifiedBy>
  <cp:revision>592</cp:revision>
  <dcterms:created xsi:type="dcterms:W3CDTF">1999-10-08T19:08:27Z</dcterms:created>
  <dcterms:modified xsi:type="dcterms:W3CDTF">2026-04-13T07:05:03Z</dcterms:modified>
</cp:coreProperties>
</file>