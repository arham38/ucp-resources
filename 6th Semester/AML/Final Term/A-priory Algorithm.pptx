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82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C84C31-B514-481F-B19A-FAB6FA5D3A25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2425A9-897F-4778-A54A-45643F1695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8693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2425A9-897F-4778-A54A-45643F16957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1013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C5E7C-1DA2-6421-B265-4A40C2EE69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48FE81-2045-2923-7E62-087BACE777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587812-7DC0-70A9-7E4A-D6F0933E3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7EA04-8020-44D8-BCDC-C520214BDFAD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3E2B55-019D-6D1D-1F0C-3BD910C2B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57E0ED-3C81-370B-E07F-4B34562B5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A3F03-4825-4EB1-83A1-14254B6C3D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1716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EDFFB-2032-E404-DAC5-790A07CCC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BA03C-ADE5-4027-75D2-0E9D9C3D5D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A15A57-D0D5-9FFC-AC25-2029A34F8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7EA04-8020-44D8-BCDC-C520214BDFAD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FCF651-C6F3-F15B-812D-C42C51FD8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C1B67A-0BCF-31DF-39FE-02B74D6B1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A3F03-4825-4EB1-83A1-14254B6C3D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7481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B3006-D890-24AA-EBFE-5C190E3038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41BA5C-6F38-4846-1014-1E389E44EA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E45251-9C81-9217-90F6-00D770C116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7EA04-8020-44D8-BCDC-C520214BDFAD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85F087-1A21-7EFF-D42D-415822E8F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692677-DD01-6E30-1CDE-09FFED5BC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A3F03-4825-4EB1-83A1-14254B6C3D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2942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3FE14-C06C-EF84-F421-4BAD9487F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0746BC-F860-7E21-1E86-59DA1C01F9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B9C99D-AF88-869C-ED25-3357D5DC25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6364C7-F06F-9813-FEB1-67A6588F2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7EA04-8020-44D8-BCDC-C520214BDFAD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4C1876-348C-8D03-8022-4F6F64848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4CBF7B-A3DC-C250-F3E0-E5B7952DE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A3F03-4825-4EB1-83A1-14254B6C3D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36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9552C-FEAD-12DC-00AC-24AA46DB2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ACDF82-5342-1EB2-9298-BD756CE3B0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6CA0B5-AA35-97FC-8D9A-108C29E1F0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4903B4-FAF9-71C5-05D3-822D342CEC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973C8E-3DEB-E9E5-2744-A23C44EB02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A9BFF0B-73E6-F113-063F-C35CBF47F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7EA04-8020-44D8-BCDC-C520214BDFAD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B25E8A-17C2-02F0-F6C9-273E2E8AD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723D30E-BB19-CB0D-781E-28DA84B31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A3F03-4825-4EB1-83A1-14254B6C3D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8193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937A1-FF40-093C-41A0-84CF2372F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4432A1-BBC2-AF90-994E-9DAB0769D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7EA04-8020-44D8-BCDC-C520214BDFAD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DCB018-D853-D3DD-87F2-416673412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5AE5BA-0567-6373-E846-72B203C60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A3F03-4825-4EB1-83A1-14254B6C3D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3098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40943A-5A5C-5110-B1F8-448F2098E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7EA04-8020-44D8-BCDC-C520214BDFAD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5E3D39-FF57-873F-A618-E47A82C4B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FD1901-CB51-3104-255B-ADBF54A3E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A3F03-4825-4EB1-83A1-14254B6C3D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9428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4DF69-DE54-10E1-DD9B-9318B878A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FB3C66-A9EE-7DF1-DB76-783B56E61A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20A97D-4963-1350-567B-D9E32D168C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FB9A53-BFC3-9C3F-C1B2-5093AB8CE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7EA04-8020-44D8-BCDC-C520214BDFAD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205EBD-3DE8-B140-357D-AA4802C5F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E927A1-C7F8-DAB6-D9B6-2811AC4C9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A3F03-4825-4EB1-83A1-14254B6C3D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0385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90D2A4-88A0-0FBE-E0D0-15F989FEF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C445CE4-9F1F-697F-DC4A-A283356295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EDEC88-F744-27D5-0EDB-6E60E45CFA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6B1997-8143-C4DA-F696-97B6BE4AD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7EA04-8020-44D8-BCDC-C520214BDFAD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C0803A-CDF0-90E1-171B-258BFAADF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D0823-09FA-51D1-7431-E9D8DFC3D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A3F03-4825-4EB1-83A1-14254B6C3D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8730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2FC17-75D2-A734-95E6-3EB69DF6C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5C88C2-5115-6645-312F-34B0CFD373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CC1939-FA46-20A0-52D6-C02B618E3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7EA04-8020-44D8-BCDC-C520214BDFAD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122EE1-8C3A-025A-F26F-24BB15A53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B7BA03-A65A-24CF-D886-8A47DCF9C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A3F03-4825-4EB1-83A1-14254B6C3D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3786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AEE3746-CAB4-D6C4-11E4-B81E9517F0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A5D117-055A-CF7A-E856-6FC23E069B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B87D21-B4D9-1F3E-32CF-169B456BA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7EA04-8020-44D8-BCDC-C520214BDFAD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6D00F5-D5D5-A726-E179-0747ADEE3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BE0A62-0F8D-DB31-95FA-B78D7E1E1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A3F03-4825-4EB1-83A1-14254B6C3D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2311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3A66FB-B2FC-FCEE-D1D2-39CD12C96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95F638-40DD-7523-4ADE-1572F59148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6D23FD-B71F-3D60-0CD6-8E390F107D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E7EA04-8020-44D8-BCDC-C520214BDFAD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8454CC-D7FD-429E-6B5C-B390FAF325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C68880-63FB-A5CD-824B-66AEB13A94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6A3F03-4825-4EB1-83A1-14254B6C3D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5621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F6CDC-F051-4266-2EE0-313BA379C04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Association Rules Mining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5CA248-0817-062C-A624-63C9B3172B5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Dr. Ali Saeed</a:t>
            </a:r>
          </a:p>
        </p:txBody>
      </p:sp>
    </p:spTree>
    <p:extLst>
      <p:ext uri="{BB962C8B-B14F-4D97-AF65-F5344CB8AC3E}">
        <p14:creationId xmlns:p14="http://schemas.microsoft.com/office/powerpoint/2010/main" val="38575581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25DA2-0FFD-69E4-5114-43F9FAE89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– Priory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AE0004-57D5-32AA-6744-1FA9850D68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is a popular association rules mining algorithm</a:t>
            </a:r>
          </a:p>
          <a:p>
            <a:r>
              <a:rPr lang="en-US" dirty="0"/>
              <a:t>It based on the concept of </a:t>
            </a:r>
            <a:r>
              <a:rPr lang="en-US" dirty="0" err="1"/>
              <a:t>Min_Support</a:t>
            </a:r>
            <a:r>
              <a:rPr lang="en-US" dirty="0"/>
              <a:t> and </a:t>
            </a:r>
            <a:r>
              <a:rPr lang="en-US" dirty="0" err="1"/>
              <a:t>Min_Confidence</a:t>
            </a:r>
            <a:endParaRPr lang="en-US" dirty="0"/>
          </a:p>
          <a:p>
            <a:r>
              <a:rPr lang="en-US" dirty="0"/>
              <a:t>It is also known as Market Basket Analysis</a:t>
            </a:r>
          </a:p>
          <a:p>
            <a:r>
              <a:rPr lang="en-US" dirty="0"/>
              <a:t>It can be use in all online / offline stores and social media websites</a:t>
            </a:r>
          </a:p>
          <a:p>
            <a:r>
              <a:rPr lang="en-US" dirty="0"/>
              <a:t>Example is available on the next slide</a:t>
            </a:r>
          </a:p>
        </p:txBody>
      </p:sp>
    </p:spTree>
    <p:extLst>
      <p:ext uri="{BB962C8B-B14F-4D97-AF65-F5344CB8AC3E}">
        <p14:creationId xmlns:p14="http://schemas.microsoft.com/office/powerpoint/2010/main" val="35934226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69543-4B83-1719-4D58-C9D83F988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 Assume the following dataset: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76A6DFB-48F3-E850-8A26-0AD55A2A68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981430" y="1778238"/>
            <a:ext cx="2493749" cy="435133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10ACB78-1B07-9578-C612-35329822E855}"/>
              </a:ext>
            </a:extLst>
          </p:cNvPr>
          <p:cNvSpPr txBox="1"/>
          <p:nvPr/>
        </p:nvSpPr>
        <p:spPr>
          <a:xfrm>
            <a:off x="476655" y="2065863"/>
            <a:ext cx="718874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Here the rule is we will only consider the rule </a:t>
            </a:r>
          </a:p>
          <a:p>
            <a:r>
              <a:rPr lang="en-US" sz="2800" dirty="0"/>
              <a:t>Is strong is it has Min Support Count 2 and Min</a:t>
            </a:r>
          </a:p>
          <a:p>
            <a:r>
              <a:rPr lang="en-US" sz="2800" dirty="0"/>
              <a:t>Confidence 60%. </a:t>
            </a:r>
          </a:p>
          <a:p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Otherwise, we reject the rules</a:t>
            </a:r>
          </a:p>
        </p:txBody>
      </p:sp>
    </p:spTree>
    <p:extLst>
      <p:ext uri="{BB962C8B-B14F-4D97-AF65-F5344CB8AC3E}">
        <p14:creationId xmlns:p14="http://schemas.microsoft.com/office/powerpoint/2010/main" val="23006625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8B83F-667C-7102-77F3-385E540FF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Items with minimum support count 2: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282BD82-91E9-A179-0775-F25686C49B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81850" y="1842361"/>
            <a:ext cx="4171950" cy="371475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68C6726-7923-F0D4-FF9B-590E4FE16C52}"/>
              </a:ext>
            </a:extLst>
          </p:cNvPr>
          <p:cNvSpPr txBox="1"/>
          <p:nvPr/>
        </p:nvSpPr>
        <p:spPr>
          <a:xfrm>
            <a:off x="282102" y="3284237"/>
            <a:ext cx="677409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Here we count how many times an item appears We </a:t>
            </a:r>
          </a:p>
          <a:p>
            <a:r>
              <a:rPr lang="en-US" sz="2400" dirty="0"/>
              <a:t>will only pick that items that has support count is 2</a:t>
            </a:r>
          </a:p>
        </p:txBody>
      </p:sp>
    </p:spTree>
    <p:extLst>
      <p:ext uri="{BB962C8B-B14F-4D97-AF65-F5344CB8AC3E}">
        <p14:creationId xmlns:p14="http://schemas.microsoft.com/office/powerpoint/2010/main" val="39857031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552F3-03E7-6846-3F30-D0EB17015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Items: Count with minimum support count 2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93FC156-BD28-4FAF-1455-F2151C49BD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85137" y="1849117"/>
            <a:ext cx="2381250" cy="365760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AFA685F-611D-2888-9F16-5A901D28FE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4441" y="2180718"/>
            <a:ext cx="2381250" cy="2994398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4560C2B-22FD-A7D5-A00C-01ECFE5D8222}"/>
              </a:ext>
            </a:extLst>
          </p:cNvPr>
          <p:cNvCxnSpPr>
            <a:stCxn id="5" idx="3"/>
          </p:cNvCxnSpPr>
          <p:nvPr/>
        </p:nvCxnSpPr>
        <p:spPr>
          <a:xfrm>
            <a:off x="5866387" y="3677917"/>
            <a:ext cx="100134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919281EC-79C6-8BCD-C1F8-C863E57BC5EF}"/>
              </a:ext>
            </a:extLst>
          </p:cNvPr>
          <p:cNvSpPr txBox="1"/>
          <p:nvPr/>
        </p:nvSpPr>
        <p:spPr>
          <a:xfrm>
            <a:off x="282102" y="2497460"/>
            <a:ext cx="251420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Here we count how many times an item appears We will only pick that items that has support count is 2</a:t>
            </a:r>
          </a:p>
        </p:txBody>
      </p:sp>
    </p:spTree>
    <p:extLst>
      <p:ext uri="{BB962C8B-B14F-4D97-AF65-F5344CB8AC3E}">
        <p14:creationId xmlns:p14="http://schemas.microsoft.com/office/powerpoint/2010/main" val="24486962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D8AE3-6776-D9DD-BEBE-539C36055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 Items: Count with minimum support count 2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29B22AB-900C-7960-4133-8A85302813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371312" y="2790098"/>
            <a:ext cx="4832745" cy="2190463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E9EFDDB-A3FD-5D59-3464-EEAA4AB663F1}"/>
              </a:ext>
            </a:extLst>
          </p:cNvPr>
          <p:cNvSpPr txBox="1"/>
          <p:nvPr/>
        </p:nvSpPr>
        <p:spPr>
          <a:xfrm>
            <a:off x="838200" y="2644170"/>
            <a:ext cx="356032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For 3 item set perform the same operation:</a:t>
            </a:r>
          </a:p>
          <a:p>
            <a:endParaRPr lang="en-US" sz="2400" dirty="0"/>
          </a:p>
          <a:p>
            <a:r>
              <a:rPr lang="en-US" sz="2400" dirty="0"/>
              <a:t>Here we count how many times an item appears We </a:t>
            </a:r>
          </a:p>
          <a:p>
            <a:r>
              <a:rPr lang="en-US" sz="2400" dirty="0"/>
              <a:t>will only pick that items that has support count is 2</a:t>
            </a:r>
          </a:p>
        </p:txBody>
      </p:sp>
    </p:spTree>
    <p:extLst>
      <p:ext uri="{BB962C8B-B14F-4D97-AF65-F5344CB8AC3E}">
        <p14:creationId xmlns:p14="http://schemas.microsoft.com/office/powerpoint/2010/main" val="3526681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26947-5976-E888-1014-57C124F71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Confidence calculating formula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B15E746-5E8A-DF6B-6FD4-8CCFE64DEE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15247" y="3429000"/>
            <a:ext cx="6817468" cy="1303887"/>
          </a:xfrm>
        </p:spPr>
      </p:pic>
    </p:spTree>
    <p:extLst>
      <p:ext uri="{BB962C8B-B14F-4D97-AF65-F5344CB8AC3E}">
        <p14:creationId xmlns:p14="http://schemas.microsoft.com/office/powerpoint/2010/main" val="36817453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113DB-430B-ABE6-230D-686427DAE0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Confidence calculation examples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8CB823E-BF3F-E099-A78E-7B7CCF0589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17960" y="2251319"/>
            <a:ext cx="9546809" cy="3068147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4E9894D-69EA-15A8-4BF0-AF12FD12560B}"/>
              </a:ext>
            </a:extLst>
          </p:cNvPr>
          <p:cNvSpPr txBox="1"/>
          <p:nvPr/>
        </p:nvSpPr>
        <p:spPr>
          <a:xfrm>
            <a:off x="1313234" y="5749047"/>
            <a:ext cx="92686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We will only consider the rules strong if it has confidence more then 60%</a:t>
            </a:r>
          </a:p>
        </p:txBody>
      </p:sp>
    </p:spTree>
    <p:extLst>
      <p:ext uri="{BB962C8B-B14F-4D97-AF65-F5344CB8AC3E}">
        <p14:creationId xmlns:p14="http://schemas.microsoft.com/office/powerpoint/2010/main" val="20380730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8C591-863C-DC0A-0E92-15BFF5DBC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Exercise of A-Priory Algorithm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D127B11-3809-3889-3AA8-471EE8983E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67162" y="2724944"/>
            <a:ext cx="4257675" cy="2552700"/>
          </a:xfrm>
        </p:spPr>
      </p:pic>
    </p:spTree>
    <p:extLst>
      <p:ext uri="{BB962C8B-B14F-4D97-AF65-F5344CB8AC3E}">
        <p14:creationId xmlns:p14="http://schemas.microsoft.com/office/powerpoint/2010/main" val="8941130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7EAFF-7D22-5451-6DC9-D112987D77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499DD1-6B9B-04C3-F08B-70119B9ABA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Thanks</a:t>
            </a:r>
          </a:p>
        </p:txBody>
      </p:sp>
    </p:spTree>
    <p:extLst>
      <p:ext uri="{BB962C8B-B14F-4D97-AF65-F5344CB8AC3E}">
        <p14:creationId xmlns:p14="http://schemas.microsoft.com/office/powerpoint/2010/main" val="33610144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224</Words>
  <Application>Microsoft Office PowerPoint</Application>
  <PresentationFormat>Widescreen</PresentationFormat>
  <Paragraphs>30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Association Rules Mining</vt:lpstr>
      <vt:lpstr>A – Priory Algorithm</vt:lpstr>
      <vt:lpstr>Let Assume the following dataset:</vt:lpstr>
      <vt:lpstr>Items with minimum support count 2:</vt:lpstr>
      <vt:lpstr>Two Items: Count with minimum support count 2</vt:lpstr>
      <vt:lpstr>Three Items: Count with minimum support count 2</vt:lpstr>
      <vt:lpstr>Confidence calculating formula</vt:lpstr>
      <vt:lpstr>Some Confidence calculation examples</vt:lpstr>
      <vt:lpstr>Class Exercise of A-Priory Algorithm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 Ali Saeed</dc:creator>
  <cp:lastModifiedBy>Dr Ali Saeed</cp:lastModifiedBy>
  <cp:revision>26</cp:revision>
  <dcterms:created xsi:type="dcterms:W3CDTF">2025-01-13T10:09:16Z</dcterms:created>
  <dcterms:modified xsi:type="dcterms:W3CDTF">2025-01-13T10:33:39Z</dcterms:modified>
</cp:coreProperties>
</file>