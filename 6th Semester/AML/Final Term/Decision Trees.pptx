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12C8-56DD-81F5-FC2A-8D814ECB1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8160D-4D13-EC47-DD23-5F376EA05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6558B-0C94-54A3-FE60-5A29F06A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E2A68-7389-007D-9742-884229E9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E613-EDB1-DFC6-F265-B806697C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0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4DAF-B4AC-D6CC-D3DF-574B35FE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3C62-C366-BB98-58F0-B394D27D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13611-42F5-6DA1-54ED-90BFA11A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7369E-24D8-F9B8-8119-A4212E54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5FE35-9F52-732D-F2B1-A99904D9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3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79B5-5720-9A17-BB47-3C4D8808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C4736-6E06-C659-9059-8A8C40EEF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2E55F-F680-0835-23FB-E9B8A942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106B-1F64-46B2-B207-116847B8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37C9-4CBF-F49A-C1EC-401B948F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0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5251-A84D-8511-9E72-0FDBB09D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BE98-F138-2B03-EC29-F9D924984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2A9E1-8F70-3708-4AC1-A8AF72904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6BC7-8081-1E8F-9243-6D3424E8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B0E7C-EF7F-2E16-BE6C-019C6A7B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FD647-B538-2851-50D6-74514793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20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C10E-005A-2AB9-5AA7-A8158333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8BD74-DFB3-777E-E016-7D982B1C4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5142C-2521-685D-76EF-224BAECAF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66D3-C1E6-B45C-58BC-35A519E60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20390-A08C-EBE5-DCCC-840F2E23B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4469B-557D-1865-B62F-7EB76EF1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C293C-5BDF-B8BB-EE5E-071D00F8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3C926-B782-D84D-3286-EC74C323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670B-321C-4C94-BDA2-3E4ADA34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EC8D6-0003-5864-C830-D156D748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BF4FE-3DF3-4B8E-E6AC-7D6FAD65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0813C-971A-A12A-23C7-4FC63711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1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AA884-EBAE-2889-60D7-6F50A8A4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EBFBC-9C51-7C9D-732A-6025DD6FF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ECD3E-8F0C-860F-9597-CB1F03C0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4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7D16-AEEC-6B32-8F77-C0628571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61CC4-8A07-A4E0-9402-324FF008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B3DEB-81CE-BA9F-785C-FE04942F1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65E11-671B-921E-501E-187FE39E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1EF88-85A7-AB55-E2D2-3788EE56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6F447-D288-54F5-F009-AF9C40FE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7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D225-901A-FC3F-0D83-AFD50B76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3D663-C3E9-70E0-2B2C-71EC2FFEF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85259-689D-EF42-2922-092DB79FB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2CD50-93CD-8EF9-3C5E-1DF676A1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C316D-3020-C24C-9BF7-0823B9CE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BC1D4-67E3-812E-1CEC-FDF5EF62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6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B2DC-8DAD-BBD5-63D3-87B02559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066E9-333B-D1B5-67B6-F202339FF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8F5E-EC53-CDCC-8BF0-BC491F6B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8AB4-5483-61D6-7F6A-6A896BCB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79F40-C7B9-AD89-D238-197B2262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49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A3E380-FFAA-73B1-70E3-41C6066E9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43BC6-815E-EAD2-D892-D8E729349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8F4D2-EA0C-DF05-4470-22FE2C5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C230-0510-3154-FE0E-8C7B9340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470E-4149-4154-8728-4314CD1C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6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B6B0F-E00E-BB3D-EF8B-9430E69C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5FCF4-C40B-56F9-7F76-961473792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FC6BF-1560-1D71-7713-1B79A6E33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D26E3-A17A-4DCE-A2D1-491F8B533F06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8C09E-CDE7-ADDB-015D-6A84031D5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29AE-8205-697B-BA00-F5369616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26ED0-71BC-4BD8-828F-7EC4A20A1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636A-D8C9-C6DF-4BD2-93506D18C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 </a:t>
            </a:r>
            <a:br>
              <a:rPr lang="en-US" dirty="0"/>
            </a:br>
            <a:r>
              <a:rPr lang="en-US" dirty="0"/>
              <a:t>(ID3 Algorithm)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E0CEB-389F-C455-1234-1F24D99B4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87466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41B0-73FB-4F32-C88F-68557A96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ID3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E9D7A-F2FD-2745-BF86-9CF1F909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C484E"/>
                </a:solidFill>
                <a:effectLst/>
                <a:latin typeface="Arial" panose="020B0604020202020204" pitchFamily="34" charset="0"/>
              </a:rPr>
              <a:t>It is a classification algorithm that follows a greedy approach by selecting a best attribute that yields maximum Information Gain(IG) or minimum Entropy(H).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1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CBEE-894D-B097-3A32-FCBA5546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59" y="45939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0B0F-9796-B575-F19C-2594FD99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359" y="1919894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We need to compute Entropy to use apply ID3 algorithm</a:t>
            </a:r>
          </a:p>
          <a:p>
            <a:r>
              <a:rPr lang="en-US" sz="3600" dirty="0"/>
              <a:t>Entropy can be computed using following formula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201AE-3805-7A7A-6F46-144147E6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174" y="3844874"/>
            <a:ext cx="4404162" cy="1065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251425-6506-36E9-6FB5-94E110687395}"/>
              </a:ext>
            </a:extLst>
          </p:cNvPr>
          <p:cNvSpPr txBox="1"/>
          <p:nvPr/>
        </p:nvSpPr>
        <p:spPr>
          <a:xfrm>
            <a:off x="3252248" y="5175316"/>
            <a:ext cx="3894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 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(n) = log 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(n) / log </a:t>
            </a:r>
            <a:r>
              <a:rPr lang="en-US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468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DF27-9F5F-27F8-60EC-980D683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ACC9F0-BF74-A5C5-E139-8E5AFDD87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584" y="1835052"/>
            <a:ext cx="400599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D3FD71-B772-3B1B-20ED-E6D1D0187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03" y="1835052"/>
            <a:ext cx="64674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6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12B0-134C-DDE0-C7E4-48DDB87F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4E826-02B7-96FF-1942-AA124898C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Gain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4A50E-D4F5-B1B3-2BCC-ECB44F474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96" y="2528847"/>
            <a:ext cx="6400800" cy="2190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B25E0C-4FE9-4A7B-2A6F-ED851B970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96" y="5157668"/>
            <a:ext cx="7039363" cy="75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0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4C5C-FD66-71AE-50DC-60A0FDEF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of Temp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00883B-B224-06A8-D3AA-41DD65054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2424906"/>
            <a:ext cx="6705600" cy="3152775"/>
          </a:xfrm>
        </p:spPr>
      </p:pic>
    </p:spTree>
    <p:extLst>
      <p:ext uri="{BB962C8B-B14F-4D97-AF65-F5344CB8AC3E}">
        <p14:creationId xmlns:p14="http://schemas.microsoft.com/office/powerpoint/2010/main" val="290200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B811-3B61-F084-7EC1-3FE68246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Gain of Temp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ADCE5A-A00A-49DB-411C-53F3B848E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689" y="2066050"/>
            <a:ext cx="7494653" cy="30222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DCE912-91E7-77C8-A693-75E709426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89" y="5463646"/>
            <a:ext cx="56769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5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4ADC-14B9-2E06-D1B6-974DBCEB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2725132" cy="3829803"/>
          </a:xfrm>
        </p:spPr>
        <p:txBody>
          <a:bodyPr>
            <a:normAutofit/>
          </a:bodyPr>
          <a:lstStyle/>
          <a:p>
            <a:r>
              <a:rPr lang="en-US" dirty="0"/>
              <a:t>Entropy and Gain of Humidity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0D379-62AC-644E-B094-23702E26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22" y="486569"/>
            <a:ext cx="6496050" cy="2543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2EBFB3-2B46-D943-1FF5-B24E2F0E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22" y="3504406"/>
            <a:ext cx="62484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8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4ADC-14B9-2E06-D1B6-974DBCEB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2725132" cy="3829803"/>
          </a:xfrm>
        </p:spPr>
        <p:txBody>
          <a:bodyPr>
            <a:normAutofit/>
          </a:bodyPr>
          <a:lstStyle/>
          <a:p>
            <a:r>
              <a:rPr lang="en-US" dirty="0"/>
              <a:t>Entropy and Gain of Wind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C27FE-DA15-1AED-0BBA-63D9A643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22" y="602676"/>
            <a:ext cx="6715125" cy="2409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F1A0A6-4D04-2FF4-9750-6D168E33E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4" y="3864549"/>
            <a:ext cx="67913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50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CA38-4CBE-5F84-B09A-C784F59F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Information Gain of all attributes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360386-B2C6-5887-3333-4698F9832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551" y="2383615"/>
            <a:ext cx="2933700" cy="2933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A2825-378D-45E0-7C00-33FEC8033B15}"/>
              </a:ext>
            </a:extLst>
          </p:cNvPr>
          <p:cNvSpPr txBox="1"/>
          <p:nvPr/>
        </p:nvSpPr>
        <p:spPr>
          <a:xfrm>
            <a:off x="6570482" y="2498103"/>
            <a:ext cx="51094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which Attribute has maximum Information Gain</a:t>
            </a:r>
          </a:p>
          <a:p>
            <a:endParaRPr lang="en-US" dirty="0"/>
          </a:p>
          <a:p>
            <a:r>
              <a:rPr lang="en-US" dirty="0"/>
              <a:t>Here “Outlook” has maximum information Gain</a:t>
            </a:r>
          </a:p>
          <a:p>
            <a:r>
              <a:rPr lang="en-US" dirty="0"/>
              <a:t>Then</a:t>
            </a:r>
            <a:r>
              <a:rPr lang="en-US" dirty="0">
                <a:sym typeface="Wingdings" panose="05000000000000000000" pitchFamily="2" charset="2"/>
              </a:rPr>
              <a:t> Outlook becomes the root node in this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5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8420-E5BD-680C-3D90-E2059DAB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Decision Tree using “Outlook”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18BBE-EDE5-18CC-A0C8-25D5014B7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247" y="1957600"/>
            <a:ext cx="400323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41DF55-667E-0CC4-835D-B19B9B93A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122" y="2358910"/>
            <a:ext cx="5422345" cy="325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F58E-9A4E-395D-831C-C5B0A781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0ED245-A022-58F9-D8FC-9BAD29B0E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90" y="1496529"/>
            <a:ext cx="9741620" cy="499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9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DB90-3CD0-209B-96F0-7B152909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Humidity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B8A3E-7BEB-E213-C312-5FE31990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A4AC6-4A61-C253-22EE-823C9CAE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3495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778D-58A4-6B56-C4A5-AA6A219D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41F9-7FB7-E149-10EB-A11927D8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E91FE-CC6E-A8B2-659D-15400431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4352925" cy="300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D7D1C-617F-ECCB-8670-06B59C6FC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5" y="2275040"/>
            <a:ext cx="6021070" cy="345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50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5264-6A36-593D-34AA-5CBE92AB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DFB8F9-ED64-7C1C-EA25-D3EEA9628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336" y="1825625"/>
            <a:ext cx="7597327" cy="4351338"/>
          </a:xfrm>
        </p:spPr>
      </p:pic>
    </p:spTree>
    <p:extLst>
      <p:ext uri="{BB962C8B-B14F-4D97-AF65-F5344CB8AC3E}">
        <p14:creationId xmlns:p14="http://schemas.microsoft.com/office/powerpoint/2010/main" val="4146645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147</Words>
  <Application>Microsoft Office PowerPoint</Application>
  <PresentationFormat>Widescreen</PresentationFormat>
  <Paragraphs>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Decision Tree  (ID3 Algorithm)</vt:lpstr>
      <vt:lpstr>Definition of ID3 Algorithm</vt:lpstr>
      <vt:lpstr>Entropy</vt:lpstr>
      <vt:lpstr>Entropy</vt:lpstr>
      <vt:lpstr>Information Gain</vt:lpstr>
      <vt:lpstr>Entropy of Temp</vt:lpstr>
      <vt:lpstr>Information Gain of Temp</vt:lpstr>
      <vt:lpstr>Entropy and Gain of Humidity</vt:lpstr>
      <vt:lpstr>Entropy and Gain of Wind</vt:lpstr>
      <vt:lpstr>List Information Gain of all attributes</vt:lpstr>
      <vt:lpstr>Develop Decision Tree using “Outlook”</vt:lpstr>
      <vt:lpstr>Remaining Dataset</vt:lpstr>
      <vt:lpstr>Humidity Attribute</vt:lpstr>
      <vt:lpstr>Tree</vt:lpstr>
      <vt:lpstr>Final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 (ID3 Algorithm)</dc:title>
  <dc:creator>Ali Saeed</dc:creator>
  <cp:lastModifiedBy>Ali Saeed</cp:lastModifiedBy>
  <cp:revision>31</cp:revision>
  <dcterms:created xsi:type="dcterms:W3CDTF">2022-11-30T07:56:00Z</dcterms:created>
  <dcterms:modified xsi:type="dcterms:W3CDTF">2022-11-30T10:25:17Z</dcterms:modified>
</cp:coreProperties>
</file>