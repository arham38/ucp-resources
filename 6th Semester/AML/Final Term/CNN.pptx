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8764-B8ED-755B-2917-B9E7F46E0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F03E7-2956-9AEE-0498-82DAD28AF3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4DF0F-6603-084D-83C1-6227DE53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545A-D104-9DF1-3771-1862D6CA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58AFC-7F5C-4A06-AB9B-68449AE34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0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681E3-DF24-3C72-A9D7-87CB1324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101BC-BC27-1C97-F74B-68191C4D8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40DF3-F313-867C-ECE6-652D91C1C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AF6D8-A2CC-E5FF-F20A-906033B79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A0183-54A5-E33C-5C55-E7A08C8C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189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9B79-53ED-996C-26E9-5F8D469D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210E0-D5E1-E063-D862-D780AF2D7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C9744-D3E3-6FDE-C7DC-94F8A637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78F02-728B-901F-AEB6-F7D24E29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5EA76-AA07-0856-41ED-7CA6074E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73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D973-4497-5D05-3CD8-8D32ECD2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5B96C-1E8A-B9D1-6FBC-69141B5DC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3DC61-2AD8-558C-D3F5-61662AD1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03D9E-E386-EB94-FE02-7379C7501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66A8B-2013-C20E-3029-74CC1237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B36B7-184B-1E12-AE18-3BA848BB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4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83E2-DD34-55F5-5EA8-1DBADBC8A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273A3-238A-EC82-E4F3-FED459E83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1329F-765E-7B7E-30E3-CDCE9F4AAB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1E9AF9-051B-F5E1-C2D8-2FA7B9A19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2A0657-C4AA-3520-1D84-FA02D1D49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0537ED-D21D-2F72-F4FF-098BA65FF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F7545D-8535-4630-B671-B01AA9D4F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8D3A7-A95C-6CEA-100B-D2CA63351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6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F11-3329-E556-118C-7B09F403C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B1CDFA-6D63-1B29-50A1-7AC2942F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4BB03-55BC-5EA3-C46C-E7F05743B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A82832-55F2-53D3-4046-E6406169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0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23264-070A-B511-663B-46265E69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BF89B-2A95-0B03-93A3-D2215FB5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813E2-0B8A-0E11-7EA2-571A56F62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99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7E1B-40A2-8915-0D24-6EAA2E93A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E1930-A44E-2346-5E51-696F10654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6F989-01ED-9C8B-D508-36EF0D80B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3A1EB-6357-A9BC-894A-194B686C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A071E-AF9E-C2F7-8F6F-E3A9B7226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8264F-CE47-179E-3102-74EAD7C0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9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35CD-D52F-1807-62AC-77E2E0D1A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3696AE-286D-37C1-5D59-BE58B9CCC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23D57-C0A1-E610-E4C0-8960DDA15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3306A-4BB5-35E6-7576-4FD15138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B19B7E-F732-14A2-2E32-29F7BAAA8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8B197-2C02-C940-F093-91DBE5976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67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48B2-9631-0EAC-266D-81362D7E5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89D68-693D-EF6E-7E8F-689A157AC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80B30-446C-7B1E-81FC-9F96CAAAF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BC58F-F1EB-0230-2488-ABBF440B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BD84E-5C2F-1E3F-C733-DEF149227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6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69796C-344E-92CB-359B-F0B7CC5DB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6EACD-A222-5BC8-4836-487973BAC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F068A-1FC7-DEC8-EB46-52ECCB2A7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1F768-3BB7-AB17-F11C-40371080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138D4-F348-C63F-CEA0-D8216CDD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6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1F9237-579B-A916-D419-2981C9DC6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DC172-E9B9-E7E6-5E9C-CC7AF1998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8C28F-D4EB-EA86-DDAA-E186DAB720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CD338-4D80-45FA-B393-1EDEDDC51191}" type="datetimeFigureOut">
              <a:rPr lang="en-US" smtClean="0"/>
              <a:t>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D547-DEC4-B7A8-9A23-8AE59B66C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4DB3-0C6C-8A45-ED4A-FAF53AA5B3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8EA2A-DE32-4819-9B56-69351253D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130BC-6B32-FE6F-D3C2-3D6B98E786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Convolutional Neural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4BC4B-2C17-92E1-0D9F-9BE76F16E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Dr. Ali Saeed</a:t>
            </a:r>
          </a:p>
        </p:txBody>
      </p:sp>
    </p:spTree>
    <p:extLst>
      <p:ext uri="{BB962C8B-B14F-4D97-AF65-F5344CB8AC3E}">
        <p14:creationId xmlns:p14="http://schemas.microsoft.com/office/powerpoint/2010/main" val="297787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04486-8D26-E3B7-3316-B6DDBE28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EEA52-4816-22FC-969B-42F175CBD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most useful for image classification</a:t>
            </a:r>
          </a:p>
          <a:p>
            <a:r>
              <a:rPr lang="en-US" dirty="0"/>
              <a:t>It can also be deployed for other NN</a:t>
            </a:r>
          </a:p>
          <a:p>
            <a:r>
              <a:rPr lang="en-US" dirty="0"/>
              <a:t>CNN has hidden layers called Convolutional </a:t>
            </a:r>
            <a:r>
              <a:rPr lang="en-US" dirty="0" err="1"/>
              <a:t>Layes</a:t>
            </a:r>
            <a:endParaRPr lang="en-US" dirty="0"/>
          </a:p>
          <a:p>
            <a:r>
              <a:rPr lang="en-US" dirty="0"/>
              <a:t>CNN can also contains Non-Convolutional layers but mainly it contains convolutional layers</a:t>
            </a:r>
          </a:p>
          <a:p>
            <a:r>
              <a:rPr lang="en-US" dirty="0"/>
              <a:t>CNN receive input and transform it to the next layer</a:t>
            </a:r>
          </a:p>
          <a:p>
            <a:r>
              <a:rPr lang="en-US" dirty="0"/>
              <a:t>Convolutional layers detect patterns from the images</a:t>
            </a:r>
          </a:p>
        </p:txBody>
      </p:sp>
    </p:spTree>
    <p:extLst>
      <p:ext uri="{BB962C8B-B14F-4D97-AF65-F5344CB8AC3E}">
        <p14:creationId xmlns:p14="http://schemas.microsoft.com/office/powerpoint/2010/main" val="168974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1B9C-9E40-ECF7-915E-2E43944A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6DEF-89A6-FD87-F9B2-C65CE11B9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each convolutional  layer we should decide how many number  of layers it should have?</a:t>
            </a:r>
          </a:p>
          <a:p>
            <a:r>
              <a:rPr lang="en-US" dirty="0"/>
              <a:t>These filters actually detect the patterns</a:t>
            </a:r>
          </a:p>
          <a:p>
            <a:r>
              <a:rPr lang="en-US" dirty="0"/>
              <a:t>Patterns / Filters:</a:t>
            </a:r>
          </a:p>
          <a:p>
            <a:pPr lvl="1"/>
            <a:r>
              <a:rPr lang="en-US" dirty="0"/>
              <a:t>Shapes</a:t>
            </a:r>
          </a:p>
          <a:p>
            <a:pPr lvl="1"/>
            <a:r>
              <a:rPr lang="en-US" dirty="0"/>
              <a:t>Edges (Edge </a:t>
            </a:r>
            <a:r>
              <a:rPr lang="en-US" dirty="0" err="1"/>
              <a:t>Dectector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Texture</a:t>
            </a:r>
          </a:p>
          <a:p>
            <a:pPr lvl="1"/>
            <a:r>
              <a:rPr lang="en-US" dirty="0"/>
              <a:t>Objects</a:t>
            </a:r>
          </a:p>
        </p:txBody>
      </p:sp>
    </p:spTree>
    <p:extLst>
      <p:ext uri="{BB962C8B-B14F-4D97-AF65-F5344CB8AC3E}">
        <p14:creationId xmlns:p14="http://schemas.microsoft.com/office/powerpoint/2010/main" val="241671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87408-ACEC-7579-4A85-5C725B4A8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1F57F-B968-AA9D-6A40-F3ED452B6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filer detect the edges</a:t>
            </a:r>
          </a:p>
          <a:p>
            <a:endParaRPr lang="en-US" dirty="0"/>
          </a:p>
          <a:p>
            <a:r>
              <a:rPr lang="en-US" dirty="0"/>
              <a:t>Following two operations CNN performs on the input images:</a:t>
            </a:r>
          </a:p>
          <a:p>
            <a:pPr lvl="1"/>
            <a:r>
              <a:rPr lang="en-US" dirty="0"/>
              <a:t>Kernel Size Convolve</a:t>
            </a:r>
          </a:p>
          <a:p>
            <a:pPr lvl="1"/>
            <a:r>
              <a:rPr lang="en-US" dirty="0"/>
              <a:t>Max Pooling</a:t>
            </a:r>
          </a:p>
        </p:txBody>
      </p:sp>
    </p:spTree>
    <p:extLst>
      <p:ext uri="{BB962C8B-B14F-4D97-AF65-F5344CB8AC3E}">
        <p14:creationId xmlns:p14="http://schemas.microsoft.com/office/powerpoint/2010/main" val="334005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081E1-4B6F-A27A-99D8-3A204FB9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92929"/>
                </a:solidFill>
                <a:effectLst/>
                <a:latin typeface="sohne"/>
              </a:rPr>
              <a:t>Convolution Layer – Step 1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FD6431-EF7D-C75A-79C6-1A69E631D7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2821" y="2023775"/>
            <a:ext cx="7264237" cy="3880772"/>
          </a:xfrm>
        </p:spPr>
      </p:pic>
    </p:spTree>
    <p:extLst>
      <p:ext uri="{BB962C8B-B14F-4D97-AF65-F5344CB8AC3E}">
        <p14:creationId xmlns:p14="http://schemas.microsoft.com/office/powerpoint/2010/main" val="121353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B897-3450-F1FE-7736-465C52438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92929"/>
                </a:solidFill>
                <a:effectLst/>
                <a:latin typeface="sohne"/>
              </a:rPr>
              <a:t>Convolution Layer – Step 2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A5C9B2E-8475-5FFA-CE7B-2185D890F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6432" y="1825625"/>
            <a:ext cx="75791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48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178F2-8F9F-D4AD-0D72-4F44961A7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92929"/>
                </a:solidFill>
                <a:effectLst/>
                <a:latin typeface="sohne"/>
              </a:rPr>
              <a:t>Convolution Layer – Step final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E14424-1646-DD8A-3D56-2428789A6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6475" y="2062956"/>
            <a:ext cx="7639050" cy="3876675"/>
          </a:xfrm>
        </p:spPr>
      </p:pic>
    </p:spTree>
    <p:extLst>
      <p:ext uri="{BB962C8B-B14F-4D97-AF65-F5344CB8AC3E}">
        <p14:creationId xmlns:p14="http://schemas.microsoft.com/office/powerpoint/2010/main" val="304316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3EBC3-6E1F-DDFB-97B4-E45AFF913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286" y="2714043"/>
            <a:ext cx="3441570" cy="1325563"/>
          </a:xfrm>
        </p:spPr>
        <p:txBody>
          <a:bodyPr/>
          <a:lstStyle/>
          <a:p>
            <a:r>
              <a:rPr lang="en-US" dirty="0"/>
              <a:t>Max Pooling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91646C-B1F2-2C40-D570-ABF6659A3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0452" y="260776"/>
            <a:ext cx="6523348" cy="6232099"/>
          </a:xfrm>
        </p:spPr>
      </p:pic>
    </p:spTree>
    <p:extLst>
      <p:ext uri="{BB962C8B-B14F-4D97-AF65-F5344CB8AC3E}">
        <p14:creationId xmlns:p14="http://schemas.microsoft.com/office/powerpoint/2010/main" val="3094886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D5F0-1385-ED38-97A2-10A390F6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CNN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0681B5-FD01-6E80-8279-2315EA8CA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5121" y="1825625"/>
            <a:ext cx="4661758" cy="4351338"/>
          </a:xfrm>
        </p:spPr>
      </p:pic>
    </p:spTree>
    <p:extLst>
      <p:ext uri="{BB962C8B-B14F-4D97-AF65-F5344CB8AC3E}">
        <p14:creationId xmlns:p14="http://schemas.microsoft.com/office/powerpoint/2010/main" val="3406100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EC812-E1EB-C8BD-DD1F-AAE27DCBC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CNN Network Example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A02CBE-222C-82C1-2AAD-0F6031123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6575" y="1804987"/>
            <a:ext cx="8162925" cy="32480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876EFA-3160-C9B3-577E-84C9AD34EFF6}"/>
              </a:ext>
            </a:extLst>
          </p:cNvPr>
          <p:cNvSpPr txBox="1"/>
          <p:nvPr/>
        </p:nvSpPr>
        <p:spPr>
          <a:xfrm>
            <a:off x="565307" y="5167311"/>
            <a:ext cx="110209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Flattening is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used to convert all the resultant 2-Dimensional arrays from pooled feature maps into a </a:t>
            </a: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single long continuous linear vector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The flattened matrix is fed as input to the fully connected layer 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to classify the image.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03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DE0C4-B662-62BD-5994-1DE2FD69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Flatten Operation on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44619-B10B-9DDB-987D-EE60D93CC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contribution of Flatten is Converts 3D / 2D tensor into 1D vector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The flattened matrix is fed as input to the fully connected layer to classify the image.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A4171-A1A5-3358-1B20-5FA11431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897" y="3479412"/>
            <a:ext cx="4226163" cy="269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148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3AC2-111E-1402-CEF0-D0CBF1424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63734-6C63-C5AB-BCE2-93399F060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562455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214</Words>
  <Application>Microsoft Office PowerPoint</Application>
  <PresentationFormat>Widescreen</PresentationFormat>
  <Paragraphs>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</vt:lpstr>
      <vt:lpstr>Calibri</vt:lpstr>
      <vt:lpstr>Calibri Light</vt:lpstr>
      <vt:lpstr>Google Sans</vt:lpstr>
      <vt:lpstr>sohne</vt:lpstr>
      <vt:lpstr>Office Theme</vt:lpstr>
      <vt:lpstr>Convolutional Neural Networks</vt:lpstr>
      <vt:lpstr>CNN</vt:lpstr>
      <vt:lpstr>CNN</vt:lpstr>
      <vt:lpstr>CNN</vt:lpstr>
      <vt:lpstr>Convolution Layer – Step 1</vt:lpstr>
      <vt:lpstr>Convolution Layer – Step 2</vt:lpstr>
      <vt:lpstr>Convolution Layer – Step final</vt:lpstr>
      <vt:lpstr>Max Pooling</vt:lpstr>
      <vt:lpstr>Results of CNN Operations</vt:lpstr>
      <vt:lpstr>CNN Network Example</vt:lpstr>
      <vt:lpstr>Flatten Operation on CNN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Convolutional Neural Networks</dc:title>
  <dc:creator>Ali Saeed</dc:creator>
  <cp:lastModifiedBy>Dr Ali Saeed</cp:lastModifiedBy>
  <cp:revision>43</cp:revision>
  <dcterms:created xsi:type="dcterms:W3CDTF">2023-01-31T11:57:34Z</dcterms:created>
  <dcterms:modified xsi:type="dcterms:W3CDTF">2025-01-21T08:13:52Z</dcterms:modified>
</cp:coreProperties>
</file>