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8" r:id="rId11"/>
    <p:sldId id="271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B8A5-42F9-87E5-E00C-6E16346F0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0924A-6C8D-95D6-B5D2-2990C5152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35D01-20C2-DBDF-021B-4BC5B6EB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B8007-B135-B839-026E-02144399B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84B2C-A37F-A1B4-8DFF-5413214D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9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4CDDC-677A-B918-C334-DC70FBD0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F17A-3F37-7144-D82E-6E31D8514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B0C3C-1D60-0F6D-0119-0BAE56C3D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379ED-9483-3B09-BE11-80A6476D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A0054-72F6-60D7-A4E7-ABF0210F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39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6B9E-AC83-92F1-05AB-50B94515C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ECBAA-6D60-40BC-0F7C-DF4D79634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9B3EC-FCCE-BF3D-853D-8C4F32FF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8951E-1CEC-3394-76D4-73D2892B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B5D08-8BD8-820A-3256-6D57A97A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06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F306-B3C0-A4F1-D58C-7DBC22C5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CA1D-34F4-BCD7-9311-650257F5C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F245D-A771-794D-2D74-BD0701D2E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F98DF-8573-4F7E-0339-DD23FEB62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DFDB0-C9E0-4CC0-0A05-5E96CBC5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D09D0-3567-9BB1-90DB-11C19C344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6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98D7-E360-442C-18E3-2669016D1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7CE6E-6531-BC0D-241E-1954630DC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981A5-C5A8-FFD5-6513-DE2C53E79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12AA9-1748-2C74-1C82-F773F5112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1FEA9E-1040-11DA-FC3F-C358C148E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524FD-DD6A-24EC-062E-69E118F60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511C23-8044-795E-8B50-B6DB8EB7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C3033-7464-069E-B21C-0CF50229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2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DF82-DC5C-0B42-254A-CF1597DE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59D59-ECEC-EC97-92FD-DE88D6B23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5097-1C37-5824-3075-DBE41C7D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88DDA-E109-FD80-CE1B-7ED2AC46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9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EA9EBB-73A8-24D9-6A43-FECA4A34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4B05B-7EB2-7913-BA55-A14184B3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2B313-10C8-4B3C-87C1-9A0719A92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1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8639-8A1E-9C24-7B4C-819372F8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78B7-A956-17A9-052F-D338F18C1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63F6C-23DA-ACBB-01F3-6B26FED32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2007D-3708-3B5D-9CB5-B61A03F72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EC299-C06A-8633-FFC2-ADF71989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65E56-3CC6-7437-A6B6-7A79A664A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36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E3C7-39E2-4B23-43D0-44EA3D065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A7B43D-2A4F-D31F-2BE9-C5D08C1CC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9FE29-7F96-5A56-060C-2136123AC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E3D08-DB62-3199-A3FE-6E43DF5C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3494C-738B-34D3-DD03-29B13DEC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9A955-9FED-A6DD-DDEC-FE319B0E7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4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D1D8-D269-AA2A-AC33-DF7D5CC5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E6704-9C65-1874-70AB-586B64495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4019-AA44-2F9C-F9A4-E7CCBFCF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2D169-7277-DC4F-B823-39E3BAE8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5D73A-44C6-76F4-4488-0E8B11E2F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35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995ADF-E367-6944-1305-6AED6FF28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8E9B7-82B5-AC9B-F6C6-0A65CEA72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4154-2AE0-F976-63C3-46764DF8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B3425-09C8-C9F5-5BB8-CA1503BD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AD71E-8011-BEE1-DDCB-351BD542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4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26D34-A434-089C-912B-AA561054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559FA-7418-921E-7E16-EC76B1867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27B9A-13C9-8FD3-DF7A-5E4A9E9A4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C46AE-2BB4-4294-AA2F-DD374C895328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F6AF2-910A-37C3-EE30-C3B84575E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BCCA6-BD65-D9E4-6732-9D7C546F6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501EE-CC07-4B52-9D1F-1C83C8680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0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93A1-6DAF-0188-4D91-B2C2724D7C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Density-based spatial clustering of applications with noise (DBSCAN)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10846-C26F-56F1-79E8-29A842F4C0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3231321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E686F-CFEA-8AF4-D056-B6C8B0AD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C2C61-89DF-9C7E-4A0C-D96703616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clustering algorithm which is based on density</a:t>
            </a:r>
          </a:p>
          <a:p>
            <a:r>
              <a:rPr lang="en-US" dirty="0"/>
              <a:t>Means it develop clusters on the based of density parameter</a:t>
            </a:r>
          </a:p>
          <a:p>
            <a:r>
              <a:rPr lang="en-US" dirty="0"/>
              <a:t>Density: Number of points in the given area OR count the number of points in the given area. More points means more density</a:t>
            </a:r>
          </a:p>
          <a:p>
            <a:endParaRPr lang="en-US" dirty="0"/>
          </a:p>
          <a:p>
            <a:r>
              <a:rPr lang="en-US" dirty="0"/>
              <a:t>This algorithm input two points: </a:t>
            </a:r>
          </a:p>
          <a:p>
            <a:pPr lvl="1"/>
            <a:r>
              <a:rPr lang="en-US" dirty="0"/>
              <a:t>Epsilon </a:t>
            </a:r>
          </a:p>
          <a:p>
            <a:pPr lvl="1"/>
            <a:r>
              <a:rPr lang="en-US" dirty="0"/>
              <a:t>Min points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883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F1A2-2285-A060-4004-499FC930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32937-A45D-769B-709E-9E8FCAF12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algorithm input two points: </a:t>
            </a:r>
          </a:p>
          <a:p>
            <a:pPr lvl="1"/>
            <a:r>
              <a:rPr lang="en-US" dirty="0"/>
              <a:t>Epsilon </a:t>
            </a:r>
          </a:p>
          <a:p>
            <a:pPr lvl="2"/>
            <a:r>
              <a:rPr lang="en-US" dirty="0"/>
              <a:t>This refers the radius of the circle</a:t>
            </a:r>
          </a:p>
          <a:p>
            <a:pPr lvl="1"/>
            <a:r>
              <a:rPr lang="en-US" dirty="0"/>
              <a:t>Min points</a:t>
            </a:r>
          </a:p>
          <a:p>
            <a:pPr lvl="2"/>
            <a:r>
              <a:rPr lang="en-US" dirty="0"/>
              <a:t>We will draw a radius with “Epsilon” distance</a:t>
            </a:r>
            <a:r>
              <a:rPr lang="en-US" dirty="0">
                <a:sym typeface="Wingdings" panose="05000000000000000000" pitchFamily="2" charset="2"/>
              </a:rPr>
              <a:t> if it contains minimum points  this point is known as “Core Point”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We will also count the central point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50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8E35F-E8F3-6A71-1E92-FB39A8696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Core Points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E40EF1-3CF5-BB26-A770-15622884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084" y="2290713"/>
            <a:ext cx="665797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47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E3E1-20B3-2AE2-7D26-E89B9CC9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A5E3-13CE-4826-624F-FE1DA32EC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point is not a “Core” point then it is either: Noise or Boundary point</a:t>
            </a:r>
          </a:p>
          <a:p>
            <a:r>
              <a:rPr lang="en-US" dirty="0"/>
              <a:t>Boundary point</a:t>
            </a:r>
          </a:p>
          <a:p>
            <a:pPr lvl="1"/>
            <a:r>
              <a:rPr lang="en-US" dirty="0"/>
              <a:t>If the point is near or neighbor of the core point</a:t>
            </a:r>
          </a:p>
          <a:p>
            <a:pPr lvl="1"/>
            <a:r>
              <a:rPr lang="en-US" dirty="0"/>
              <a:t>Or it is withing a circle</a:t>
            </a:r>
          </a:p>
          <a:p>
            <a:r>
              <a:rPr lang="en-US" dirty="0"/>
              <a:t>Noise</a:t>
            </a:r>
          </a:p>
          <a:p>
            <a:pPr lvl="1"/>
            <a:r>
              <a:rPr lang="en-US" dirty="0"/>
              <a:t>A point that is not Core point and not Boundary point is known as Noise</a:t>
            </a:r>
          </a:p>
          <a:p>
            <a:pPr lvl="1"/>
            <a:r>
              <a:rPr lang="en-US" dirty="0"/>
              <a:t>Noise is also known as outlier</a:t>
            </a:r>
          </a:p>
          <a:p>
            <a:pPr lvl="1"/>
            <a:r>
              <a:rPr lang="en-US" dirty="0"/>
              <a:t>DBSCAN is robust to find outlier	</a:t>
            </a:r>
          </a:p>
        </p:txBody>
      </p:sp>
    </p:spTree>
    <p:extLst>
      <p:ext uri="{BB962C8B-B14F-4D97-AF65-F5344CB8AC3E}">
        <p14:creationId xmlns:p14="http://schemas.microsoft.com/office/powerpoint/2010/main" val="426580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C12BE-4AAC-0DD2-7BB7-F442EE5F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Directly Density Reachable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1C8F5-2006-3661-EC12-26FD17A64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5431"/>
          </a:xfrm>
        </p:spPr>
        <p:txBody>
          <a:bodyPr/>
          <a:lstStyle/>
          <a:p>
            <a:r>
              <a:rPr lang="en-US" dirty="0"/>
              <a:t>P is said to be directly density reachable form point Q if:</a:t>
            </a:r>
          </a:p>
          <a:p>
            <a:pPr lvl="1"/>
            <a:r>
              <a:rPr lang="en-US" dirty="0"/>
              <a:t>P is neighbor of Q</a:t>
            </a:r>
          </a:p>
          <a:p>
            <a:pPr lvl="1"/>
            <a:r>
              <a:rPr lang="en-US" dirty="0"/>
              <a:t>Q is core point</a:t>
            </a:r>
          </a:p>
          <a:p>
            <a:pPr lvl="1"/>
            <a:r>
              <a:rPr lang="en-US"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09535-7C5D-C4D7-57C8-1179CF88C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221" y="2994679"/>
            <a:ext cx="5260156" cy="349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70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9956-01B3-70A6-9C44-A48D94A9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17B47-B86E-3BEA-C65A-CA844938C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we identify</a:t>
            </a:r>
          </a:p>
          <a:p>
            <a:pPr lvl="1"/>
            <a:r>
              <a:rPr lang="en-US" dirty="0"/>
              <a:t>Core points</a:t>
            </a:r>
          </a:p>
          <a:p>
            <a:pPr lvl="1"/>
            <a:r>
              <a:rPr lang="en-US" dirty="0"/>
              <a:t>Boundary Points</a:t>
            </a:r>
          </a:p>
          <a:p>
            <a:pPr lvl="1"/>
            <a:r>
              <a:rPr lang="en-US" dirty="0"/>
              <a:t>Noise</a:t>
            </a:r>
          </a:p>
          <a:p>
            <a:r>
              <a:rPr lang="en-US" dirty="0"/>
              <a:t>Then, we will simply ignore the Noise.</a:t>
            </a:r>
          </a:p>
          <a:p>
            <a:r>
              <a:rPr lang="en-US" dirty="0"/>
              <a:t>We will check if one core point is neighbor of other core point that will get merged and considered as a single cluster.</a:t>
            </a:r>
          </a:p>
        </p:txBody>
      </p:sp>
    </p:spTree>
    <p:extLst>
      <p:ext uri="{BB962C8B-B14F-4D97-AF65-F5344CB8AC3E}">
        <p14:creationId xmlns:p14="http://schemas.microsoft.com/office/powerpoint/2010/main" val="1118048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211F-AF7E-09FA-6B46-A5086305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1CFA0-3C01-F8B9-0C37-6D45FE81C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DBSCAN is good algorithm to develop cluster on arbitrary shape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336D1-1EB4-2C3C-90C0-A59D65D7F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731" y="3194164"/>
            <a:ext cx="53149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95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8C72-6932-3CD9-0B16-DF45D36C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9B6F-838C-8DDA-2B98-AEC3B958B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6258" cy="4351338"/>
          </a:xfrm>
        </p:spPr>
        <p:txBody>
          <a:bodyPr/>
          <a:lstStyle/>
          <a:p>
            <a:r>
              <a:rPr lang="en-US" dirty="0"/>
              <a:t>Data points with graph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2C962-F50D-26CA-988E-9333F71AE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872" y="2710108"/>
            <a:ext cx="2419350" cy="2305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B3F6F1-39A8-F7B3-E8DE-AFA717A6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249" y="2710108"/>
            <a:ext cx="5553075" cy="3333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4CD8FE-97A1-DC70-B891-B95049001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002" y="1915441"/>
            <a:ext cx="45434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7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C2DD-E7D7-DA3F-43C4-FF623857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Euclidean Distance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2D2DEF-CD48-FD1B-302E-D3F6D2264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751" y="1825625"/>
            <a:ext cx="10202498" cy="4351338"/>
          </a:xfrm>
        </p:spPr>
      </p:pic>
    </p:spTree>
    <p:extLst>
      <p:ext uri="{BB962C8B-B14F-4D97-AF65-F5344CB8AC3E}">
        <p14:creationId xmlns:p14="http://schemas.microsoft.com/office/powerpoint/2010/main" val="120810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AC32E-9AA8-13E2-2B05-96214F9B4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Euclidean Distance </a:t>
            </a:r>
            <a:r>
              <a:rPr lang="en-US" dirty="0" err="1"/>
              <a:t>bw</a:t>
            </a:r>
            <a:r>
              <a:rPr lang="en-US"/>
              <a:t> point S1 and S2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B2581B-115F-A327-CFFF-5A1299D1C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2586" y="2397952"/>
            <a:ext cx="5982342" cy="2991171"/>
          </a:xfrm>
        </p:spPr>
      </p:pic>
    </p:spTree>
    <p:extLst>
      <p:ext uri="{BB962C8B-B14F-4D97-AF65-F5344CB8AC3E}">
        <p14:creationId xmlns:p14="http://schemas.microsoft.com/office/powerpoint/2010/main" val="1551845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D2E14-88B8-02B4-BF5C-5B4CEAADB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type of points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F0C74F-C945-BA50-58C0-F521DCF98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860" y="1900895"/>
            <a:ext cx="6477000" cy="4695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F020E1-62A1-CB13-5FD1-F99498050925}"/>
              </a:ext>
            </a:extLst>
          </p:cNvPr>
          <p:cNvSpPr txBox="1"/>
          <p:nvPr/>
        </p:nvSpPr>
        <p:spPr>
          <a:xfrm>
            <a:off x="575035" y="2771480"/>
            <a:ext cx="43139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S2 is direct density reachable from</a:t>
            </a:r>
          </a:p>
          <a:p>
            <a:r>
              <a:rPr lang="en-US" dirty="0"/>
              <a:t>S8 so it will becomes Boundary Point </a:t>
            </a:r>
          </a:p>
          <a:p>
            <a:endParaRPr lang="en-US" dirty="0"/>
          </a:p>
          <a:p>
            <a:r>
              <a:rPr lang="en-US" dirty="0"/>
              <a:t>S7 is not direct density reachable from </a:t>
            </a:r>
          </a:p>
          <a:p>
            <a:r>
              <a:rPr lang="en-US" dirty="0"/>
              <a:t>any points</a:t>
            </a:r>
          </a:p>
        </p:txBody>
      </p:sp>
    </p:spTree>
    <p:extLst>
      <p:ext uri="{BB962C8B-B14F-4D97-AF65-F5344CB8AC3E}">
        <p14:creationId xmlns:p14="http://schemas.microsoft.com/office/powerpoint/2010/main" val="558004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6AAB-7FA4-F5AA-D072-0F943064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4BB6-8501-9D14-AEF3-73B9345F0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810758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315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Density-based spatial clustering of applications with noise (DBSCAN)</vt:lpstr>
      <vt:lpstr>DBSCAN</vt:lpstr>
      <vt:lpstr>DBSCAN</vt:lpstr>
      <vt:lpstr>DBSCAN Core Points</vt:lpstr>
      <vt:lpstr>DBSCAN</vt:lpstr>
      <vt:lpstr>Directly Density Reachable</vt:lpstr>
      <vt:lpstr>DBSCAN Cluster</vt:lpstr>
      <vt:lpstr>DBSCAN</vt:lpstr>
      <vt:lpstr>Example</vt:lpstr>
      <vt:lpstr>Euclidean Distance</vt:lpstr>
      <vt:lpstr>Euclidean Distance bw point S1 and S2</vt:lpstr>
      <vt:lpstr>Check the type of points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Density-based spatial clustering of applications with noise (DBSCAN)</dc:title>
  <dc:creator>Ali Saeed</dc:creator>
  <cp:lastModifiedBy>Dr Ali Saeed</cp:lastModifiedBy>
  <cp:revision>45</cp:revision>
  <dcterms:created xsi:type="dcterms:W3CDTF">2023-01-10T13:19:34Z</dcterms:created>
  <dcterms:modified xsi:type="dcterms:W3CDTF">2025-01-14T06:34:44Z</dcterms:modified>
</cp:coreProperties>
</file>