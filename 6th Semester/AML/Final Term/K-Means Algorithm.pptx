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8" r:id="rId4"/>
    <p:sldId id="269" r:id="rId5"/>
    <p:sldId id="270" r:id="rId6"/>
    <p:sldId id="271" r:id="rId7"/>
    <p:sldId id="28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2096E-55BF-4BA0-AE97-EB3104A97377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27125-07C0-4779-B2C5-520A6E10F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58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FBCD-9B74-84BD-5141-824CC8C19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309F3-9902-69C8-3F83-EA6FA52A0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60C43-E7E8-B48B-7918-303A99AF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D693F-E3D3-6929-2622-F0C163DE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80DF-150A-D5C4-357B-F4796BB6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8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3D6C-A292-DA72-4263-52C26277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3E4A-17BC-2FF8-699C-2076B0BD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0058B-BBF1-0D95-AA96-6822BD4FE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FF226-A169-1C6F-647E-951E903F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8FD94-F0D3-4EA5-9C66-649F79C8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4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EFC65-9240-D825-C86B-A0F4CF1C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6EDD4-8BCC-9B61-D56D-889586628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AF4B3-1621-41C9-53ED-125693FD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B66EF-CF79-2351-5432-8E0F8485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0A62-EF1A-4A1E-81D4-93CECF67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8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64AD-C784-4526-E1F0-B7DF80EA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5191E-12F7-9973-6B34-BF3933EDC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19077-3676-415C-4D5F-C1FF9365A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10BDD-1DAC-EFF3-8D4B-68987D3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EB82B-CC42-605B-F74A-6C60A7C7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02104-114F-1CCC-5747-D870080B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7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BE9A-F413-F47D-E79E-138C84C2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C3E29-C566-B072-87F0-07E8F6095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11F14-91E2-A5A5-18A7-DEC757201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29945-1388-8198-BB4D-9031A9637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20DCD-99DA-4D1E-2354-334CD49AD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7403C6-D02A-992C-D6AB-18BA348E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22D9AE-4E2F-B21A-ED97-FE858430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A500E-A864-AE4C-DA58-7BD64833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73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A0F9-F595-81DD-C344-AC56ED2C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FC93-335D-A7E8-9D4E-FDFB8E014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A76D1-8D47-72B8-2015-5C082930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D39C2-AD6E-B4C2-E069-56FBAC2A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4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062BF-62D9-9D57-ED38-F6E51AE2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FD418-C942-66A4-F04C-CA7AA220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E2862-2B0E-931E-3D63-17037E5D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B157-566D-0384-A14D-4F32247A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5524D-129E-E10A-D34A-3CAFF41C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CD382-84ED-C220-1A6F-262D32032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ECB9A-41B0-8DE1-3EB2-E70815C02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03210-6601-48D4-E1E1-C27D3F83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07A23-18DE-6695-46FA-10EAD70F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6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B185-1A17-01F9-BF13-C2F87BC45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D2AE5-9723-1A28-EEB9-6C9599A3C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C2504-D864-C4E5-733C-43C6DA5B7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C10ED-BFDF-DAB0-E2F0-DF635770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59857-884E-FEB3-BFB6-8ABE0160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1D276-8829-C59D-83EE-8F204B7E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5D92-6B4F-C08C-AB6B-6B37AE20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26AAA-9CDB-FBA4-C56D-07A0910D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F6AA5-8BF0-78D7-0619-140F8BF3E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2A001-5E5A-7EE1-3D07-D07457FB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9374-C0CB-1E17-A166-19EBF38D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0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060C5-6632-FFE3-7CBF-023D4700A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2C135-9B01-E085-3865-8B9CFC3D0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7605-C1AA-28BD-2652-408A0DCE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8E50-B486-46C7-E0D5-469DED6B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2C770-94E5-371F-FD0C-5058EEBB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2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029FA-7F59-F3FC-D2AA-2B2B1234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36C69-02B7-3663-5DCE-D2D1F1FF5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CFF1C-5E37-F79F-6E81-66D59A4B4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CA09E-8481-4AFD-9B0B-33744B74796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82D66-0303-ACB7-9D88-F538A30FF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E6403-478C-C89F-C78E-4A16BF9E0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F7AC3-0CED-458E-B0FE-DE33E47C2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A15D-69B3-F698-F945-369E79B26F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A6108-6339-2C34-98EA-C5D699F15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364425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ADE17-9643-B174-C4BC-0F86082F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EF146-5C2A-F8DB-A51F-8E93487E0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clustering algorithm of machine learning that is use to logically group the data items</a:t>
            </a:r>
          </a:p>
          <a:p>
            <a:r>
              <a:rPr lang="en-US" dirty="0"/>
              <a:t>It works on the concept of “Euclidean Distance”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17E48-BA55-6CE5-4D03-BA61B1A0E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69" y="4001294"/>
            <a:ext cx="4810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8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A4FC-A522-1382-1D17-2098A8BF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FD8C-8820-ABB2-15A5-2E834B74E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Initially, we need to decide how many clusters we need</a:t>
            </a:r>
          </a:p>
          <a:p>
            <a:r>
              <a:rPr lang="en-US" dirty="0"/>
              <a:t>Let we need to divide into two classes (we need to centroid)</a:t>
            </a:r>
          </a:p>
          <a:p>
            <a:endParaRPr lang="en-US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477395D-F238-EE7D-FC39-793ABCB3C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73052"/>
              </p:ext>
            </p:extLst>
          </p:nvPr>
        </p:nvGraphicFramePr>
        <p:xfrm>
          <a:off x="3676455" y="3161208"/>
          <a:ext cx="47215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840">
                  <a:extLst>
                    <a:ext uri="{9D8B030D-6E8A-4147-A177-3AD203B41FA5}">
                      <a16:colId xmlns:a16="http://schemas.microsoft.com/office/drawing/2014/main" val="202526452"/>
                    </a:ext>
                  </a:extLst>
                </a:gridCol>
                <a:gridCol w="1573840">
                  <a:extLst>
                    <a:ext uri="{9D8B030D-6E8A-4147-A177-3AD203B41FA5}">
                      <a16:colId xmlns:a16="http://schemas.microsoft.com/office/drawing/2014/main" val="3671134348"/>
                    </a:ext>
                  </a:extLst>
                </a:gridCol>
                <a:gridCol w="1573840">
                  <a:extLst>
                    <a:ext uri="{9D8B030D-6E8A-4147-A177-3AD203B41FA5}">
                      <a16:colId xmlns:a16="http://schemas.microsoft.com/office/drawing/2014/main" val="1348477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Instance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926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9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061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61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52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19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77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7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050A-A68B-74CE-4DED-D5E4A611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11A19-E196-C74B-0A26-D0E4FFE36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can randomly select any Centroid.</a:t>
            </a:r>
          </a:p>
          <a:p>
            <a:r>
              <a:rPr lang="en-US" dirty="0"/>
              <a:t>Let (185, 72) is first centroid</a:t>
            </a:r>
          </a:p>
          <a:p>
            <a:r>
              <a:rPr lang="en-US" dirty="0"/>
              <a:t>(170, 56) is second centroid</a:t>
            </a:r>
          </a:p>
          <a:p>
            <a:r>
              <a:rPr lang="en-US" dirty="0"/>
              <a:t>Then we see remining 4 rows belongs to which cluster</a:t>
            </a:r>
          </a:p>
          <a:p>
            <a:r>
              <a:rPr lang="en-US" dirty="0"/>
              <a:t>For the third row we compute “Euclidean Distance” with row 1 and row 2</a:t>
            </a:r>
          </a:p>
          <a:p>
            <a:r>
              <a:rPr lang="en-US" dirty="0"/>
              <a:t>Answers: 20.80 and 4.48</a:t>
            </a:r>
          </a:p>
          <a:p>
            <a:endParaRPr lang="en-US" dirty="0"/>
          </a:p>
          <a:p>
            <a:r>
              <a:rPr lang="en-US" dirty="0"/>
              <a:t>Row 3 will join 2</a:t>
            </a:r>
            <a:r>
              <a:rPr lang="en-US" sz="1900" dirty="0"/>
              <a:t>nd</a:t>
            </a:r>
            <a:r>
              <a:rPr lang="en-US" dirty="0"/>
              <a:t> centroid cluster as it has minimum Euclidean Distance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7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A9DE-401C-58F4-4060-E354C552A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7D15-8F1F-BA33-AADA-2F102D795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 row join some group we will again compute new centroid</a:t>
            </a:r>
          </a:p>
          <a:p>
            <a:r>
              <a:rPr lang="en-US" dirty="0"/>
              <a:t>We will only update the centroid of K2 (as it receive a new instance), but K1 will remain same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New centroid </a:t>
            </a:r>
            <a:r>
              <a:rPr lang="en-US" dirty="0"/>
              <a:t>= Old Centroid + New Centroid /2</a:t>
            </a:r>
          </a:p>
          <a:p>
            <a:endParaRPr lang="en-US" dirty="0"/>
          </a:p>
          <a:p>
            <a:r>
              <a:rPr lang="en-US" dirty="0"/>
              <a:t>Here Centroid d 1 will remain same</a:t>
            </a:r>
          </a:p>
          <a:p>
            <a:r>
              <a:rPr lang="en-US" dirty="0"/>
              <a:t>Centroid 2= (170+168/ 2 ,  60+56 /2) </a:t>
            </a:r>
            <a:r>
              <a:rPr lang="en-US" dirty="0">
                <a:sym typeface="Wingdings" panose="05000000000000000000" pitchFamily="2" charset="2"/>
              </a:rPr>
              <a:t> (169, 58)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9AB447-39ED-B1D2-55F6-90AFAACFC6E8}"/>
              </a:ext>
            </a:extLst>
          </p:cNvPr>
          <p:cNvSpPr/>
          <p:nvPr/>
        </p:nvSpPr>
        <p:spPr>
          <a:xfrm>
            <a:off x="9618482" y="3229974"/>
            <a:ext cx="1112362" cy="9049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K1 = 185, 72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158891-881F-225D-FD05-033016C79DD5}"/>
              </a:ext>
            </a:extLst>
          </p:cNvPr>
          <p:cNvSpPr/>
          <p:nvPr/>
        </p:nvSpPr>
        <p:spPr>
          <a:xfrm>
            <a:off x="9673472" y="4654902"/>
            <a:ext cx="1112362" cy="9049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K2 = 169, 58</a:t>
            </a:r>
          </a:p>
        </p:txBody>
      </p:sp>
    </p:spTree>
    <p:extLst>
      <p:ext uri="{BB962C8B-B14F-4D97-AF65-F5344CB8AC3E}">
        <p14:creationId xmlns:p14="http://schemas.microsoft.com/office/powerpoint/2010/main" val="1505168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A0DD-A96D-EF4D-33A0-0D1DFB9B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(Final Answer)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77963-7D13-9B33-DDD7-403AAE8F1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Centroid update formula</a:t>
            </a:r>
          </a:p>
          <a:p>
            <a:r>
              <a:rPr lang="en-US" dirty="0"/>
              <a:t>K1= {1,4,5,6}</a:t>
            </a:r>
          </a:p>
          <a:p>
            <a:r>
              <a:rPr lang="en-US" dirty="0"/>
              <a:t>K2 = {2,3}</a:t>
            </a:r>
          </a:p>
        </p:txBody>
      </p:sp>
    </p:spTree>
    <p:extLst>
      <p:ext uri="{BB962C8B-B14F-4D97-AF65-F5344CB8AC3E}">
        <p14:creationId xmlns:p14="http://schemas.microsoft.com/office/powerpoint/2010/main" val="3799191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5180-2798-0F22-235D-F8B478C7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5EE05-BAB2-5553-C18F-34A6647EF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439700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251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K-Means Clustering Algorithm</vt:lpstr>
      <vt:lpstr>K-Means</vt:lpstr>
      <vt:lpstr>K-Means</vt:lpstr>
      <vt:lpstr>K-Means</vt:lpstr>
      <vt:lpstr>K-Means</vt:lpstr>
      <vt:lpstr>K-Means (Final Answer)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Ali Saeed</dc:creator>
  <cp:lastModifiedBy>Ali Saeed</cp:lastModifiedBy>
  <cp:revision>137</cp:revision>
  <dcterms:created xsi:type="dcterms:W3CDTF">2023-01-03T08:50:07Z</dcterms:created>
  <dcterms:modified xsi:type="dcterms:W3CDTF">2025-11-26T07:40:00Z</dcterms:modified>
</cp:coreProperties>
</file>