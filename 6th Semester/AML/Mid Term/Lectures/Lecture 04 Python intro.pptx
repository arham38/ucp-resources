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2" r:id="rId4"/>
    <p:sldId id="263" r:id="rId5"/>
    <p:sldId id="264" r:id="rId6"/>
    <p:sldId id="274" r:id="rId7"/>
    <p:sldId id="265" r:id="rId8"/>
    <p:sldId id="266" r:id="rId9"/>
    <p:sldId id="272" r:id="rId10"/>
    <p:sldId id="271" r:id="rId11"/>
    <p:sldId id="275" r:id="rId12"/>
    <p:sldId id="277" r:id="rId13"/>
    <p:sldId id="278" r:id="rId14"/>
    <p:sldId id="279" r:id="rId15"/>
    <p:sldId id="281" r:id="rId16"/>
    <p:sldId id="282" r:id="rId17"/>
    <p:sldId id="283" r:id="rId18"/>
    <p:sldId id="284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62FFF-3CFE-4D8D-9657-B2EDB652895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5DC15-2E7C-458D-AAC2-D91C5DE31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40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5DC15-2E7C-458D-AAC2-D91C5DE3168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07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for NLP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Definition</a:t>
            </a:r>
          </a:p>
          <a:p>
            <a:r>
              <a:rPr lang="en-US" dirty="0"/>
              <a:t>Variables / Arrays/ List / Set / </a:t>
            </a:r>
            <a:r>
              <a:rPr lang="en-GB" dirty="0" err="1"/>
              <a:t>Tuple</a:t>
            </a:r>
            <a:r>
              <a:rPr lang="en-US" dirty="0"/>
              <a:t> </a:t>
            </a:r>
          </a:p>
          <a:p>
            <a:r>
              <a:rPr lang="en-US" dirty="0"/>
              <a:t>Dictionary</a:t>
            </a:r>
          </a:p>
          <a:p>
            <a:r>
              <a:rPr lang="en-US" dirty="0"/>
              <a:t>Condition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Classes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Popular Libraries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219200" y="1905000"/>
            <a:ext cx="276697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= 33</a:t>
            </a:r>
            <a:br>
              <a:rPr lang="en-US" dirty="0"/>
            </a:br>
            <a:r>
              <a:rPr lang="en-US" dirty="0"/>
              <a:t>b = 200</a:t>
            </a:r>
            <a:br>
              <a:rPr lang="en-US" dirty="0"/>
            </a:br>
            <a:r>
              <a:rPr lang="en-US" dirty="0"/>
              <a:t>if (b &gt; a):</a:t>
            </a:r>
            <a:br>
              <a:rPr lang="en-US" dirty="0"/>
            </a:br>
            <a:r>
              <a:rPr lang="en-US" dirty="0"/>
              <a:t>  print("b is greater than a")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219200" y="3429000"/>
            <a:ext cx="28956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a=30</a:t>
            </a:r>
          </a:p>
          <a:p>
            <a:r>
              <a:rPr lang="en-US" dirty="0"/>
              <a:t>b=20</a:t>
            </a:r>
          </a:p>
          <a:p>
            <a:r>
              <a:rPr lang="en-US" dirty="0"/>
              <a:t>if(b&gt;a):</a:t>
            </a:r>
          </a:p>
          <a:p>
            <a:r>
              <a:rPr lang="en-US" dirty="0"/>
              <a:t>  print("hello")</a:t>
            </a:r>
          </a:p>
          <a:p>
            <a:r>
              <a:rPr lang="en-US" dirty="0" err="1"/>
              <a:t>elif</a:t>
            </a:r>
            <a:r>
              <a:rPr lang="en-US" dirty="0"/>
              <a:t>(a&gt;b):</a:t>
            </a:r>
          </a:p>
          <a:p>
            <a:r>
              <a:rPr lang="en-US" dirty="0"/>
              <a:t>  print("world")</a:t>
            </a:r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4724400" y="1828800"/>
            <a:ext cx="276697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= 200</a:t>
            </a:r>
            <a:br>
              <a:rPr lang="en-US" dirty="0"/>
            </a:br>
            <a:r>
              <a:rPr lang="en-US" dirty="0"/>
              <a:t>b = 33</a:t>
            </a:r>
            <a:br>
              <a:rPr lang="en-US" dirty="0"/>
            </a:br>
            <a:r>
              <a:rPr lang="en-US" dirty="0"/>
              <a:t>if b &gt; a:</a:t>
            </a:r>
            <a:br>
              <a:rPr lang="en-US" dirty="0"/>
            </a:br>
            <a:r>
              <a:rPr lang="en-US" dirty="0"/>
              <a:t>  print("b is greater than a")</a:t>
            </a:r>
            <a:br>
              <a:rPr lang="en-US" dirty="0"/>
            </a:br>
            <a:r>
              <a:rPr lang="en-US" dirty="0" err="1"/>
              <a:t>elif</a:t>
            </a:r>
            <a:r>
              <a:rPr lang="en-US" dirty="0"/>
              <a:t> a == b:</a:t>
            </a:r>
            <a:br>
              <a:rPr lang="en-US" dirty="0"/>
            </a:br>
            <a:r>
              <a:rPr lang="en-US" dirty="0"/>
              <a:t>  print("a and b are equal")</a:t>
            </a:r>
            <a:br>
              <a:rPr lang="en-US" dirty="0"/>
            </a:br>
            <a:r>
              <a:rPr lang="en-US" dirty="0"/>
              <a:t>else:</a:t>
            </a:r>
            <a:br>
              <a:rPr lang="en-US" dirty="0"/>
            </a:br>
            <a:r>
              <a:rPr lang="en-US" dirty="0"/>
              <a:t>  print("a is greater than b")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242C6-6EFA-08A0-F2A9-82E4602E7DEC}"/>
              </a:ext>
            </a:extLst>
          </p:cNvPr>
          <p:cNvSpPr txBox="1"/>
          <p:nvPr/>
        </p:nvSpPr>
        <p:spPr>
          <a:xfrm>
            <a:off x="4267200" y="4419600"/>
            <a:ext cx="47244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dirty="0">
                <a:effectLst/>
                <a:latin typeface="Courier New" panose="02070309020205020404" pitchFamily="49" charset="0"/>
              </a:rPr>
              <a:t>a = 33 </a:t>
            </a:r>
          </a:p>
          <a:p>
            <a:r>
              <a:rPr lang="en-US" b="0" dirty="0">
                <a:effectLst/>
                <a:latin typeface="Courier New" panose="02070309020205020404" pitchFamily="49" charset="0"/>
              </a:rPr>
              <a:t>b = 200 </a:t>
            </a:r>
          </a:p>
          <a:p>
            <a:r>
              <a:rPr lang="en-US" b="0" dirty="0">
                <a:effectLst/>
                <a:latin typeface="Courier New" panose="02070309020205020404" pitchFamily="49" charset="0"/>
              </a:rPr>
              <a:t>if (b &gt; a and a==32): </a:t>
            </a:r>
          </a:p>
          <a:p>
            <a:r>
              <a:rPr lang="en-US" b="0" dirty="0">
                <a:effectLst/>
                <a:latin typeface="Courier New" panose="02070309020205020404" pitchFamily="49" charset="0"/>
              </a:rPr>
              <a:t>  print("b is greater than a")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676400"/>
            <a:ext cx="377212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Traversing from set:</a:t>
            </a:r>
          </a:p>
          <a:p>
            <a:r>
              <a:rPr lang="en-US" dirty="0" err="1"/>
              <a:t>thisset</a:t>
            </a:r>
            <a:r>
              <a:rPr lang="en-US" dirty="0"/>
              <a:t> = {"apple", "banana", "cherry"}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 x in </a:t>
            </a:r>
            <a:r>
              <a:rPr lang="en-US" dirty="0" err="1"/>
              <a:t>thisset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  print(x)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3352800"/>
            <a:ext cx="377379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Traversing from list:</a:t>
            </a:r>
            <a:endParaRPr lang="en-US" dirty="0"/>
          </a:p>
          <a:p>
            <a:r>
              <a:rPr lang="en-US" dirty="0" err="1"/>
              <a:t>thisset</a:t>
            </a:r>
            <a:r>
              <a:rPr lang="en-US" dirty="0"/>
              <a:t> = ["apple", "banana", "cherry“]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 x in </a:t>
            </a:r>
            <a:r>
              <a:rPr lang="en-US" dirty="0" err="1"/>
              <a:t>thisset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  print(x)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5181600"/>
            <a:ext cx="173605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Range 0-5:</a:t>
            </a:r>
            <a:endParaRPr lang="en-US" dirty="0"/>
          </a:p>
          <a:p>
            <a:r>
              <a:rPr lang="en-US" dirty="0"/>
              <a:t>for x in range(6):</a:t>
            </a:r>
          </a:p>
          <a:p>
            <a:r>
              <a:rPr lang="en-US" dirty="0"/>
              <a:t>  print(x)</a:t>
            </a:r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5334000" y="1676400"/>
            <a:ext cx="196367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Range 2-5:</a:t>
            </a:r>
            <a:endParaRPr lang="en-US" dirty="0"/>
          </a:p>
          <a:p>
            <a:r>
              <a:rPr lang="en-US" dirty="0"/>
              <a:t>for x in range(2, 6):</a:t>
            </a:r>
            <a:br>
              <a:rPr lang="en-US" dirty="0"/>
            </a:br>
            <a:r>
              <a:rPr lang="en-US" dirty="0"/>
              <a:t>  print(x)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5383460" y="3276600"/>
            <a:ext cx="33033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Range 2-29, with increment of 3:</a:t>
            </a:r>
            <a:endParaRPr lang="en-US" dirty="0"/>
          </a:p>
          <a:p>
            <a:r>
              <a:rPr lang="en-US" dirty="0"/>
              <a:t>for x in range(2, 30, 3):</a:t>
            </a:r>
            <a:br>
              <a:rPr lang="en-US" dirty="0"/>
            </a:br>
            <a:r>
              <a:rPr lang="en-US" dirty="0"/>
              <a:t>  print(x)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3733800" y="5029200"/>
            <a:ext cx="119936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nn-NO" dirty="0"/>
              <a:t>i = 1</a:t>
            </a:r>
            <a:br>
              <a:rPr lang="nn-NO" dirty="0"/>
            </a:br>
            <a:r>
              <a:rPr lang="nn-NO" dirty="0"/>
              <a:t>while i &lt; 6:</a:t>
            </a:r>
            <a:br>
              <a:rPr lang="nn-NO" dirty="0"/>
            </a:br>
            <a:r>
              <a:rPr lang="nn-NO" dirty="0"/>
              <a:t>  print(i)</a:t>
            </a:r>
            <a:br>
              <a:rPr lang="nn-NO" dirty="0"/>
            </a:br>
            <a:r>
              <a:rPr lang="nn-NO" dirty="0"/>
              <a:t>  i += 1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D8561-340A-C7B5-6FF4-852BAD00A48B}"/>
              </a:ext>
            </a:extLst>
          </p:cNvPr>
          <p:cNvSpPr txBox="1"/>
          <p:nvPr/>
        </p:nvSpPr>
        <p:spPr>
          <a:xfrm>
            <a:off x="5495285" y="4613701"/>
            <a:ext cx="2162772" cy="203132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n-NO" dirty="0"/>
              <a:t>i=10</a:t>
            </a:r>
          </a:p>
          <a:p>
            <a:r>
              <a:rPr lang="nn-NO" dirty="0"/>
              <a:t>j=10</a:t>
            </a:r>
          </a:p>
          <a:p>
            <a:r>
              <a:rPr lang="nn-NO" dirty="0"/>
              <a:t>while(i&lt;20 and j&lt;15):</a:t>
            </a:r>
          </a:p>
          <a:p>
            <a:r>
              <a:rPr lang="nn-NO" dirty="0"/>
              <a:t>  print(i)</a:t>
            </a:r>
          </a:p>
          <a:p>
            <a:r>
              <a:rPr lang="nn-NO" dirty="0"/>
              <a:t>  i=i+1</a:t>
            </a:r>
          </a:p>
          <a:p>
            <a:r>
              <a:rPr lang="nn-NO" dirty="0"/>
              <a:t>  j=j+1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752600"/>
            <a:ext cx="306423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def </a:t>
            </a:r>
            <a:r>
              <a:rPr lang="en-US" dirty="0" err="1"/>
              <a:t>my_function</a:t>
            </a:r>
            <a:r>
              <a:rPr lang="en-US" dirty="0"/>
              <a:t>():</a:t>
            </a:r>
            <a:br>
              <a:rPr lang="en-US" dirty="0"/>
            </a:br>
            <a:r>
              <a:rPr lang="en-US" dirty="0"/>
              <a:t>  print("Hello from a function")</a:t>
            </a:r>
            <a:br>
              <a:rPr lang="en-US" dirty="0"/>
            </a:br>
            <a:br>
              <a:rPr lang="en-US" dirty="0"/>
            </a:br>
            <a:r>
              <a:rPr lang="en-US" b="1" dirty="0" err="1"/>
              <a:t>my_function</a:t>
            </a:r>
            <a:r>
              <a:rPr lang="en-US" b="1" dirty="0"/>
              <a:t>()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3581400"/>
            <a:ext cx="306423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def </a:t>
            </a:r>
            <a:r>
              <a:rPr lang="en-US" dirty="0" err="1"/>
              <a:t>my_function</a:t>
            </a:r>
            <a:r>
              <a:rPr lang="en-US" dirty="0"/>
              <a:t>():</a:t>
            </a:r>
          </a:p>
          <a:p>
            <a:r>
              <a:rPr lang="en-US" dirty="0"/>
              <a:t>  print("Hello from a function")</a:t>
            </a:r>
          </a:p>
          <a:p>
            <a:r>
              <a:rPr lang="en-US" dirty="0"/>
              <a:t>  print("Hello from a function")</a:t>
            </a:r>
          </a:p>
          <a:p>
            <a:r>
              <a:rPr lang="en-US" dirty="0"/>
              <a:t>  print("Hello from a function")</a:t>
            </a:r>
          </a:p>
          <a:p>
            <a:r>
              <a:rPr lang="en-US" dirty="0"/>
              <a:t>  print("Hello from a function")</a:t>
            </a:r>
          </a:p>
          <a:p>
            <a:br>
              <a:rPr lang="en-US" dirty="0"/>
            </a:br>
            <a:r>
              <a:rPr lang="en-US" dirty="0" err="1"/>
              <a:t>my_function</a:t>
            </a:r>
            <a:r>
              <a:rPr lang="en-US" dirty="0"/>
              <a:t>()</a:t>
            </a:r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4876800" y="1752600"/>
            <a:ext cx="266451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def </a:t>
            </a:r>
            <a:r>
              <a:rPr lang="en-US" dirty="0" err="1"/>
              <a:t>my_function</a:t>
            </a:r>
            <a:r>
              <a:rPr lang="en-US" dirty="0"/>
              <a:t>(</a:t>
            </a:r>
            <a:r>
              <a:rPr lang="en-US" b="1" dirty="0" err="1"/>
              <a:t>fname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>  print(</a:t>
            </a:r>
            <a:r>
              <a:rPr lang="en-US" dirty="0" err="1"/>
              <a:t>fname</a:t>
            </a:r>
            <a:r>
              <a:rPr lang="en-US" dirty="0"/>
              <a:t> + " </a:t>
            </a:r>
            <a:r>
              <a:rPr lang="en-US" dirty="0" err="1"/>
              <a:t>Refsnes</a:t>
            </a:r>
            <a:r>
              <a:rPr lang="en-US" dirty="0"/>
              <a:t>")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my_function</a:t>
            </a:r>
            <a:r>
              <a:rPr lang="en-US" dirty="0"/>
              <a:t>(</a:t>
            </a:r>
            <a:r>
              <a:rPr lang="en-US" b="1" dirty="0"/>
              <a:t>"Emil"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my_function</a:t>
            </a:r>
            <a:r>
              <a:rPr lang="en-US" dirty="0"/>
              <a:t>(</a:t>
            </a:r>
            <a:r>
              <a:rPr lang="en-US" b="1" dirty="0"/>
              <a:t>"Tobias"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my_function</a:t>
            </a:r>
            <a:r>
              <a:rPr lang="en-US" dirty="0"/>
              <a:t>(</a:t>
            </a:r>
            <a:r>
              <a:rPr lang="en-US" b="1" dirty="0"/>
              <a:t>"</a:t>
            </a:r>
            <a:r>
              <a:rPr lang="en-US" b="1" dirty="0" err="1"/>
              <a:t>Linus</a:t>
            </a:r>
            <a:r>
              <a:rPr lang="en-US" b="1" dirty="0"/>
              <a:t>"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4876800" y="3962400"/>
            <a:ext cx="3638688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def </a:t>
            </a:r>
            <a:r>
              <a:rPr lang="en-US" dirty="0" err="1"/>
              <a:t>my_function</a:t>
            </a:r>
            <a:r>
              <a:rPr lang="en-US" dirty="0"/>
              <a:t>(food):</a:t>
            </a:r>
            <a:br>
              <a:rPr lang="en-US" dirty="0"/>
            </a:br>
            <a:r>
              <a:rPr lang="en-US" dirty="0"/>
              <a:t>  for x in food:</a:t>
            </a:r>
            <a:br>
              <a:rPr lang="en-US" dirty="0"/>
            </a:br>
            <a:r>
              <a:rPr lang="en-US" dirty="0"/>
              <a:t>    print(x)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fruits = ["apple", "banana", "cherry"]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my_function</a:t>
            </a:r>
            <a:r>
              <a:rPr lang="en-US" dirty="0"/>
              <a:t>(fruits)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209800" y="2690336"/>
            <a:ext cx="133402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q=input()</a:t>
            </a:r>
          </a:p>
          <a:p>
            <a:r>
              <a:rPr lang="en-GB" dirty="0"/>
              <a:t>r=</a:t>
            </a:r>
            <a:r>
              <a:rPr lang="en-GB" dirty="0" err="1"/>
              <a:t>q.split</a:t>
            </a:r>
            <a:r>
              <a:rPr lang="en-GB" dirty="0"/>
              <a:t>(" ")</a:t>
            </a:r>
          </a:p>
          <a:p>
            <a:r>
              <a:rPr lang="en-GB" dirty="0"/>
              <a:t>print(r)</a:t>
            </a:r>
          </a:p>
          <a:p>
            <a:r>
              <a:rPr lang="en-GB" dirty="0"/>
              <a:t>print(r[0])</a:t>
            </a: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219200" y="1828800"/>
            <a:ext cx="603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Following code will takes input in string and convert into string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/ Objects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28605" y="1905000"/>
            <a:ext cx="3048000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Person: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name=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"No name"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age 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US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init</a:t>
            </a:r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.name=name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.age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=age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print_fun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.name)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.age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p1= Person(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"Usman"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p1.print_fun()</a:t>
            </a:r>
            <a:endParaRPr lang="en-US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657600" y="1905000"/>
            <a:ext cx="5057795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All classes have a function called __init__(), which</a:t>
            </a:r>
            <a:br>
              <a:rPr lang="en-US" dirty="0"/>
            </a:br>
            <a:r>
              <a:rPr lang="en-US" dirty="0"/>
              <a:t> is always executed when the class is being initiated.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Use the __init__() function to assign values to </a:t>
            </a:r>
            <a:br>
              <a:rPr lang="en-US" dirty="0"/>
            </a:br>
            <a:r>
              <a:rPr lang="en-US" dirty="0"/>
              <a:t>object properties, or other operations that are</a:t>
            </a:r>
            <a:br>
              <a:rPr lang="en-US" dirty="0"/>
            </a:br>
            <a:r>
              <a:rPr lang="en-US" dirty="0"/>
              <a:t> necessary to do when the object is being created.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All function have an extra parameter of </a:t>
            </a:r>
            <a:r>
              <a:rPr lang="en-US" b="1" dirty="0"/>
              <a:t>self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/ Objects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52400" y="1905000"/>
            <a:ext cx="4114800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class Person:</a:t>
            </a:r>
            <a:br>
              <a:rPr lang="en-US" dirty="0"/>
            </a:br>
            <a:r>
              <a:rPr lang="en-US" dirty="0"/>
              <a:t>  def __init__(self, name, age):</a:t>
            </a:r>
            <a:br>
              <a:rPr lang="en-US" dirty="0"/>
            </a:br>
            <a:r>
              <a:rPr lang="en-US" dirty="0"/>
              <a:t>    self.name = name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 err="1"/>
              <a:t>self.age</a:t>
            </a:r>
            <a:r>
              <a:rPr lang="en-US" dirty="0"/>
              <a:t> = age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  def </a:t>
            </a:r>
            <a:r>
              <a:rPr lang="en-US" dirty="0" err="1"/>
              <a:t>myfunc</a:t>
            </a:r>
            <a:r>
              <a:rPr lang="en-US" dirty="0"/>
              <a:t>(self):</a:t>
            </a:r>
            <a:br>
              <a:rPr lang="en-US" dirty="0"/>
            </a:br>
            <a:r>
              <a:rPr lang="en-US" dirty="0"/>
              <a:t>    print("Hello my name is " + self.name)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p1 = Person("John", 36)</a:t>
            </a:r>
            <a:br>
              <a:rPr lang="en-US" dirty="0"/>
            </a:br>
            <a:r>
              <a:rPr lang="en-US" dirty="0"/>
              <a:t>p1.myfunc()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419600" y="1828800"/>
            <a:ext cx="448898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 self parameter is a reference to the</a:t>
            </a:r>
            <a:br>
              <a:rPr lang="en-US" dirty="0"/>
            </a:br>
            <a:r>
              <a:rPr lang="en-US" dirty="0"/>
              <a:t> current instance of the class, and is used</a:t>
            </a:r>
            <a:br>
              <a:rPr lang="en-US" dirty="0"/>
            </a:br>
            <a:r>
              <a:rPr lang="en-US" dirty="0"/>
              <a:t> to access variables that belongs to the </a:t>
            </a:r>
            <a:br>
              <a:rPr lang="en-US" dirty="0"/>
            </a:br>
            <a:r>
              <a:rPr lang="en-US" dirty="0"/>
              <a:t>class.</a:t>
            </a:r>
          </a:p>
          <a:p>
            <a:r>
              <a:rPr lang="en-US" dirty="0"/>
              <a:t>It does not have to be named self , you</a:t>
            </a:r>
            <a:br>
              <a:rPr lang="en-US" dirty="0"/>
            </a:br>
            <a:r>
              <a:rPr lang="en-US" dirty="0"/>
              <a:t> can call it whatever you like, but it has to</a:t>
            </a:r>
            <a:br>
              <a:rPr lang="en-US" dirty="0"/>
            </a:br>
            <a:r>
              <a:rPr lang="en-US" dirty="0"/>
              <a:t> be the first parameter of any function</a:t>
            </a:r>
            <a:br>
              <a:rPr lang="en-US" dirty="0"/>
            </a:br>
            <a:r>
              <a:rPr lang="en-US" dirty="0"/>
              <a:t> in the class:</a:t>
            </a:r>
          </a:p>
          <a:p>
            <a:r>
              <a:rPr lang="en-US" dirty="0"/>
              <a:t>If we have a method that takes no arguments,</a:t>
            </a:r>
            <a:br>
              <a:rPr lang="en-US" dirty="0"/>
            </a:br>
            <a:r>
              <a:rPr lang="en-US" dirty="0"/>
              <a:t> then we still have to have one argument.</a:t>
            </a:r>
          </a:p>
          <a:p>
            <a:endParaRPr lang="en-US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Mount files from Google </a:t>
            </a:r>
            <a:r>
              <a:rPr lang="en-US" dirty="0" err="1"/>
              <a:t>Colab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024076" y="3200400"/>
            <a:ext cx="309584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from </a:t>
            </a:r>
            <a:r>
              <a:rPr lang="en-US" dirty="0" err="1"/>
              <a:t>google.colab</a:t>
            </a:r>
            <a:r>
              <a:rPr lang="en-US" dirty="0"/>
              <a:t> import drive</a:t>
            </a:r>
            <a:endParaRPr lang="en-GB" dirty="0"/>
          </a:p>
          <a:p>
            <a:r>
              <a:rPr lang="en-US" dirty="0" err="1"/>
              <a:t>drive.mount</a:t>
            </a:r>
            <a:r>
              <a:rPr lang="en-US" dirty="0"/>
              <a:t>('/content/drive')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Pandas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905000"/>
            <a:ext cx="7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19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Pandas is a Python library used for working with data sets.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It has functions for analyzing, cleaning, exploring, and manipulating data.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The name "Pandas" has a reference to both "Panel Data", and "Python Data Analysis" </a:t>
            </a:r>
            <a:br>
              <a:rPr lang="en-US" dirty="0"/>
            </a:br>
            <a:r>
              <a:rPr lang="en-US" dirty="0"/>
              <a:t>and was created by Wes McKinney in 2008.</a:t>
            </a:r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3733800" y="43434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533400" y="2438400"/>
            <a:ext cx="58309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Pandas </a:t>
            </a:r>
            <a:r>
              <a:rPr lang="en-US" dirty="0" err="1"/>
              <a:t>DataFrame</a:t>
            </a:r>
            <a:r>
              <a:rPr lang="en-US" dirty="0"/>
              <a:t> is a 2 dimensional data structure, </a:t>
            </a:r>
            <a:br>
              <a:rPr lang="en-US" dirty="0"/>
            </a:br>
            <a:r>
              <a:rPr lang="en-US" dirty="0"/>
              <a:t>like a 2 dimensional array, or a table with rows and columns.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31CE99-3352-DC4D-CDCA-EB918CF7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580" y="3561665"/>
            <a:ext cx="3533775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57BF-2F3D-A9CE-B303-4DE71550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all rows and columns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49F0B3-A251-BB8E-349B-FF2CE6154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7525" y="1752600"/>
            <a:ext cx="3368949" cy="4525963"/>
          </a:xfrm>
        </p:spPr>
      </p:pic>
    </p:spTree>
    <p:extLst>
      <p:ext uri="{BB962C8B-B14F-4D97-AF65-F5344CB8AC3E}">
        <p14:creationId xmlns:p14="http://schemas.microsoft.com/office/powerpoint/2010/main" val="606872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78F0F-A4DC-5EFF-5D39-C865F8AC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3 rows along with all columns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3300F7-2A4D-57EF-1B0A-807755B19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954" y="1828800"/>
            <a:ext cx="3764092" cy="4525963"/>
          </a:xfrm>
        </p:spPr>
      </p:pic>
    </p:spTree>
    <p:extLst>
      <p:ext uri="{BB962C8B-B14F-4D97-AF65-F5344CB8AC3E}">
        <p14:creationId xmlns:p14="http://schemas.microsoft.com/office/powerpoint/2010/main" val="4264764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1AD7-14E6-B021-0E4B-D8C4DA33F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two columns with all rows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E61F12-8F3F-D896-5093-EFED36048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81580" y="1600200"/>
            <a:ext cx="3380839" cy="4525963"/>
          </a:xfrm>
        </p:spPr>
      </p:pic>
    </p:spTree>
    <p:extLst>
      <p:ext uri="{BB962C8B-B14F-4D97-AF65-F5344CB8AC3E}">
        <p14:creationId xmlns:p14="http://schemas.microsoft.com/office/powerpoint/2010/main" val="2177348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584A-F56A-D5FC-6AD3-81DC487E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a specific cell value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C8ACAA-4173-ADAA-767F-15E40318A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032" y="1600200"/>
            <a:ext cx="4411936" cy="4525963"/>
          </a:xfrm>
        </p:spPr>
      </p:pic>
    </p:spTree>
    <p:extLst>
      <p:ext uri="{BB962C8B-B14F-4D97-AF65-F5344CB8AC3E}">
        <p14:creationId xmlns:p14="http://schemas.microsoft.com/office/powerpoint/2010/main" val="1362174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87FC-2EBB-3E36-1E05-7EBD3938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78E617-4F6D-3D33-26D1-856D3E78C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340" y="1676400"/>
            <a:ext cx="4676775" cy="40195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E88784-5541-85FB-7DC5-2060F995AAE0}"/>
              </a:ext>
            </a:extLst>
          </p:cNvPr>
          <p:cNvSpPr txBox="1"/>
          <p:nvPr/>
        </p:nvSpPr>
        <p:spPr>
          <a:xfrm>
            <a:off x="5334000" y="2743200"/>
            <a:ext cx="39837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Df.head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It is use to show first 5 rows of dataset</a:t>
            </a:r>
          </a:p>
          <a:p>
            <a:endParaRPr lang="en-US" dirty="0"/>
          </a:p>
          <a:p>
            <a:r>
              <a:rPr lang="en-US" dirty="0" err="1"/>
              <a:t>Df.head</a:t>
            </a:r>
            <a:r>
              <a:rPr lang="en-US" dirty="0"/>
              <a:t>(10)</a:t>
            </a:r>
          </a:p>
          <a:p>
            <a:r>
              <a:rPr lang="en-US" dirty="0"/>
              <a:t>It is use to show first 10 rows of dataset</a:t>
            </a:r>
          </a:p>
          <a:p>
            <a:endParaRPr lang="en-US" dirty="0"/>
          </a:p>
          <a:p>
            <a:r>
              <a:rPr lang="en-US" dirty="0" err="1"/>
              <a:t>Df.tail</a:t>
            </a:r>
            <a:r>
              <a:rPr lang="en-US" dirty="0"/>
              <a:t>()</a:t>
            </a:r>
          </a:p>
          <a:p>
            <a:r>
              <a:rPr lang="en-US" dirty="0"/>
              <a:t>It is use to show last 5 rows of dataset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5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F2DD-4716-41BD-F6B1-0A20C194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 Info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D0DBB4-77DF-E6B0-9D19-3BC5D23FA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8866" y="1600200"/>
            <a:ext cx="4246268" cy="4525963"/>
          </a:xfrm>
        </p:spPr>
      </p:pic>
    </p:spTree>
    <p:extLst>
      <p:ext uri="{BB962C8B-B14F-4D97-AF65-F5344CB8AC3E}">
        <p14:creationId xmlns:p14="http://schemas.microsoft.com/office/powerpoint/2010/main" val="2924128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4F64-D9F3-4105-6869-524F7173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590800"/>
            <a:ext cx="3178066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Remove duplicate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49BC28-EEBF-F828-A700-A7F32FD52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0" y="304800"/>
            <a:ext cx="4387536" cy="6248400"/>
          </a:xfrm>
        </p:spPr>
      </p:pic>
    </p:spTree>
    <p:extLst>
      <p:ext uri="{BB962C8B-B14F-4D97-AF65-F5344CB8AC3E}">
        <p14:creationId xmlns:p14="http://schemas.microsoft.com/office/powerpoint/2010/main" val="2846290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A0FA-60B9-2DC2-B38B-4E06C384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590800"/>
            <a:ext cx="3429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Remove Rows with null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EDC39-E32F-155F-136D-684E1355C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714375"/>
            <a:ext cx="514350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74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980</Words>
  <Application>Microsoft Office PowerPoint</Application>
  <PresentationFormat>On-screen Show (4:3)</PresentationFormat>
  <Paragraphs>108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Python for NLP</vt:lpstr>
      <vt:lpstr>Introduction to Python</vt:lpstr>
      <vt:lpstr>Condition</vt:lpstr>
      <vt:lpstr>Loop</vt:lpstr>
      <vt:lpstr>Functions</vt:lpstr>
      <vt:lpstr>Input</vt:lpstr>
      <vt:lpstr>Class / Objects</vt:lpstr>
      <vt:lpstr>Class / Objects</vt:lpstr>
      <vt:lpstr>Mount files from Google Colab</vt:lpstr>
      <vt:lpstr>Pandas</vt:lpstr>
      <vt:lpstr>Fetch all rows and columns</vt:lpstr>
      <vt:lpstr>First 3 rows along with all columns</vt:lpstr>
      <vt:lpstr>First two columns with all rows</vt:lpstr>
      <vt:lpstr>Access a specific cell value</vt:lpstr>
      <vt:lpstr>Pandas Function</vt:lpstr>
      <vt:lpstr>Data Frame Info</vt:lpstr>
      <vt:lpstr>Remove duplicate</vt:lpstr>
      <vt:lpstr>Remove Rows with null value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Ali</dc:creator>
  <cp:lastModifiedBy>Dr Ali Saeed</cp:lastModifiedBy>
  <cp:revision>180</cp:revision>
  <dcterms:created xsi:type="dcterms:W3CDTF">2006-08-16T00:00:00Z</dcterms:created>
  <dcterms:modified xsi:type="dcterms:W3CDTF">2024-03-22T03:56:21Z</dcterms:modified>
</cp:coreProperties>
</file>