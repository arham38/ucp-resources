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8" r:id="rId4"/>
    <p:sldId id="262" r:id="rId5"/>
    <p:sldId id="269" r:id="rId6"/>
    <p:sldId id="271" r:id="rId7"/>
    <p:sldId id="258" r:id="rId8"/>
    <p:sldId id="259" r:id="rId9"/>
    <p:sldId id="266" r:id="rId10"/>
    <p:sldId id="260" r:id="rId11"/>
    <p:sldId id="261" r:id="rId12"/>
    <p:sldId id="272" r:id="rId13"/>
    <p:sldId id="263" r:id="rId14"/>
    <p:sldId id="264" r:id="rId15"/>
    <p:sldId id="273" r:id="rId16"/>
    <p:sldId id="265" r:id="rId17"/>
    <p:sldId id="26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84" y="1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A7412-E5A5-4224-B5F5-81A858C595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C1B35F-86F7-2C54-2DEC-636D48058D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AFD1C9D-D6ED-511C-3472-7207B2A2E492}"/>
              </a:ext>
            </a:extLst>
          </p:cNvPr>
          <p:cNvSpPr>
            <a:spLocks noGrp="1"/>
          </p:cNvSpPr>
          <p:nvPr>
            <p:ph type="dt" sz="half" idx="10"/>
          </p:nvPr>
        </p:nvSpPr>
        <p:spPr/>
        <p:txBody>
          <a:bodyPr/>
          <a:lstStyle/>
          <a:p>
            <a:fld id="{56B07A6E-0792-427B-B205-E85E46764B8F}" type="datetimeFigureOut">
              <a:rPr lang="en-US" smtClean="0"/>
              <a:t>4/19/2026</a:t>
            </a:fld>
            <a:endParaRPr lang="en-US"/>
          </a:p>
        </p:txBody>
      </p:sp>
      <p:sp>
        <p:nvSpPr>
          <p:cNvPr id="5" name="Footer Placeholder 4">
            <a:extLst>
              <a:ext uri="{FF2B5EF4-FFF2-40B4-BE49-F238E27FC236}">
                <a16:creationId xmlns:a16="http://schemas.microsoft.com/office/drawing/2014/main" id="{1EC638D4-0BFE-3D0B-435D-7523D2FB14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22EE09-8BEF-DD15-FABC-66E9CEF075EB}"/>
              </a:ext>
            </a:extLst>
          </p:cNvPr>
          <p:cNvSpPr>
            <a:spLocks noGrp="1"/>
          </p:cNvSpPr>
          <p:nvPr>
            <p:ph type="sldNum" sz="quarter" idx="12"/>
          </p:nvPr>
        </p:nvSpPr>
        <p:spPr/>
        <p:txBody>
          <a:bodyPr/>
          <a:lstStyle/>
          <a:p>
            <a:fld id="{5453AE07-C4B8-4140-9658-B9A10A27CE21}" type="slidenum">
              <a:rPr lang="en-US" smtClean="0"/>
              <a:t>‹#›</a:t>
            </a:fld>
            <a:endParaRPr lang="en-US"/>
          </a:p>
        </p:txBody>
      </p:sp>
    </p:spTree>
    <p:extLst>
      <p:ext uri="{BB962C8B-B14F-4D97-AF65-F5344CB8AC3E}">
        <p14:creationId xmlns:p14="http://schemas.microsoft.com/office/powerpoint/2010/main" val="2339588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82E0D-F748-1A88-6864-BAE2E892DF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A63F98-889A-8923-49B7-3A8899AFF2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E36E08-06D8-A62F-8CC1-8F507EFB22C3}"/>
              </a:ext>
            </a:extLst>
          </p:cNvPr>
          <p:cNvSpPr>
            <a:spLocks noGrp="1"/>
          </p:cNvSpPr>
          <p:nvPr>
            <p:ph type="dt" sz="half" idx="10"/>
          </p:nvPr>
        </p:nvSpPr>
        <p:spPr/>
        <p:txBody>
          <a:bodyPr/>
          <a:lstStyle/>
          <a:p>
            <a:fld id="{56B07A6E-0792-427B-B205-E85E46764B8F}" type="datetimeFigureOut">
              <a:rPr lang="en-US" smtClean="0"/>
              <a:t>4/19/2026</a:t>
            </a:fld>
            <a:endParaRPr lang="en-US"/>
          </a:p>
        </p:txBody>
      </p:sp>
      <p:sp>
        <p:nvSpPr>
          <p:cNvPr id="5" name="Footer Placeholder 4">
            <a:extLst>
              <a:ext uri="{FF2B5EF4-FFF2-40B4-BE49-F238E27FC236}">
                <a16:creationId xmlns:a16="http://schemas.microsoft.com/office/drawing/2014/main" id="{5A5E0127-BAA7-DD62-3B0A-D73AEE03E2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0E343B-D442-2A64-9FDA-1EEAD11EB44E}"/>
              </a:ext>
            </a:extLst>
          </p:cNvPr>
          <p:cNvSpPr>
            <a:spLocks noGrp="1"/>
          </p:cNvSpPr>
          <p:nvPr>
            <p:ph type="sldNum" sz="quarter" idx="12"/>
          </p:nvPr>
        </p:nvSpPr>
        <p:spPr/>
        <p:txBody>
          <a:bodyPr/>
          <a:lstStyle/>
          <a:p>
            <a:fld id="{5453AE07-C4B8-4140-9658-B9A10A27CE21}" type="slidenum">
              <a:rPr lang="en-US" smtClean="0"/>
              <a:t>‹#›</a:t>
            </a:fld>
            <a:endParaRPr lang="en-US"/>
          </a:p>
        </p:txBody>
      </p:sp>
    </p:spTree>
    <p:extLst>
      <p:ext uri="{BB962C8B-B14F-4D97-AF65-F5344CB8AC3E}">
        <p14:creationId xmlns:p14="http://schemas.microsoft.com/office/powerpoint/2010/main" val="136642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F76B1-2AB5-DD1D-1096-D148545A00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E57A37-B577-BA97-E7C9-23CA223D35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04ABB1-956F-8890-A892-3427890DBCFA}"/>
              </a:ext>
            </a:extLst>
          </p:cNvPr>
          <p:cNvSpPr>
            <a:spLocks noGrp="1"/>
          </p:cNvSpPr>
          <p:nvPr>
            <p:ph type="dt" sz="half" idx="10"/>
          </p:nvPr>
        </p:nvSpPr>
        <p:spPr/>
        <p:txBody>
          <a:bodyPr/>
          <a:lstStyle/>
          <a:p>
            <a:fld id="{56B07A6E-0792-427B-B205-E85E46764B8F}" type="datetimeFigureOut">
              <a:rPr lang="en-US" smtClean="0"/>
              <a:t>4/19/2026</a:t>
            </a:fld>
            <a:endParaRPr lang="en-US"/>
          </a:p>
        </p:txBody>
      </p:sp>
      <p:sp>
        <p:nvSpPr>
          <p:cNvPr id="5" name="Footer Placeholder 4">
            <a:extLst>
              <a:ext uri="{FF2B5EF4-FFF2-40B4-BE49-F238E27FC236}">
                <a16:creationId xmlns:a16="http://schemas.microsoft.com/office/drawing/2014/main" id="{319D2248-1262-2A9A-FD42-1C2F673B9D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4F87E7-2ACA-7BE4-11D5-E7BF17BFF4EB}"/>
              </a:ext>
            </a:extLst>
          </p:cNvPr>
          <p:cNvSpPr>
            <a:spLocks noGrp="1"/>
          </p:cNvSpPr>
          <p:nvPr>
            <p:ph type="sldNum" sz="quarter" idx="12"/>
          </p:nvPr>
        </p:nvSpPr>
        <p:spPr/>
        <p:txBody>
          <a:bodyPr/>
          <a:lstStyle/>
          <a:p>
            <a:fld id="{5453AE07-C4B8-4140-9658-B9A10A27CE21}" type="slidenum">
              <a:rPr lang="en-US" smtClean="0"/>
              <a:t>‹#›</a:t>
            </a:fld>
            <a:endParaRPr lang="en-US"/>
          </a:p>
        </p:txBody>
      </p:sp>
    </p:spTree>
    <p:extLst>
      <p:ext uri="{BB962C8B-B14F-4D97-AF65-F5344CB8AC3E}">
        <p14:creationId xmlns:p14="http://schemas.microsoft.com/office/powerpoint/2010/main" val="2306540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FC51A-79D6-311B-9101-58A9FD28D5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7F9A77-C59F-ED93-BC71-5AACF42245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8234733-CDDA-F691-D683-5DD217A5BB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24409D0-58B9-97B8-FB62-7FD3E835EBEF}"/>
              </a:ext>
            </a:extLst>
          </p:cNvPr>
          <p:cNvSpPr>
            <a:spLocks noGrp="1"/>
          </p:cNvSpPr>
          <p:nvPr>
            <p:ph type="dt" sz="half" idx="10"/>
          </p:nvPr>
        </p:nvSpPr>
        <p:spPr/>
        <p:txBody>
          <a:bodyPr/>
          <a:lstStyle/>
          <a:p>
            <a:fld id="{56B07A6E-0792-427B-B205-E85E46764B8F}" type="datetimeFigureOut">
              <a:rPr lang="en-US" smtClean="0"/>
              <a:t>4/19/2026</a:t>
            </a:fld>
            <a:endParaRPr lang="en-US"/>
          </a:p>
        </p:txBody>
      </p:sp>
      <p:sp>
        <p:nvSpPr>
          <p:cNvPr id="6" name="Footer Placeholder 5">
            <a:extLst>
              <a:ext uri="{FF2B5EF4-FFF2-40B4-BE49-F238E27FC236}">
                <a16:creationId xmlns:a16="http://schemas.microsoft.com/office/drawing/2014/main" id="{DCB112D1-3CBD-AC67-C3BF-1C93894E5E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DC2707-D68A-D506-B295-03F06D8150E8}"/>
              </a:ext>
            </a:extLst>
          </p:cNvPr>
          <p:cNvSpPr>
            <a:spLocks noGrp="1"/>
          </p:cNvSpPr>
          <p:nvPr>
            <p:ph type="sldNum" sz="quarter" idx="12"/>
          </p:nvPr>
        </p:nvSpPr>
        <p:spPr/>
        <p:txBody>
          <a:bodyPr/>
          <a:lstStyle/>
          <a:p>
            <a:fld id="{5453AE07-C4B8-4140-9658-B9A10A27CE21}" type="slidenum">
              <a:rPr lang="en-US" smtClean="0"/>
              <a:t>‹#›</a:t>
            </a:fld>
            <a:endParaRPr lang="en-US"/>
          </a:p>
        </p:txBody>
      </p:sp>
    </p:spTree>
    <p:extLst>
      <p:ext uri="{BB962C8B-B14F-4D97-AF65-F5344CB8AC3E}">
        <p14:creationId xmlns:p14="http://schemas.microsoft.com/office/powerpoint/2010/main" val="1129601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7E336-60B1-F915-4A49-B32F3B58295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ECEB59-E405-FAE0-E7F9-B9E3DFBFD0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056AAE-B8F7-7969-F9F7-F8AE4BED8C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2F50053-8230-530F-EEA2-AA41DABE98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5549CA-CAC8-0BD3-218D-4981C82F11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C61ACB9-3AC4-5E94-F81E-FF5D95E11EF6}"/>
              </a:ext>
            </a:extLst>
          </p:cNvPr>
          <p:cNvSpPr>
            <a:spLocks noGrp="1"/>
          </p:cNvSpPr>
          <p:nvPr>
            <p:ph type="dt" sz="half" idx="10"/>
          </p:nvPr>
        </p:nvSpPr>
        <p:spPr/>
        <p:txBody>
          <a:bodyPr/>
          <a:lstStyle/>
          <a:p>
            <a:fld id="{56B07A6E-0792-427B-B205-E85E46764B8F}" type="datetimeFigureOut">
              <a:rPr lang="en-US" smtClean="0"/>
              <a:t>4/19/2026</a:t>
            </a:fld>
            <a:endParaRPr lang="en-US"/>
          </a:p>
        </p:txBody>
      </p:sp>
      <p:sp>
        <p:nvSpPr>
          <p:cNvPr id="8" name="Footer Placeholder 7">
            <a:extLst>
              <a:ext uri="{FF2B5EF4-FFF2-40B4-BE49-F238E27FC236}">
                <a16:creationId xmlns:a16="http://schemas.microsoft.com/office/drawing/2014/main" id="{10741C7E-A670-BA07-CBA1-D9934242C7B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2385A3-A8DD-72CC-5553-9A4C57C217CF}"/>
              </a:ext>
            </a:extLst>
          </p:cNvPr>
          <p:cNvSpPr>
            <a:spLocks noGrp="1"/>
          </p:cNvSpPr>
          <p:nvPr>
            <p:ph type="sldNum" sz="quarter" idx="12"/>
          </p:nvPr>
        </p:nvSpPr>
        <p:spPr/>
        <p:txBody>
          <a:bodyPr/>
          <a:lstStyle/>
          <a:p>
            <a:fld id="{5453AE07-C4B8-4140-9658-B9A10A27CE21}" type="slidenum">
              <a:rPr lang="en-US" smtClean="0"/>
              <a:t>‹#›</a:t>
            </a:fld>
            <a:endParaRPr lang="en-US"/>
          </a:p>
        </p:txBody>
      </p:sp>
    </p:spTree>
    <p:extLst>
      <p:ext uri="{BB962C8B-B14F-4D97-AF65-F5344CB8AC3E}">
        <p14:creationId xmlns:p14="http://schemas.microsoft.com/office/powerpoint/2010/main" val="979653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0A308-3A2C-8C53-E2BB-48D288844E6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B116F37-9B9F-583E-0AC3-0C64188559CF}"/>
              </a:ext>
            </a:extLst>
          </p:cNvPr>
          <p:cNvSpPr>
            <a:spLocks noGrp="1"/>
          </p:cNvSpPr>
          <p:nvPr>
            <p:ph type="dt" sz="half" idx="10"/>
          </p:nvPr>
        </p:nvSpPr>
        <p:spPr/>
        <p:txBody>
          <a:bodyPr/>
          <a:lstStyle/>
          <a:p>
            <a:fld id="{56B07A6E-0792-427B-B205-E85E46764B8F}" type="datetimeFigureOut">
              <a:rPr lang="en-US" smtClean="0"/>
              <a:t>4/19/2026</a:t>
            </a:fld>
            <a:endParaRPr lang="en-US"/>
          </a:p>
        </p:txBody>
      </p:sp>
      <p:sp>
        <p:nvSpPr>
          <p:cNvPr id="4" name="Footer Placeholder 3">
            <a:extLst>
              <a:ext uri="{FF2B5EF4-FFF2-40B4-BE49-F238E27FC236}">
                <a16:creationId xmlns:a16="http://schemas.microsoft.com/office/drawing/2014/main" id="{43F71926-6567-EE14-B8AC-12D7F7A2C7E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489FE3-905C-7926-E575-AAA0F83F1B66}"/>
              </a:ext>
            </a:extLst>
          </p:cNvPr>
          <p:cNvSpPr>
            <a:spLocks noGrp="1"/>
          </p:cNvSpPr>
          <p:nvPr>
            <p:ph type="sldNum" sz="quarter" idx="12"/>
          </p:nvPr>
        </p:nvSpPr>
        <p:spPr/>
        <p:txBody>
          <a:bodyPr/>
          <a:lstStyle/>
          <a:p>
            <a:fld id="{5453AE07-C4B8-4140-9658-B9A10A27CE21}" type="slidenum">
              <a:rPr lang="en-US" smtClean="0"/>
              <a:t>‹#›</a:t>
            </a:fld>
            <a:endParaRPr lang="en-US"/>
          </a:p>
        </p:txBody>
      </p:sp>
    </p:spTree>
    <p:extLst>
      <p:ext uri="{BB962C8B-B14F-4D97-AF65-F5344CB8AC3E}">
        <p14:creationId xmlns:p14="http://schemas.microsoft.com/office/powerpoint/2010/main" val="1858906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24745C-7FA3-1161-DDE5-92CEF69052CE}"/>
              </a:ext>
            </a:extLst>
          </p:cNvPr>
          <p:cNvSpPr>
            <a:spLocks noGrp="1"/>
          </p:cNvSpPr>
          <p:nvPr>
            <p:ph type="dt" sz="half" idx="10"/>
          </p:nvPr>
        </p:nvSpPr>
        <p:spPr/>
        <p:txBody>
          <a:bodyPr/>
          <a:lstStyle/>
          <a:p>
            <a:fld id="{56B07A6E-0792-427B-B205-E85E46764B8F}" type="datetimeFigureOut">
              <a:rPr lang="en-US" smtClean="0"/>
              <a:t>4/19/2026</a:t>
            </a:fld>
            <a:endParaRPr lang="en-US"/>
          </a:p>
        </p:txBody>
      </p:sp>
      <p:sp>
        <p:nvSpPr>
          <p:cNvPr id="3" name="Footer Placeholder 2">
            <a:extLst>
              <a:ext uri="{FF2B5EF4-FFF2-40B4-BE49-F238E27FC236}">
                <a16:creationId xmlns:a16="http://schemas.microsoft.com/office/drawing/2014/main" id="{43E4B9F6-CF19-6474-C8FC-B998D9BD4F6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F5C7BAA-A1E4-D9A6-6DDC-F8715E3C29CF}"/>
              </a:ext>
            </a:extLst>
          </p:cNvPr>
          <p:cNvSpPr>
            <a:spLocks noGrp="1"/>
          </p:cNvSpPr>
          <p:nvPr>
            <p:ph type="sldNum" sz="quarter" idx="12"/>
          </p:nvPr>
        </p:nvSpPr>
        <p:spPr/>
        <p:txBody>
          <a:bodyPr/>
          <a:lstStyle/>
          <a:p>
            <a:fld id="{5453AE07-C4B8-4140-9658-B9A10A27CE21}" type="slidenum">
              <a:rPr lang="en-US" smtClean="0"/>
              <a:t>‹#›</a:t>
            </a:fld>
            <a:endParaRPr lang="en-US"/>
          </a:p>
        </p:txBody>
      </p:sp>
    </p:spTree>
    <p:extLst>
      <p:ext uri="{BB962C8B-B14F-4D97-AF65-F5344CB8AC3E}">
        <p14:creationId xmlns:p14="http://schemas.microsoft.com/office/powerpoint/2010/main" val="19662749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F3E9C-05C4-991A-255F-C857D04933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0903F3-F87C-69EA-4551-BB7B3C4F0D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FEA40D-D039-AEBD-E7C6-E027B9441A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1EE86E-E8F5-394F-6FEA-FC53F6F24742}"/>
              </a:ext>
            </a:extLst>
          </p:cNvPr>
          <p:cNvSpPr>
            <a:spLocks noGrp="1"/>
          </p:cNvSpPr>
          <p:nvPr>
            <p:ph type="dt" sz="half" idx="10"/>
          </p:nvPr>
        </p:nvSpPr>
        <p:spPr/>
        <p:txBody>
          <a:bodyPr/>
          <a:lstStyle/>
          <a:p>
            <a:fld id="{56B07A6E-0792-427B-B205-E85E46764B8F}" type="datetimeFigureOut">
              <a:rPr lang="en-US" smtClean="0"/>
              <a:t>4/19/2026</a:t>
            </a:fld>
            <a:endParaRPr lang="en-US"/>
          </a:p>
        </p:txBody>
      </p:sp>
      <p:sp>
        <p:nvSpPr>
          <p:cNvPr id="6" name="Footer Placeholder 5">
            <a:extLst>
              <a:ext uri="{FF2B5EF4-FFF2-40B4-BE49-F238E27FC236}">
                <a16:creationId xmlns:a16="http://schemas.microsoft.com/office/drawing/2014/main" id="{085C9E35-3A8F-4706-84AE-0523130E07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A14658-F998-85F9-C533-C7873F0F9BF8}"/>
              </a:ext>
            </a:extLst>
          </p:cNvPr>
          <p:cNvSpPr>
            <a:spLocks noGrp="1"/>
          </p:cNvSpPr>
          <p:nvPr>
            <p:ph type="sldNum" sz="quarter" idx="12"/>
          </p:nvPr>
        </p:nvSpPr>
        <p:spPr/>
        <p:txBody>
          <a:bodyPr/>
          <a:lstStyle/>
          <a:p>
            <a:fld id="{5453AE07-C4B8-4140-9658-B9A10A27CE21}" type="slidenum">
              <a:rPr lang="en-US" smtClean="0"/>
              <a:t>‹#›</a:t>
            </a:fld>
            <a:endParaRPr lang="en-US"/>
          </a:p>
        </p:txBody>
      </p:sp>
    </p:spTree>
    <p:extLst>
      <p:ext uri="{BB962C8B-B14F-4D97-AF65-F5344CB8AC3E}">
        <p14:creationId xmlns:p14="http://schemas.microsoft.com/office/powerpoint/2010/main" val="3798635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8691A-9B4D-AC67-B238-3634DBB362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2A177F-46AE-7D4C-A245-EA720EA9E4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15AF3F4-308C-26E4-A2FB-5C61E2C2B1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158BB0-015F-1602-C71F-551F057ED414}"/>
              </a:ext>
            </a:extLst>
          </p:cNvPr>
          <p:cNvSpPr>
            <a:spLocks noGrp="1"/>
          </p:cNvSpPr>
          <p:nvPr>
            <p:ph type="dt" sz="half" idx="10"/>
          </p:nvPr>
        </p:nvSpPr>
        <p:spPr/>
        <p:txBody>
          <a:bodyPr/>
          <a:lstStyle/>
          <a:p>
            <a:fld id="{56B07A6E-0792-427B-B205-E85E46764B8F}" type="datetimeFigureOut">
              <a:rPr lang="en-US" smtClean="0"/>
              <a:t>4/19/2026</a:t>
            </a:fld>
            <a:endParaRPr lang="en-US"/>
          </a:p>
        </p:txBody>
      </p:sp>
      <p:sp>
        <p:nvSpPr>
          <p:cNvPr id="6" name="Footer Placeholder 5">
            <a:extLst>
              <a:ext uri="{FF2B5EF4-FFF2-40B4-BE49-F238E27FC236}">
                <a16:creationId xmlns:a16="http://schemas.microsoft.com/office/drawing/2014/main" id="{C510FA33-98E8-33D7-F3F9-132F75DB49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EC6976-07DC-3369-5F58-CF1E67EBE786}"/>
              </a:ext>
            </a:extLst>
          </p:cNvPr>
          <p:cNvSpPr>
            <a:spLocks noGrp="1"/>
          </p:cNvSpPr>
          <p:nvPr>
            <p:ph type="sldNum" sz="quarter" idx="12"/>
          </p:nvPr>
        </p:nvSpPr>
        <p:spPr/>
        <p:txBody>
          <a:bodyPr/>
          <a:lstStyle/>
          <a:p>
            <a:fld id="{5453AE07-C4B8-4140-9658-B9A10A27CE21}" type="slidenum">
              <a:rPr lang="en-US" smtClean="0"/>
              <a:t>‹#›</a:t>
            </a:fld>
            <a:endParaRPr lang="en-US"/>
          </a:p>
        </p:txBody>
      </p:sp>
    </p:spTree>
    <p:extLst>
      <p:ext uri="{BB962C8B-B14F-4D97-AF65-F5344CB8AC3E}">
        <p14:creationId xmlns:p14="http://schemas.microsoft.com/office/powerpoint/2010/main" val="3070859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F101D-362A-5A86-77EB-7E0C0AA0EEB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1A725F-54D6-FC22-726E-8D96230F309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DDDA44-74A3-BC2F-D83B-B0594429C46F}"/>
              </a:ext>
            </a:extLst>
          </p:cNvPr>
          <p:cNvSpPr>
            <a:spLocks noGrp="1"/>
          </p:cNvSpPr>
          <p:nvPr>
            <p:ph type="dt" sz="half" idx="10"/>
          </p:nvPr>
        </p:nvSpPr>
        <p:spPr/>
        <p:txBody>
          <a:bodyPr/>
          <a:lstStyle/>
          <a:p>
            <a:fld id="{56B07A6E-0792-427B-B205-E85E46764B8F}" type="datetimeFigureOut">
              <a:rPr lang="en-US" smtClean="0"/>
              <a:t>4/19/2026</a:t>
            </a:fld>
            <a:endParaRPr lang="en-US"/>
          </a:p>
        </p:txBody>
      </p:sp>
      <p:sp>
        <p:nvSpPr>
          <p:cNvPr id="5" name="Footer Placeholder 4">
            <a:extLst>
              <a:ext uri="{FF2B5EF4-FFF2-40B4-BE49-F238E27FC236}">
                <a16:creationId xmlns:a16="http://schemas.microsoft.com/office/drawing/2014/main" id="{9AD5D8C1-CC03-7291-FE2B-617F2DE2B1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54BD69-26AA-AE1B-DC0C-04C81540F039}"/>
              </a:ext>
            </a:extLst>
          </p:cNvPr>
          <p:cNvSpPr>
            <a:spLocks noGrp="1"/>
          </p:cNvSpPr>
          <p:nvPr>
            <p:ph type="sldNum" sz="quarter" idx="12"/>
          </p:nvPr>
        </p:nvSpPr>
        <p:spPr/>
        <p:txBody>
          <a:bodyPr/>
          <a:lstStyle/>
          <a:p>
            <a:fld id="{5453AE07-C4B8-4140-9658-B9A10A27CE21}" type="slidenum">
              <a:rPr lang="en-US" smtClean="0"/>
              <a:t>‹#›</a:t>
            </a:fld>
            <a:endParaRPr lang="en-US"/>
          </a:p>
        </p:txBody>
      </p:sp>
    </p:spTree>
    <p:extLst>
      <p:ext uri="{BB962C8B-B14F-4D97-AF65-F5344CB8AC3E}">
        <p14:creationId xmlns:p14="http://schemas.microsoft.com/office/powerpoint/2010/main" val="4100422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36CEE0-9517-D962-08E1-F1BACEF1233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CC235F3-5406-D0E5-34FF-805288D710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E54C08-516F-4FE3-0196-C91CC077718D}"/>
              </a:ext>
            </a:extLst>
          </p:cNvPr>
          <p:cNvSpPr>
            <a:spLocks noGrp="1"/>
          </p:cNvSpPr>
          <p:nvPr>
            <p:ph type="dt" sz="half" idx="10"/>
          </p:nvPr>
        </p:nvSpPr>
        <p:spPr/>
        <p:txBody>
          <a:bodyPr/>
          <a:lstStyle/>
          <a:p>
            <a:fld id="{56B07A6E-0792-427B-B205-E85E46764B8F}" type="datetimeFigureOut">
              <a:rPr lang="en-US" smtClean="0"/>
              <a:t>4/19/2026</a:t>
            </a:fld>
            <a:endParaRPr lang="en-US"/>
          </a:p>
        </p:txBody>
      </p:sp>
      <p:sp>
        <p:nvSpPr>
          <p:cNvPr id="5" name="Footer Placeholder 4">
            <a:extLst>
              <a:ext uri="{FF2B5EF4-FFF2-40B4-BE49-F238E27FC236}">
                <a16:creationId xmlns:a16="http://schemas.microsoft.com/office/drawing/2014/main" id="{6F6DE468-0C0D-2008-0621-DDEFC98426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3F758F-BB11-B085-B6FC-D37118E30494}"/>
              </a:ext>
            </a:extLst>
          </p:cNvPr>
          <p:cNvSpPr>
            <a:spLocks noGrp="1"/>
          </p:cNvSpPr>
          <p:nvPr>
            <p:ph type="sldNum" sz="quarter" idx="12"/>
          </p:nvPr>
        </p:nvSpPr>
        <p:spPr/>
        <p:txBody>
          <a:bodyPr/>
          <a:lstStyle/>
          <a:p>
            <a:fld id="{5453AE07-C4B8-4140-9658-B9A10A27CE21}" type="slidenum">
              <a:rPr lang="en-US" smtClean="0"/>
              <a:t>‹#›</a:t>
            </a:fld>
            <a:endParaRPr lang="en-US"/>
          </a:p>
        </p:txBody>
      </p:sp>
    </p:spTree>
    <p:extLst>
      <p:ext uri="{BB962C8B-B14F-4D97-AF65-F5344CB8AC3E}">
        <p14:creationId xmlns:p14="http://schemas.microsoft.com/office/powerpoint/2010/main" val="1436678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DFD94D-2EF3-98F4-6249-66CA99730B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22F3FC1-E044-A2B3-8602-DBAB3C95BB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13839A-532B-D07B-9823-B86B7F6BC4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B07A6E-0792-427B-B205-E85E46764B8F}" type="datetimeFigureOut">
              <a:rPr lang="en-US" smtClean="0"/>
              <a:t>4/19/2026</a:t>
            </a:fld>
            <a:endParaRPr lang="en-US"/>
          </a:p>
        </p:txBody>
      </p:sp>
      <p:sp>
        <p:nvSpPr>
          <p:cNvPr id="5" name="Footer Placeholder 4">
            <a:extLst>
              <a:ext uri="{FF2B5EF4-FFF2-40B4-BE49-F238E27FC236}">
                <a16:creationId xmlns:a16="http://schemas.microsoft.com/office/drawing/2014/main" id="{65645316-A5EF-2CE5-A6DA-7CA13BC54F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BA924F3-6042-C58A-AA8C-BF5E28768F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53AE07-C4B8-4140-9658-B9A10A27CE21}" type="slidenum">
              <a:rPr lang="en-US" smtClean="0"/>
              <a:t>‹#›</a:t>
            </a:fld>
            <a:endParaRPr lang="en-US"/>
          </a:p>
        </p:txBody>
      </p:sp>
    </p:spTree>
    <p:extLst>
      <p:ext uri="{BB962C8B-B14F-4D97-AF65-F5344CB8AC3E}">
        <p14:creationId xmlns:p14="http://schemas.microsoft.com/office/powerpoint/2010/main" val="39485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BECEE-BBA7-5DF8-00F5-A1C096F0BBC4}"/>
              </a:ext>
            </a:extLst>
          </p:cNvPr>
          <p:cNvSpPr>
            <a:spLocks noGrp="1"/>
          </p:cNvSpPr>
          <p:nvPr>
            <p:ph type="ctrTitle"/>
          </p:nvPr>
        </p:nvSpPr>
        <p:spPr/>
        <p:txBody>
          <a:bodyPr/>
          <a:lstStyle/>
          <a:p>
            <a:r>
              <a:rPr lang="en-US" dirty="0"/>
              <a:t>Introduction to Machine Learning</a:t>
            </a:r>
          </a:p>
        </p:txBody>
      </p:sp>
      <p:sp>
        <p:nvSpPr>
          <p:cNvPr id="3" name="Subtitle 2">
            <a:extLst>
              <a:ext uri="{FF2B5EF4-FFF2-40B4-BE49-F238E27FC236}">
                <a16:creationId xmlns:a16="http://schemas.microsoft.com/office/drawing/2014/main" id="{F00F6537-8472-7737-FA56-964F78E1834D}"/>
              </a:ext>
            </a:extLst>
          </p:cNvPr>
          <p:cNvSpPr>
            <a:spLocks noGrp="1"/>
          </p:cNvSpPr>
          <p:nvPr>
            <p:ph type="subTitle" idx="1"/>
          </p:nvPr>
        </p:nvSpPr>
        <p:spPr/>
        <p:txBody>
          <a:bodyPr/>
          <a:lstStyle/>
          <a:p>
            <a:r>
              <a:rPr lang="en-US" dirty="0"/>
              <a:t>By Dr. Ali Saeed</a:t>
            </a:r>
          </a:p>
        </p:txBody>
      </p:sp>
    </p:spTree>
    <p:extLst>
      <p:ext uri="{BB962C8B-B14F-4D97-AF65-F5344CB8AC3E}">
        <p14:creationId xmlns:p14="http://schemas.microsoft.com/office/powerpoint/2010/main" val="40038064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366BD-C136-7399-0031-DF56271E41FF}"/>
              </a:ext>
            </a:extLst>
          </p:cNvPr>
          <p:cNvSpPr>
            <a:spLocks noGrp="1"/>
          </p:cNvSpPr>
          <p:nvPr>
            <p:ph type="title"/>
          </p:nvPr>
        </p:nvSpPr>
        <p:spPr/>
        <p:txBody>
          <a:bodyPr/>
          <a:lstStyle/>
          <a:p>
            <a:r>
              <a:rPr lang="en-US" dirty="0"/>
              <a:t>Lecture Outline</a:t>
            </a:r>
          </a:p>
        </p:txBody>
      </p:sp>
      <p:sp>
        <p:nvSpPr>
          <p:cNvPr id="3" name="Content Placeholder 2">
            <a:extLst>
              <a:ext uri="{FF2B5EF4-FFF2-40B4-BE49-F238E27FC236}">
                <a16:creationId xmlns:a16="http://schemas.microsoft.com/office/drawing/2014/main" id="{60D46B91-6128-A66A-1F85-276C68D8714B}"/>
              </a:ext>
            </a:extLst>
          </p:cNvPr>
          <p:cNvSpPr>
            <a:spLocks noGrp="1"/>
          </p:cNvSpPr>
          <p:nvPr>
            <p:ph idx="1"/>
          </p:nvPr>
        </p:nvSpPr>
        <p:spPr/>
        <p:txBody>
          <a:bodyPr/>
          <a:lstStyle/>
          <a:p>
            <a:r>
              <a:rPr lang="en-US" dirty="0"/>
              <a:t>What is Preprocessing</a:t>
            </a:r>
          </a:p>
          <a:p>
            <a:r>
              <a:rPr lang="en-US" dirty="0"/>
              <a:t>Preprocessing on text</a:t>
            </a:r>
          </a:p>
          <a:p>
            <a:r>
              <a:rPr lang="en-US" dirty="0"/>
              <a:t>Preprocessing on Images</a:t>
            </a:r>
          </a:p>
        </p:txBody>
      </p:sp>
    </p:spTree>
    <p:extLst>
      <p:ext uri="{BB962C8B-B14F-4D97-AF65-F5344CB8AC3E}">
        <p14:creationId xmlns:p14="http://schemas.microsoft.com/office/powerpoint/2010/main" val="2502993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97E11-D974-5595-BAD0-377A58F74EC2}"/>
              </a:ext>
            </a:extLst>
          </p:cNvPr>
          <p:cNvSpPr>
            <a:spLocks noGrp="1"/>
          </p:cNvSpPr>
          <p:nvPr>
            <p:ph type="title"/>
          </p:nvPr>
        </p:nvSpPr>
        <p:spPr/>
        <p:txBody>
          <a:bodyPr/>
          <a:lstStyle/>
          <a:p>
            <a:r>
              <a:rPr lang="en-US" dirty="0"/>
              <a:t>Preprocessing</a:t>
            </a:r>
          </a:p>
        </p:txBody>
      </p:sp>
      <p:sp>
        <p:nvSpPr>
          <p:cNvPr id="3" name="Content Placeholder 2">
            <a:extLst>
              <a:ext uri="{FF2B5EF4-FFF2-40B4-BE49-F238E27FC236}">
                <a16:creationId xmlns:a16="http://schemas.microsoft.com/office/drawing/2014/main" id="{68754376-5E7A-CF33-1EF6-72A68DF50026}"/>
              </a:ext>
            </a:extLst>
          </p:cNvPr>
          <p:cNvSpPr>
            <a:spLocks noGrp="1"/>
          </p:cNvSpPr>
          <p:nvPr>
            <p:ph idx="1"/>
          </p:nvPr>
        </p:nvSpPr>
        <p:spPr/>
        <p:txBody>
          <a:bodyPr/>
          <a:lstStyle/>
          <a:p>
            <a:r>
              <a:rPr lang="en-US" b="0" i="0" dirty="0">
                <a:solidFill>
                  <a:srgbClr val="202124"/>
                </a:solidFill>
                <a:effectLst/>
                <a:latin typeface="arial" panose="020B0604020202020204" pitchFamily="34" charset="0"/>
              </a:rPr>
              <a:t>Data preprocessing is </a:t>
            </a:r>
            <a:r>
              <a:rPr lang="en-US" b="1" i="0" dirty="0">
                <a:solidFill>
                  <a:srgbClr val="202124"/>
                </a:solidFill>
                <a:effectLst/>
                <a:latin typeface="arial" panose="020B0604020202020204" pitchFamily="34" charset="0"/>
              </a:rPr>
              <a:t>a process of preparing the raw data and making it suitable for a machine learning model</a:t>
            </a:r>
            <a:r>
              <a:rPr lang="en-US" b="0" i="0" dirty="0">
                <a:solidFill>
                  <a:srgbClr val="202124"/>
                </a:solidFill>
                <a:effectLst/>
                <a:latin typeface="arial" panose="020B0604020202020204" pitchFamily="34" charset="0"/>
              </a:rPr>
              <a:t>.</a:t>
            </a:r>
          </a:p>
          <a:p>
            <a:r>
              <a:rPr lang="en-US" b="0" i="0" dirty="0">
                <a:solidFill>
                  <a:srgbClr val="202124"/>
                </a:solidFill>
                <a:effectLst/>
                <a:latin typeface="arial" panose="020B0604020202020204" pitchFamily="34" charset="0"/>
              </a:rPr>
              <a:t>It is the first and crucial step while creating a machine learning model. </a:t>
            </a:r>
          </a:p>
          <a:p>
            <a:r>
              <a:rPr lang="en-US" b="0" i="0" dirty="0">
                <a:solidFill>
                  <a:srgbClr val="202124"/>
                </a:solidFill>
                <a:effectLst/>
                <a:latin typeface="arial" panose="020B0604020202020204" pitchFamily="34" charset="0"/>
              </a:rPr>
              <a:t>When creating a machine learning project, it is not always a case that we come across the clean and formatted data.</a:t>
            </a:r>
            <a:endParaRPr lang="en-US" dirty="0"/>
          </a:p>
        </p:txBody>
      </p:sp>
    </p:spTree>
    <p:extLst>
      <p:ext uri="{BB962C8B-B14F-4D97-AF65-F5344CB8AC3E}">
        <p14:creationId xmlns:p14="http://schemas.microsoft.com/office/powerpoint/2010/main" val="14714513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7CA7A-208D-14E6-99A2-AC774A171FE0}"/>
              </a:ext>
            </a:extLst>
          </p:cNvPr>
          <p:cNvSpPr>
            <a:spLocks noGrp="1"/>
          </p:cNvSpPr>
          <p:nvPr>
            <p:ph type="title"/>
          </p:nvPr>
        </p:nvSpPr>
        <p:spPr/>
        <p:txBody>
          <a:bodyPr/>
          <a:lstStyle/>
          <a:p>
            <a:r>
              <a:rPr lang="en-US" dirty="0"/>
              <a:t>Preprocessing on Text</a:t>
            </a:r>
          </a:p>
        </p:txBody>
      </p:sp>
      <p:sp>
        <p:nvSpPr>
          <p:cNvPr id="3" name="Content Placeholder 2">
            <a:extLst>
              <a:ext uri="{FF2B5EF4-FFF2-40B4-BE49-F238E27FC236}">
                <a16:creationId xmlns:a16="http://schemas.microsoft.com/office/drawing/2014/main" id="{07E1EF9E-70AC-9C9E-ADC4-86FEE89DA219}"/>
              </a:ext>
            </a:extLst>
          </p:cNvPr>
          <p:cNvSpPr>
            <a:spLocks noGrp="1"/>
          </p:cNvSpPr>
          <p:nvPr>
            <p:ph idx="1"/>
          </p:nvPr>
        </p:nvSpPr>
        <p:spPr/>
        <p:txBody>
          <a:bodyPr/>
          <a:lstStyle/>
          <a:p>
            <a:r>
              <a:rPr lang="en-US" b="0" i="0" dirty="0">
                <a:solidFill>
                  <a:srgbClr val="202124"/>
                </a:solidFill>
                <a:effectLst/>
                <a:latin typeface="arial" panose="020B0604020202020204" pitchFamily="34" charset="0"/>
              </a:rPr>
              <a:t>Text preprocessing is </a:t>
            </a:r>
            <a:r>
              <a:rPr lang="en-US" b="1" i="0" dirty="0">
                <a:solidFill>
                  <a:srgbClr val="202124"/>
                </a:solidFill>
                <a:effectLst/>
                <a:latin typeface="arial" panose="020B0604020202020204" pitchFamily="34" charset="0"/>
              </a:rPr>
              <a:t>a method to clean the text data and make it ready to feed data to the model</a:t>
            </a:r>
            <a:r>
              <a:rPr lang="en-US" b="0" i="0" dirty="0">
                <a:solidFill>
                  <a:srgbClr val="202124"/>
                </a:solidFill>
                <a:effectLst/>
                <a:latin typeface="arial" panose="020B0604020202020204" pitchFamily="34" charset="0"/>
              </a:rPr>
              <a:t>. Text data contains noise in various forms like emotions, punctuation, text in a different case.</a:t>
            </a:r>
            <a:endParaRPr lang="en-US" dirty="0"/>
          </a:p>
          <a:p>
            <a:pPr lvl="1"/>
            <a:r>
              <a:rPr lang="en-US" dirty="0"/>
              <a:t>Tokenizer </a:t>
            </a:r>
          </a:p>
          <a:p>
            <a:pPr lvl="2"/>
            <a:r>
              <a:rPr lang="en-US" dirty="0"/>
              <a:t>Word Tokenizer</a:t>
            </a:r>
          </a:p>
          <a:p>
            <a:pPr lvl="2"/>
            <a:r>
              <a:rPr lang="en-US" dirty="0"/>
              <a:t>Sentence Tokenizer</a:t>
            </a:r>
          </a:p>
          <a:p>
            <a:pPr lvl="1"/>
            <a:r>
              <a:rPr lang="en-US" dirty="0"/>
              <a:t>Change text to lower case</a:t>
            </a:r>
          </a:p>
          <a:p>
            <a:pPr lvl="1"/>
            <a:r>
              <a:rPr lang="en-US" dirty="0"/>
              <a:t>Remove punctuation marks</a:t>
            </a:r>
          </a:p>
          <a:p>
            <a:pPr lvl="1"/>
            <a:r>
              <a:rPr lang="en-US" dirty="0"/>
              <a:t>Stop words removal</a:t>
            </a:r>
          </a:p>
          <a:p>
            <a:pPr lvl="1"/>
            <a:r>
              <a:rPr lang="en-US" dirty="0"/>
              <a:t>Stemmer</a:t>
            </a:r>
          </a:p>
        </p:txBody>
      </p:sp>
    </p:spTree>
    <p:extLst>
      <p:ext uri="{BB962C8B-B14F-4D97-AF65-F5344CB8AC3E}">
        <p14:creationId xmlns:p14="http://schemas.microsoft.com/office/powerpoint/2010/main" val="3916306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9A723-A3A6-BFCD-4E91-3317299922B7}"/>
              </a:ext>
            </a:extLst>
          </p:cNvPr>
          <p:cNvSpPr>
            <a:spLocks noGrp="1"/>
          </p:cNvSpPr>
          <p:nvPr>
            <p:ph type="title"/>
          </p:nvPr>
        </p:nvSpPr>
        <p:spPr/>
        <p:txBody>
          <a:bodyPr/>
          <a:lstStyle/>
          <a:p>
            <a:r>
              <a:rPr lang="en-US" dirty="0"/>
              <a:t>Word Tokenizer</a:t>
            </a:r>
          </a:p>
        </p:txBody>
      </p:sp>
      <p:sp>
        <p:nvSpPr>
          <p:cNvPr id="3" name="Content Placeholder 2">
            <a:extLst>
              <a:ext uri="{FF2B5EF4-FFF2-40B4-BE49-F238E27FC236}">
                <a16:creationId xmlns:a16="http://schemas.microsoft.com/office/drawing/2014/main" id="{0520E4AA-78E6-696C-55B2-122483ECA63A}"/>
              </a:ext>
            </a:extLst>
          </p:cNvPr>
          <p:cNvSpPr>
            <a:spLocks noGrp="1"/>
          </p:cNvSpPr>
          <p:nvPr>
            <p:ph idx="1"/>
          </p:nvPr>
        </p:nvSpPr>
        <p:spPr/>
        <p:txBody>
          <a:bodyPr/>
          <a:lstStyle/>
          <a:p>
            <a:r>
              <a:rPr lang="en-US" dirty="0"/>
              <a:t>It divides a paragraph into word tokens:</a:t>
            </a:r>
          </a:p>
          <a:p>
            <a:endParaRPr lang="en-US" dirty="0"/>
          </a:p>
        </p:txBody>
      </p:sp>
      <p:pic>
        <p:nvPicPr>
          <p:cNvPr id="11" name="Picture 10">
            <a:extLst>
              <a:ext uri="{FF2B5EF4-FFF2-40B4-BE49-F238E27FC236}">
                <a16:creationId xmlns:a16="http://schemas.microsoft.com/office/drawing/2014/main" id="{BCF63429-FA18-953D-EFE0-AFEFA3F632A9}"/>
              </a:ext>
            </a:extLst>
          </p:cNvPr>
          <p:cNvPicPr>
            <a:picLocks noChangeAspect="1"/>
          </p:cNvPicPr>
          <p:nvPr/>
        </p:nvPicPr>
        <p:blipFill>
          <a:blip r:embed="rId2"/>
          <a:stretch>
            <a:fillRect/>
          </a:stretch>
        </p:blipFill>
        <p:spPr>
          <a:xfrm>
            <a:off x="3000375" y="2888923"/>
            <a:ext cx="6191250" cy="2362200"/>
          </a:xfrm>
          <a:prstGeom prst="rect">
            <a:avLst/>
          </a:prstGeom>
        </p:spPr>
      </p:pic>
    </p:spTree>
    <p:extLst>
      <p:ext uri="{BB962C8B-B14F-4D97-AF65-F5344CB8AC3E}">
        <p14:creationId xmlns:p14="http://schemas.microsoft.com/office/powerpoint/2010/main" val="1584254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9A723-A3A6-BFCD-4E91-3317299922B7}"/>
              </a:ext>
            </a:extLst>
          </p:cNvPr>
          <p:cNvSpPr>
            <a:spLocks noGrp="1"/>
          </p:cNvSpPr>
          <p:nvPr>
            <p:ph type="title"/>
          </p:nvPr>
        </p:nvSpPr>
        <p:spPr/>
        <p:txBody>
          <a:bodyPr/>
          <a:lstStyle/>
          <a:p>
            <a:r>
              <a:rPr lang="en-US" dirty="0"/>
              <a:t>Sentence Tokenizer</a:t>
            </a:r>
          </a:p>
        </p:txBody>
      </p:sp>
      <p:sp>
        <p:nvSpPr>
          <p:cNvPr id="3" name="Content Placeholder 2">
            <a:extLst>
              <a:ext uri="{FF2B5EF4-FFF2-40B4-BE49-F238E27FC236}">
                <a16:creationId xmlns:a16="http://schemas.microsoft.com/office/drawing/2014/main" id="{0520E4AA-78E6-696C-55B2-122483ECA63A}"/>
              </a:ext>
            </a:extLst>
          </p:cNvPr>
          <p:cNvSpPr>
            <a:spLocks noGrp="1"/>
          </p:cNvSpPr>
          <p:nvPr>
            <p:ph idx="1"/>
          </p:nvPr>
        </p:nvSpPr>
        <p:spPr/>
        <p:txBody>
          <a:bodyPr/>
          <a:lstStyle/>
          <a:p>
            <a:r>
              <a:rPr lang="en-US" dirty="0"/>
              <a:t>It divides a paragraph into sentence tokens:</a:t>
            </a:r>
          </a:p>
          <a:p>
            <a:endParaRPr lang="en-US" dirty="0"/>
          </a:p>
        </p:txBody>
      </p:sp>
      <p:pic>
        <p:nvPicPr>
          <p:cNvPr id="9" name="Picture 8">
            <a:extLst>
              <a:ext uri="{FF2B5EF4-FFF2-40B4-BE49-F238E27FC236}">
                <a16:creationId xmlns:a16="http://schemas.microsoft.com/office/drawing/2014/main" id="{56B5E8BB-6154-74C5-E84F-143C77309FEF}"/>
              </a:ext>
            </a:extLst>
          </p:cNvPr>
          <p:cNvPicPr>
            <a:picLocks noChangeAspect="1"/>
          </p:cNvPicPr>
          <p:nvPr/>
        </p:nvPicPr>
        <p:blipFill>
          <a:blip r:embed="rId2"/>
          <a:stretch>
            <a:fillRect/>
          </a:stretch>
        </p:blipFill>
        <p:spPr>
          <a:xfrm>
            <a:off x="3948112" y="3091656"/>
            <a:ext cx="4295775" cy="1819275"/>
          </a:xfrm>
          <a:prstGeom prst="rect">
            <a:avLst/>
          </a:prstGeom>
        </p:spPr>
      </p:pic>
    </p:spTree>
    <p:extLst>
      <p:ext uri="{BB962C8B-B14F-4D97-AF65-F5344CB8AC3E}">
        <p14:creationId xmlns:p14="http://schemas.microsoft.com/office/powerpoint/2010/main" val="237623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4E1D8-EAB9-AF37-5C1D-20BA6FBBA32E}"/>
              </a:ext>
            </a:extLst>
          </p:cNvPr>
          <p:cNvSpPr>
            <a:spLocks noGrp="1"/>
          </p:cNvSpPr>
          <p:nvPr>
            <p:ph type="title"/>
          </p:nvPr>
        </p:nvSpPr>
        <p:spPr/>
        <p:txBody>
          <a:bodyPr/>
          <a:lstStyle/>
          <a:p>
            <a:r>
              <a:rPr lang="en-US" dirty="0"/>
              <a:t>Convert text to lower text</a:t>
            </a:r>
          </a:p>
        </p:txBody>
      </p:sp>
      <p:pic>
        <p:nvPicPr>
          <p:cNvPr id="9" name="Picture 8">
            <a:extLst>
              <a:ext uri="{FF2B5EF4-FFF2-40B4-BE49-F238E27FC236}">
                <a16:creationId xmlns:a16="http://schemas.microsoft.com/office/drawing/2014/main" id="{A12AE871-6BF9-90D6-ADF1-8FF34663626A}"/>
              </a:ext>
            </a:extLst>
          </p:cNvPr>
          <p:cNvPicPr>
            <a:picLocks noChangeAspect="1"/>
          </p:cNvPicPr>
          <p:nvPr/>
        </p:nvPicPr>
        <p:blipFill>
          <a:blip r:embed="rId2"/>
          <a:stretch>
            <a:fillRect/>
          </a:stretch>
        </p:blipFill>
        <p:spPr>
          <a:xfrm>
            <a:off x="3386991" y="2808057"/>
            <a:ext cx="4634139" cy="2848025"/>
          </a:xfrm>
          <a:prstGeom prst="rect">
            <a:avLst/>
          </a:prstGeom>
        </p:spPr>
      </p:pic>
      <p:sp>
        <p:nvSpPr>
          <p:cNvPr id="3" name="TextBox 2">
            <a:extLst>
              <a:ext uri="{FF2B5EF4-FFF2-40B4-BE49-F238E27FC236}">
                <a16:creationId xmlns:a16="http://schemas.microsoft.com/office/drawing/2014/main" id="{AF736220-0793-E8A0-90DC-7564384D54AC}"/>
              </a:ext>
            </a:extLst>
          </p:cNvPr>
          <p:cNvSpPr txBox="1"/>
          <p:nvPr/>
        </p:nvSpPr>
        <p:spPr>
          <a:xfrm>
            <a:off x="1282045" y="1847654"/>
            <a:ext cx="6344240" cy="461665"/>
          </a:xfrm>
          <a:prstGeom prst="rect">
            <a:avLst/>
          </a:prstGeom>
          <a:noFill/>
        </p:spPr>
        <p:txBody>
          <a:bodyPr wrap="square" rtlCol="0">
            <a:spAutoFit/>
          </a:bodyPr>
          <a:lstStyle/>
          <a:p>
            <a:r>
              <a:rPr lang="en-US" sz="2400" dirty="0"/>
              <a:t>Convert the text into a lower case</a:t>
            </a:r>
          </a:p>
        </p:txBody>
      </p:sp>
    </p:spTree>
    <p:extLst>
      <p:ext uri="{BB962C8B-B14F-4D97-AF65-F5344CB8AC3E}">
        <p14:creationId xmlns:p14="http://schemas.microsoft.com/office/powerpoint/2010/main" val="1604641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813C4-7C4C-8F67-C8BE-EE9F95E2AA88}"/>
              </a:ext>
            </a:extLst>
          </p:cNvPr>
          <p:cNvSpPr>
            <a:spLocks noGrp="1"/>
          </p:cNvSpPr>
          <p:nvPr>
            <p:ph type="title"/>
          </p:nvPr>
        </p:nvSpPr>
        <p:spPr/>
        <p:txBody>
          <a:bodyPr/>
          <a:lstStyle/>
          <a:p>
            <a:r>
              <a:rPr lang="en-US" dirty="0"/>
              <a:t>Remove of Punctuation </a:t>
            </a:r>
          </a:p>
        </p:txBody>
      </p:sp>
      <p:sp>
        <p:nvSpPr>
          <p:cNvPr id="7" name="Content Placeholder 6">
            <a:extLst>
              <a:ext uri="{FF2B5EF4-FFF2-40B4-BE49-F238E27FC236}">
                <a16:creationId xmlns:a16="http://schemas.microsoft.com/office/drawing/2014/main" id="{82CDD31F-CB0F-17C2-C706-1D1C3D8AEFF4}"/>
              </a:ext>
            </a:extLst>
          </p:cNvPr>
          <p:cNvSpPr>
            <a:spLocks noGrp="1"/>
          </p:cNvSpPr>
          <p:nvPr>
            <p:ph idx="1"/>
          </p:nvPr>
        </p:nvSpPr>
        <p:spPr>
          <a:xfrm>
            <a:off x="838200" y="1690688"/>
            <a:ext cx="10515600" cy="4802187"/>
          </a:xfrm>
        </p:spPr>
        <p:txBody>
          <a:bodyPr/>
          <a:lstStyle/>
          <a:p>
            <a:pPr marL="285750" indent="-285750">
              <a:buFont typeface="Arial" panose="020B0604020202020204" pitchFamily="34" charset="0"/>
              <a:buChar char="•"/>
            </a:pPr>
            <a:r>
              <a:rPr lang="en-US" dirty="0"/>
              <a:t>Remove punctuation marks from the given text</a:t>
            </a:r>
          </a:p>
          <a:p>
            <a:pPr marL="285750" indent="-285750">
              <a:buFont typeface="Arial" panose="020B0604020202020204" pitchFamily="34" charset="0"/>
              <a:buChar char="•"/>
            </a:pPr>
            <a:r>
              <a:rPr lang="en-US" dirty="0"/>
              <a:t>The </a:t>
            </a:r>
            <a:r>
              <a:rPr lang="en-US" dirty="0" err="1"/>
              <a:t>maketrans</a:t>
            </a:r>
            <a:r>
              <a:rPr lang="en-US" dirty="0"/>
              <a:t>() method returns a mapping table that can be used with the translate() method to replace specified characters.</a:t>
            </a:r>
          </a:p>
          <a:p>
            <a:pPr marL="285750" indent="-285750">
              <a:buFont typeface="Arial" panose="020B0604020202020204" pitchFamily="34" charset="0"/>
              <a:buChar char="•"/>
            </a:pPr>
            <a:r>
              <a:rPr lang="en-US" dirty="0" err="1"/>
              <a:t>maketrans</a:t>
            </a:r>
            <a:r>
              <a:rPr lang="en-US" dirty="0"/>
              <a:t>(</a:t>
            </a:r>
            <a:r>
              <a:rPr lang="en-US" dirty="0" err="1"/>
              <a:t>x,y,z</a:t>
            </a:r>
            <a:r>
              <a:rPr lang="en-US" dirty="0"/>
              <a:t>) </a:t>
            </a:r>
            <a:r>
              <a:rPr lang="en-US" dirty="0">
                <a:sym typeface="Wingdings" panose="05000000000000000000" pitchFamily="2" charset="2"/>
              </a:rPr>
              <a:t> Z means what you want to remove from string</a:t>
            </a:r>
            <a:endParaRPr lang="en-US" dirty="0"/>
          </a:p>
          <a:p>
            <a:endParaRPr lang="en-US" dirty="0"/>
          </a:p>
        </p:txBody>
      </p:sp>
      <p:pic>
        <p:nvPicPr>
          <p:cNvPr id="9" name="Picture 8">
            <a:extLst>
              <a:ext uri="{FF2B5EF4-FFF2-40B4-BE49-F238E27FC236}">
                <a16:creationId xmlns:a16="http://schemas.microsoft.com/office/drawing/2014/main" id="{28AA7DF1-CACF-A78F-7556-CCE626490829}"/>
              </a:ext>
            </a:extLst>
          </p:cNvPr>
          <p:cNvPicPr>
            <a:picLocks noChangeAspect="1"/>
          </p:cNvPicPr>
          <p:nvPr/>
        </p:nvPicPr>
        <p:blipFill>
          <a:blip r:embed="rId2"/>
          <a:stretch>
            <a:fillRect/>
          </a:stretch>
        </p:blipFill>
        <p:spPr>
          <a:xfrm>
            <a:off x="3671052" y="3644900"/>
            <a:ext cx="4095750" cy="2847975"/>
          </a:xfrm>
          <a:prstGeom prst="rect">
            <a:avLst/>
          </a:prstGeom>
        </p:spPr>
      </p:pic>
    </p:spTree>
    <p:extLst>
      <p:ext uri="{BB962C8B-B14F-4D97-AF65-F5344CB8AC3E}">
        <p14:creationId xmlns:p14="http://schemas.microsoft.com/office/powerpoint/2010/main" val="1178294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65F54-4A4C-CA76-F412-7D28C37AA424}"/>
              </a:ext>
            </a:extLst>
          </p:cNvPr>
          <p:cNvSpPr>
            <a:spLocks noGrp="1"/>
          </p:cNvSpPr>
          <p:nvPr>
            <p:ph type="title"/>
          </p:nvPr>
        </p:nvSpPr>
        <p:spPr/>
        <p:txBody>
          <a:bodyPr/>
          <a:lstStyle/>
          <a:p>
            <a:r>
              <a:rPr lang="en-US" dirty="0"/>
              <a:t>Stop Words</a:t>
            </a:r>
          </a:p>
        </p:txBody>
      </p:sp>
      <p:sp>
        <p:nvSpPr>
          <p:cNvPr id="3" name="Content Placeholder 2">
            <a:extLst>
              <a:ext uri="{FF2B5EF4-FFF2-40B4-BE49-F238E27FC236}">
                <a16:creationId xmlns:a16="http://schemas.microsoft.com/office/drawing/2014/main" id="{AFD43507-0474-E0AE-0095-B984630D857D}"/>
              </a:ext>
            </a:extLst>
          </p:cNvPr>
          <p:cNvSpPr>
            <a:spLocks noGrp="1"/>
          </p:cNvSpPr>
          <p:nvPr>
            <p:ph idx="1"/>
          </p:nvPr>
        </p:nvSpPr>
        <p:spPr/>
        <p:txBody>
          <a:bodyPr/>
          <a:lstStyle/>
          <a:p>
            <a:r>
              <a:rPr lang="en-US" dirty="0"/>
              <a:t>These are commonly occurring words and we usually remove it from the text</a:t>
            </a:r>
          </a:p>
          <a:p>
            <a:endParaRPr lang="en-US" dirty="0"/>
          </a:p>
          <a:p>
            <a:r>
              <a:rPr lang="en-US" dirty="0"/>
              <a:t>Example</a:t>
            </a:r>
          </a:p>
          <a:p>
            <a:pPr lvl="1"/>
            <a:r>
              <a:rPr lang="en-US" dirty="0"/>
              <a:t>I, we, he, it, in, the etc.</a:t>
            </a:r>
          </a:p>
        </p:txBody>
      </p:sp>
    </p:spTree>
    <p:extLst>
      <p:ext uri="{BB962C8B-B14F-4D97-AF65-F5344CB8AC3E}">
        <p14:creationId xmlns:p14="http://schemas.microsoft.com/office/powerpoint/2010/main" val="31666454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F8F43-62E3-9EB0-B81B-F54F8570A14F}"/>
              </a:ext>
            </a:extLst>
          </p:cNvPr>
          <p:cNvSpPr>
            <a:spLocks noGrp="1"/>
          </p:cNvSpPr>
          <p:nvPr>
            <p:ph type="title"/>
          </p:nvPr>
        </p:nvSpPr>
        <p:spPr/>
        <p:txBody>
          <a:bodyPr/>
          <a:lstStyle/>
          <a:p>
            <a:r>
              <a:rPr lang="en-US" dirty="0"/>
              <a:t>List of English Stop words</a:t>
            </a:r>
          </a:p>
        </p:txBody>
      </p:sp>
      <p:pic>
        <p:nvPicPr>
          <p:cNvPr id="5" name="Content Placeholder 4">
            <a:extLst>
              <a:ext uri="{FF2B5EF4-FFF2-40B4-BE49-F238E27FC236}">
                <a16:creationId xmlns:a16="http://schemas.microsoft.com/office/drawing/2014/main" id="{3153684D-53DB-AAF9-29A3-50598F3E941E}"/>
              </a:ext>
            </a:extLst>
          </p:cNvPr>
          <p:cNvPicPr>
            <a:picLocks noGrp="1" noChangeAspect="1"/>
          </p:cNvPicPr>
          <p:nvPr>
            <p:ph idx="1"/>
          </p:nvPr>
        </p:nvPicPr>
        <p:blipFill>
          <a:blip r:embed="rId2"/>
          <a:stretch>
            <a:fillRect/>
          </a:stretch>
        </p:blipFill>
        <p:spPr>
          <a:xfrm>
            <a:off x="734506" y="2047974"/>
            <a:ext cx="10470740" cy="1967845"/>
          </a:xfrm>
        </p:spPr>
      </p:pic>
      <p:sp>
        <p:nvSpPr>
          <p:cNvPr id="6" name="TextBox 5">
            <a:extLst>
              <a:ext uri="{FF2B5EF4-FFF2-40B4-BE49-F238E27FC236}">
                <a16:creationId xmlns:a16="http://schemas.microsoft.com/office/drawing/2014/main" id="{CEE6F5C4-B4DA-8EFE-39FC-7432CADA65B5}"/>
              </a:ext>
            </a:extLst>
          </p:cNvPr>
          <p:cNvSpPr txBox="1"/>
          <p:nvPr/>
        </p:nvSpPr>
        <p:spPr>
          <a:xfrm>
            <a:off x="1206631" y="5297864"/>
            <a:ext cx="7569724" cy="369332"/>
          </a:xfrm>
          <a:prstGeom prst="rect">
            <a:avLst/>
          </a:prstGeom>
          <a:noFill/>
        </p:spPr>
        <p:txBody>
          <a:bodyPr wrap="square" rtlCol="0">
            <a:spAutoFit/>
          </a:bodyPr>
          <a:lstStyle/>
          <a:p>
            <a:r>
              <a:rPr lang="en-US" dirty="0"/>
              <a:t>Once you need to use statement </a:t>
            </a:r>
            <a:r>
              <a:rPr lang="en-US" dirty="0" err="1"/>
              <a:t>nltk.download</a:t>
            </a:r>
            <a:r>
              <a:rPr lang="en-US" dirty="0"/>
              <a:t>(‘</a:t>
            </a:r>
            <a:r>
              <a:rPr lang="en-US" dirty="0" err="1"/>
              <a:t>stopwords</a:t>
            </a:r>
            <a:r>
              <a:rPr lang="en-US" dirty="0"/>
              <a:t>’)</a:t>
            </a:r>
          </a:p>
        </p:txBody>
      </p:sp>
    </p:spTree>
    <p:extLst>
      <p:ext uri="{BB962C8B-B14F-4D97-AF65-F5344CB8AC3E}">
        <p14:creationId xmlns:p14="http://schemas.microsoft.com/office/powerpoint/2010/main" val="3520240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18DF6-8E0E-9F3E-E6FC-5CE3900669A7}"/>
              </a:ext>
            </a:extLst>
          </p:cNvPr>
          <p:cNvSpPr>
            <a:spLocks noGrp="1"/>
          </p:cNvSpPr>
          <p:nvPr>
            <p:ph type="title"/>
          </p:nvPr>
        </p:nvSpPr>
        <p:spPr/>
        <p:txBody>
          <a:bodyPr/>
          <a:lstStyle/>
          <a:p>
            <a:r>
              <a:rPr lang="en-US" dirty="0"/>
              <a:t>Stop Words Removal</a:t>
            </a:r>
          </a:p>
        </p:txBody>
      </p:sp>
      <p:pic>
        <p:nvPicPr>
          <p:cNvPr id="5" name="Content Placeholder 4">
            <a:extLst>
              <a:ext uri="{FF2B5EF4-FFF2-40B4-BE49-F238E27FC236}">
                <a16:creationId xmlns:a16="http://schemas.microsoft.com/office/drawing/2014/main" id="{227C2E70-7C06-C435-5758-0BFFACB5A79B}"/>
              </a:ext>
            </a:extLst>
          </p:cNvPr>
          <p:cNvPicPr>
            <a:picLocks noGrp="1" noChangeAspect="1"/>
          </p:cNvPicPr>
          <p:nvPr>
            <p:ph idx="1"/>
          </p:nvPr>
        </p:nvPicPr>
        <p:blipFill>
          <a:blip r:embed="rId2"/>
          <a:stretch>
            <a:fillRect/>
          </a:stretch>
        </p:blipFill>
        <p:spPr>
          <a:xfrm>
            <a:off x="2580848" y="1835052"/>
            <a:ext cx="7030303" cy="4351338"/>
          </a:xfrm>
        </p:spPr>
      </p:pic>
    </p:spTree>
    <p:extLst>
      <p:ext uri="{BB962C8B-B14F-4D97-AF65-F5344CB8AC3E}">
        <p14:creationId xmlns:p14="http://schemas.microsoft.com/office/powerpoint/2010/main" val="26889053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A89EF-A68E-96E7-837E-B1DC23CE43A8}"/>
              </a:ext>
            </a:extLst>
          </p:cNvPr>
          <p:cNvSpPr>
            <a:spLocks noGrp="1"/>
          </p:cNvSpPr>
          <p:nvPr>
            <p:ph type="title"/>
          </p:nvPr>
        </p:nvSpPr>
        <p:spPr/>
        <p:txBody>
          <a:bodyPr/>
          <a:lstStyle/>
          <a:p>
            <a:r>
              <a:rPr lang="en-US" dirty="0"/>
              <a:t>Stemming and Lemmatization</a:t>
            </a:r>
          </a:p>
        </p:txBody>
      </p:sp>
      <p:sp>
        <p:nvSpPr>
          <p:cNvPr id="3" name="Content Placeholder 2">
            <a:extLst>
              <a:ext uri="{FF2B5EF4-FFF2-40B4-BE49-F238E27FC236}">
                <a16:creationId xmlns:a16="http://schemas.microsoft.com/office/drawing/2014/main" id="{F93E6B52-6728-C038-3910-77466F851EE2}"/>
              </a:ext>
            </a:extLst>
          </p:cNvPr>
          <p:cNvSpPr>
            <a:spLocks noGrp="1"/>
          </p:cNvSpPr>
          <p:nvPr>
            <p:ph idx="1"/>
          </p:nvPr>
        </p:nvSpPr>
        <p:spPr/>
        <p:txBody>
          <a:bodyPr>
            <a:normAutofit lnSpcReduction="10000"/>
          </a:bodyPr>
          <a:lstStyle/>
          <a:p>
            <a:r>
              <a:rPr lang="en-US" dirty="0"/>
              <a:t>Both are closely related to find the root word</a:t>
            </a:r>
          </a:p>
          <a:p>
            <a:endParaRPr lang="en-US" dirty="0"/>
          </a:p>
          <a:p>
            <a:r>
              <a:rPr lang="en-US" dirty="0"/>
              <a:t>Stemming identifies the common root form of a word by removing or replacing word suffixes</a:t>
            </a:r>
          </a:p>
          <a:p>
            <a:endParaRPr lang="en-US" dirty="0"/>
          </a:p>
          <a:p>
            <a:r>
              <a:rPr lang="en-US" dirty="0"/>
              <a:t>Lemmatization is the process of converting a word to its base form. The difference between stemming and lemmatization is, lemmatization considers the context and converts the word to its meaningful base form, whereas stemming just removes the last few characters, often leading to incorrect meanings and spelling errors.</a:t>
            </a:r>
          </a:p>
        </p:txBody>
      </p:sp>
    </p:spTree>
    <p:extLst>
      <p:ext uri="{BB962C8B-B14F-4D97-AF65-F5344CB8AC3E}">
        <p14:creationId xmlns:p14="http://schemas.microsoft.com/office/powerpoint/2010/main" val="42358675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19E7C-74B8-E5C1-08C5-6AF6A7974C62}"/>
              </a:ext>
            </a:extLst>
          </p:cNvPr>
          <p:cNvSpPr>
            <a:spLocks noGrp="1"/>
          </p:cNvSpPr>
          <p:nvPr>
            <p:ph type="title"/>
          </p:nvPr>
        </p:nvSpPr>
        <p:spPr/>
        <p:txBody>
          <a:bodyPr/>
          <a:lstStyle/>
          <a:p>
            <a:r>
              <a:rPr lang="en-US" dirty="0"/>
              <a:t>Stemmer</a:t>
            </a:r>
          </a:p>
        </p:txBody>
      </p:sp>
      <p:pic>
        <p:nvPicPr>
          <p:cNvPr id="5" name="Content Placeholder 4">
            <a:extLst>
              <a:ext uri="{FF2B5EF4-FFF2-40B4-BE49-F238E27FC236}">
                <a16:creationId xmlns:a16="http://schemas.microsoft.com/office/drawing/2014/main" id="{CD05F86B-C898-64E4-3B8F-631043DAD281}"/>
              </a:ext>
            </a:extLst>
          </p:cNvPr>
          <p:cNvPicPr>
            <a:picLocks noGrp="1" noChangeAspect="1"/>
          </p:cNvPicPr>
          <p:nvPr>
            <p:ph idx="1"/>
          </p:nvPr>
        </p:nvPicPr>
        <p:blipFill>
          <a:blip r:embed="rId2"/>
          <a:stretch>
            <a:fillRect/>
          </a:stretch>
        </p:blipFill>
        <p:spPr>
          <a:xfrm>
            <a:off x="1268346" y="2170531"/>
            <a:ext cx="9820356" cy="3278162"/>
          </a:xfrm>
        </p:spPr>
      </p:pic>
    </p:spTree>
    <p:extLst>
      <p:ext uri="{BB962C8B-B14F-4D97-AF65-F5344CB8AC3E}">
        <p14:creationId xmlns:p14="http://schemas.microsoft.com/office/powerpoint/2010/main" val="11870001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F0A2A-BE9D-A5E0-6E93-56A239C5EE6C}"/>
              </a:ext>
            </a:extLst>
          </p:cNvPr>
          <p:cNvSpPr>
            <a:spLocks noGrp="1"/>
          </p:cNvSpPr>
          <p:nvPr>
            <p:ph type="title"/>
          </p:nvPr>
        </p:nvSpPr>
        <p:spPr/>
        <p:txBody>
          <a:bodyPr/>
          <a:lstStyle/>
          <a:p>
            <a:r>
              <a:rPr lang="en-US" dirty="0"/>
              <a:t>Stemming using Poster Stemmer</a:t>
            </a:r>
          </a:p>
        </p:txBody>
      </p:sp>
      <p:pic>
        <p:nvPicPr>
          <p:cNvPr id="5" name="Content Placeholder 4">
            <a:extLst>
              <a:ext uri="{FF2B5EF4-FFF2-40B4-BE49-F238E27FC236}">
                <a16:creationId xmlns:a16="http://schemas.microsoft.com/office/drawing/2014/main" id="{22E27369-DA92-FCCC-E3F7-1B634B1CFB1F}"/>
              </a:ext>
            </a:extLst>
          </p:cNvPr>
          <p:cNvPicPr>
            <a:picLocks noGrp="1" noChangeAspect="1"/>
          </p:cNvPicPr>
          <p:nvPr>
            <p:ph idx="1"/>
          </p:nvPr>
        </p:nvPicPr>
        <p:blipFill>
          <a:blip r:embed="rId2"/>
          <a:stretch>
            <a:fillRect/>
          </a:stretch>
        </p:blipFill>
        <p:spPr>
          <a:xfrm>
            <a:off x="3886200" y="2162969"/>
            <a:ext cx="4419600" cy="3676650"/>
          </a:xfrm>
        </p:spPr>
      </p:pic>
    </p:spTree>
    <p:extLst>
      <p:ext uri="{BB962C8B-B14F-4D97-AF65-F5344CB8AC3E}">
        <p14:creationId xmlns:p14="http://schemas.microsoft.com/office/powerpoint/2010/main" val="34915048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C8AEC-8A9B-F7BF-E2E6-5C68D0D18413}"/>
              </a:ext>
            </a:extLst>
          </p:cNvPr>
          <p:cNvSpPr>
            <a:spLocks noGrp="1"/>
          </p:cNvSpPr>
          <p:nvPr>
            <p:ph type="title"/>
          </p:nvPr>
        </p:nvSpPr>
        <p:spPr/>
        <p:txBody>
          <a:bodyPr/>
          <a:lstStyle/>
          <a:p>
            <a:r>
              <a:rPr lang="en-US" dirty="0"/>
              <a:t>Lemmatization</a:t>
            </a:r>
          </a:p>
        </p:txBody>
      </p:sp>
      <p:sp>
        <p:nvSpPr>
          <p:cNvPr id="3" name="Content Placeholder 2">
            <a:extLst>
              <a:ext uri="{FF2B5EF4-FFF2-40B4-BE49-F238E27FC236}">
                <a16:creationId xmlns:a16="http://schemas.microsoft.com/office/drawing/2014/main" id="{5C469161-2FCE-0F22-3F1D-2A7C45425882}"/>
              </a:ext>
            </a:extLst>
          </p:cNvPr>
          <p:cNvSpPr>
            <a:spLocks noGrp="1"/>
          </p:cNvSpPr>
          <p:nvPr>
            <p:ph idx="1"/>
          </p:nvPr>
        </p:nvSpPr>
        <p:spPr/>
        <p:txBody>
          <a:bodyPr/>
          <a:lstStyle/>
          <a:p>
            <a:r>
              <a:rPr lang="en-US" dirty="0"/>
              <a:t>Lemmatization is the process of converting a word to its base form </a:t>
            </a:r>
          </a:p>
        </p:txBody>
      </p:sp>
      <p:pic>
        <p:nvPicPr>
          <p:cNvPr id="5" name="Picture 4">
            <a:extLst>
              <a:ext uri="{FF2B5EF4-FFF2-40B4-BE49-F238E27FC236}">
                <a16:creationId xmlns:a16="http://schemas.microsoft.com/office/drawing/2014/main" id="{D9CC9295-B2FB-79D2-0642-6FF9F3B74A8E}"/>
              </a:ext>
            </a:extLst>
          </p:cNvPr>
          <p:cNvPicPr>
            <a:picLocks noChangeAspect="1"/>
          </p:cNvPicPr>
          <p:nvPr/>
        </p:nvPicPr>
        <p:blipFill>
          <a:blip r:embed="rId2"/>
          <a:stretch>
            <a:fillRect/>
          </a:stretch>
        </p:blipFill>
        <p:spPr>
          <a:xfrm>
            <a:off x="3290691" y="2542437"/>
            <a:ext cx="4486423" cy="3322862"/>
          </a:xfrm>
          <a:prstGeom prst="rect">
            <a:avLst/>
          </a:prstGeom>
        </p:spPr>
      </p:pic>
    </p:spTree>
    <p:extLst>
      <p:ext uri="{BB962C8B-B14F-4D97-AF65-F5344CB8AC3E}">
        <p14:creationId xmlns:p14="http://schemas.microsoft.com/office/powerpoint/2010/main" val="3873661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73078-5C1E-8C5C-C0AC-B108D5799034}"/>
              </a:ext>
            </a:extLst>
          </p:cNvPr>
          <p:cNvSpPr>
            <a:spLocks noGrp="1"/>
          </p:cNvSpPr>
          <p:nvPr>
            <p:ph type="title"/>
          </p:nvPr>
        </p:nvSpPr>
        <p:spPr/>
        <p:txBody>
          <a:bodyPr/>
          <a:lstStyle/>
          <a:p>
            <a:r>
              <a:rPr lang="en-US" dirty="0"/>
              <a:t>Image Preprocessing</a:t>
            </a:r>
          </a:p>
        </p:txBody>
      </p:sp>
      <p:sp>
        <p:nvSpPr>
          <p:cNvPr id="3" name="Content Placeholder 2">
            <a:extLst>
              <a:ext uri="{FF2B5EF4-FFF2-40B4-BE49-F238E27FC236}">
                <a16:creationId xmlns:a16="http://schemas.microsoft.com/office/drawing/2014/main" id="{6F08D058-FAB9-EA99-57AB-D947595F2ECC}"/>
              </a:ext>
            </a:extLst>
          </p:cNvPr>
          <p:cNvSpPr>
            <a:spLocks noGrp="1"/>
          </p:cNvSpPr>
          <p:nvPr>
            <p:ph idx="1"/>
          </p:nvPr>
        </p:nvSpPr>
        <p:spPr/>
        <p:txBody>
          <a:bodyPr/>
          <a:lstStyle/>
          <a:p>
            <a:r>
              <a:rPr lang="en-US" dirty="0"/>
              <a:t>Grayscale Conversion</a:t>
            </a:r>
          </a:p>
          <a:p>
            <a:r>
              <a:rPr lang="en-US" dirty="0"/>
              <a:t>Black and White Conversion</a:t>
            </a:r>
          </a:p>
        </p:txBody>
      </p:sp>
    </p:spTree>
    <p:extLst>
      <p:ext uri="{BB962C8B-B14F-4D97-AF65-F5344CB8AC3E}">
        <p14:creationId xmlns:p14="http://schemas.microsoft.com/office/powerpoint/2010/main" val="3287897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1523E-4B09-A15B-AC9E-D90BCBBD587E}"/>
              </a:ext>
            </a:extLst>
          </p:cNvPr>
          <p:cNvSpPr>
            <a:spLocks noGrp="1"/>
          </p:cNvSpPr>
          <p:nvPr>
            <p:ph type="title"/>
          </p:nvPr>
        </p:nvSpPr>
        <p:spPr/>
        <p:txBody>
          <a:bodyPr/>
          <a:lstStyle/>
          <a:p>
            <a:r>
              <a:rPr lang="en-US" dirty="0"/>
              <a:t>Python code for image conversion</a:t>
            </a:r>
          </a:p>
        </p:txBody>
      </p:sp>
      <p:pic>
        <p:nvPicPr>
          <p:cNvPr id="9" name="Picture 8">
            <a:extLst>
              <a:ext uri="{FF2B5EF4-FFF2-40B4-BE49-F238E27FC236}">
                <a16:creationId xmlns:a16="http://schemas.microsoft.com/office/drawing/2014/main" id="{17374FA0-C048-615F-04EA-04643EC7E694}"/>
              </a:ext>
            </a:extLst>
          </p:cNvPr>
          <p:cNvPicPr>
            <a:picLocks noChangeAspect="1"/>
          </p:cNvPicPr>
          <p:nvPr/>
        </p:nvPicPr>
        <p:blipFill>
          <a:blip r:embed="rId2"/>
          <a:stretch>
            <a:fillRect/>
          </a:stretch>
        </p:blipFill>
        <p:spPr>
          <a:xfrm>
            <a:off x="6910290" y="5098673"/>
            <a:ext cx="2378609" cy="1632379"/>
          </a:xfrm>
          <a:prstGeom prst="rect">
            <a:avLst/>
          </a:prstGeom>
        </p:spPr>
      </p:pic>
      <p:sp>
        <p:nvSpPr>
          <p:cNvPr id="10" name="TextBox 9">
            <a:extLst>
              <a:ext uri="{FF2B5EF4-FFF2-40B4-BE49-F238E27FC236}">
                <a16:creationId xmlns:a16="http://schemas.microsoft.com/office/drawing/2014/main" id="{54762DDF-2F35-8401-1BEF-F0F375526C77}"/>
              </a:ext>
            </a:extLst>
          </p:cNvPr>
          <p:cNvSpPr txBox="1"/>
          <p:nvPr/>
        </p:nvSpPr>
        <p:spPr>
          <a:xfrm>
            <a:off x="9945278" y="3252247"/>
            <a:ext cx="1408522" cy="369332"/>
          </a:xfrm>
          <a:prstGeom prst="rect">
            <a:avLst/>
          </a:prstGeom>
          <a:noFill/>
        </p:spPr>
        <p:txBody>
          <a:bodyPr wrap="square" rtlCol="0">
            <a:spAutoFit/>
          </a:bodyPr>
          <a:lstStyle/>
          <a:p>
            <a:r>
              <a:rPr lang="en-US"/>
              <a:t>Output</a:t>
            </a:r>
          </a:p>
        </p:txBody>
      </p:sp>
      <p:sp>
        <p:nvSpPr>
          <p:cNvPr id="4" name="TextBox 3">
            <a:extLst>
              <a:ext uri="{FF2B5EF4-FFF2-40B4-BE49-F238E27FC236}">
                <a16:creationId xmlns:a16="http://schemas.microsoft.com/office/drawing/2014/main" id="{4345164C-0CC9-2D90-B1BD-322C4D4BF7FC}"/>
              </a:ext>
            </a:extLst>
          </p:cNvPr>
          <p:cNvSpPr txBox="1"/>
          <p:nvPr/>
        </p:nvSpPr>
        <p:spPr>
          <a:xfrm>
            <a:off x="493774" y="6013776"/>
            <a:ext cx="6094428" cy="646331"/>
          </a:xfrm>
          <a:prstGeom prst="rect">
            <a:avLst/>
          </a:prstGeom>
          <a:noFill/>
        </p:spPr>
        <p:txBody>
          <a:bodyPr wrap="square">
            <a:spAutoFit/>
          </a:bodyPr>
          <a:lstStyle/>
          <a:p>
            <a:r>
              <a:rPr lang="en-US" b="0" i="0" dirty="0" err="1">
                <a:solidFill>
                  <a:srgbClr val="202124"/>
                </a:solidFill>
                <a:effectLst/>
                <a:latin typeface="arial" panose="020B0604020202020204" pitchFamily="34" charset="0"/>
              </a:rPr>
              <a:t>imshow</a:t>
            </a:r>
            <a:r>
              <a:rPr lang="en-US" b="0" i="0" dirty="0">
                <a:solidFill>
                  <a:srgbClr val="202124"/>
                </a:solidFill>
                <a:effectLst/>
                <a:latin typeface="arial" panose="020B0604020202020204" pitchFamily="34" charset="0"/>
              </a:rPr>
              <a:t>() method is </a:t>
            </a:r>
            <a:r>
              <a:rPr lang="en-US" b="1" i="0" dirty="0">
                <a:solidFill>
                  <a:srgbClr val="202124"/>
                </a:solidFill>
                <a:effectLst/>
                <a:latin typeface="arial" panose="020B0604020202020204" pitchFamily="34" charset="0"/>
              </a:rPr>
              <a:t>used to display an image in a window</a:t>
            </a:r>
            <a:r>
              <a:rPr lang="en-US" b="0" i="0" dirty="0">
                <a:solidFill>
                  <a:srgbClr val="202124"/>
                </a:solidFill>
                <a:effectLst/>
                <a:latin typeface="arial" panose="020B0604020202020204" pitchFamily="34" charset="0"/>
              </a:rPr>
              <a:t>. The window automatically fits to the image size.</a:t>
            </a:r>
            <a:endParaRPr lang="en-US" dirty="0"/>
          </a:p>
        </p:txBody>
      </p:sp>
      <p:pic>
        <p:nvPicPr>
          <p:cNvPr id="14" name="Picture 13">
            <a:extLst>
              <a:ext uri="{FF2B5EF4-FFF2-40B4-BE49-F238E27FC236}">
                <a16:creationId xmlns:a16="http://schemas.microsoft.com/office/drawing/2014/main" id="{CB97FAB5-726F-5E31-F37B-D386FD2BE208}"/>
              </a:ext>
            </a:extLst>
          </p:cNvPr>
          <p:cNvPicPr>
            <a:picLocks noChangeAspect="1"/>
          </p:cNvPicPr>
          <p:nvPr/>
        </p:nvPicPr>
        <p:blipFill>
          <a:blip r:embed="rId3"/>
          <a:stretch>
            <a:fillRect/>
          </a:stretch>
        </p:blipFill>
        <p:spPr>
          <a:xfrm>
            <a:off x="730327" y="1337001"/>
            <a:ext cx="5857875" cy="4676775"/>
          </a:xfrm>
          <a:prstGeom prst="rect">
            <a:avLst/>
          </a:prstGeom>
        </p:spPr>
      </p:pic>
      <p:pic>
        <p:nvPicPr>
          <p:cNvPr id="16" name="Picture 15">
            <a:extLst>
              <a:ext uri="{FF2B5EF4-FFF2-40B4-BE49-F238E27FC236}">
                <a16:creationId xmlns:a16="http://schemas.microsoft.com/office/drawing/2014/main" id="{08FB94F1-A356-1F8A-B3B7-FEF6008C128D}"/>
              </a:ext>
            </a:extLst>
          </p:cNvPr>
          <p:cNvPicPr>
            <a:picLocks noChangeAspect="1"/>
          </p:cNvPicPr>
          <p:nvPr/>
        </p:nvPicPr>
        <p:blipFill>
          <a:blip r:embed="rId4"/>
          <a:stretch>
            <a:fillRect/>
          </a:stretch>
        </p:blipFill>
        <p:spPr>
          <a:xfrm>
            <a:off x="6930100" y="1596857"/>
            <a:ext cx="2358799" cy="3310780"/>
          </a:xfrm>
          <a:prstGeom prst="rect">
            <a:avLst/>
          </a:prstGeom>
        </p:spPr>
      </p:pic>
    </p:spTree>
    <p:extLst>
      <p:ext uri="{BB962C8B-B14F-4D97-AF65-F5344CB8AC3E}">
        <p14:creationId xmlns:p14="http://schemas.microsoft.com/office/powerpoint/2010/main" val="33644729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273</TotalTime>
  <Words>402</Words>
  <Application>Microsoft Office PowerPoint</Application>
  <PresentationFormat>Widescreen</PresentationFormat>
  <Paragraphs>53</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Arial</vt:lpstr>
      <vt:lpstr>Calibri</vt:lpstr>
      <vt:lpstr>Calibri Light</vt:lpstr>
      <vt:lpstr>Office Theme</vt:lpstr>
      <vt:lpstr>Introduction to Machine Learning</vt:lpstr>
      <vt:lpstr>Lecture Outline</vt:lpstr>
      <vt:lpstr>Preprocessing</vt:lpstr>
      <vt:lpstr>Preprocessing on Text</vt:lpstr>
      <vt:lpstr>Word Tokenizer</vt:lpstr>
      <vt:lpstr>Sentence Tokenizer</vt:lpstr>
      <vt:lpstr>Convert text to lower text</vt:lpstr>
      <vt:lpstr>Remove of Punctuation </vt:lpstr>
      <vt:lpstr>Stop Words</vt:lpstr>
      <vt:lpstr>List of English Stop words</vt:lpstr>
      <vt:lpstr>Stop Words Removal</vt:lpstr>
      <vt:lpstr>Stemming and Lemmatization</vt:lpstr>
      <vt:lpstr>Stemmer</vt:lpstr>
      <vt:lpstr>Stemming using Poster Stemmer</vt:lpstr>
      <vt:lpstr>Lemmatization</vt:lpstr>
      <vt:lpstr>Image Preprocessing</vt:lpstr>
      <vt:lpstr>Python code for image conversion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Machine Learning</dc:title>
  <dc:creator>Ali Saeed</dc:creator>
  <cp:lastModifiedBy>Arham Bhatti</cp:lastModifiedBy>
  <cp:revision>51</cp:revision>
  <dcterms:created xsi:type="dcterms:W3CDTF">2022-11-19T07:46:27Z</dcterms:created>
  <dcterms:modified xsi:type="dcterms:W3CDTF">2026-04-19T08:23:48Z</dcterms:modified>
</cp:coreProperties>
</file>