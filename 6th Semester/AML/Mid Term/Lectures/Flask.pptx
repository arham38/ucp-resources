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3" r:id="rId6"/>
    <p:sldId id="264" r:id="rId7"/>
    <p:sldId id="265" r:id="rId8"/>
    <p:sldId id="266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726C-4499-2204-E85D-FB17DA14D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BA5A-D4D2-EDE2-51F4-13D600D3A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85B9C-3521-050D-2EC1-557D513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74CA1-3425-C06D-52FD-1D771D7E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C779E-000D-10DE-A34A-123D1465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1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7F5A-4A2D-22AD-7A8A-3E241E9F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1D27E-D00C-4F0C-BF32-B9667EF8F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2BFD1-3E56-CB16-AFE9-E5DFA18B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080DF-C32D-378B-05E1-2847C24A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A9708-9D5D-F3D7-E8EC-2E1F3DDE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1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1463-08B6-707D-3871-DFF6AC35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57319-DF0A-79C6-8291-827DE73B7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28620-D40A-865C-2F93-19B9C4704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6055C-DCAC-D54D-F4DE-6C64DD62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4FA78-AEA2-D492-6CC5-C32D3AA6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4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B0CB7-A83B-F932-826F-2A8FDEA1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91DD0-D341-2E9B-39EB-DCA0CED59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46519-DF9A-A1F7-3E33-A8EB6CD0A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81696-8723-3BF4-1154-F70F2A8D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838CD-BE6C-EC25-08A7-933B6165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30F9F-A682-2F76-E07A-A18AF7B5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28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0436-39DA-22E7-765B-69EFB5A1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8CEA2-A669-AAD2-7A3E-D080C1FE4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FA014-ACAE-CDB7-4E07-84641BC82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5366A-2335-5F1C-09FB-E9C4F74B8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9409D-C2E3-FF71-2843-6000DF12F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E3FFC-776C-57D1-5A48-43A0E080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0CB6F-FF87-11A4-36FB-E1C65084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08A5C-04FC-5625-80D6-80030209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9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1CDE-0551-49AF-B25D-602D63BF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F568-5A42-B4DC-CC55-41B768E7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04641-1129-8A41-75AB-ACCDB536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A537B-AF4E-7921-6615-85581AC7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9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C7C3E-CAB4-784F-4FA6-E2C6E8C5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CBA23-63BB-B401-94D8-5AF4B469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96AA3-DA97-0F33-B82C-CC26D4A7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4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3B8A-6C2A-36D6-2ADD-A9C78AA0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447E0-8E8D-DF8E-5AEA-5807F25F8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D45A-1554-4B1B-1C8B-4643ECCF5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5F873-FBE3-FA60-0E3C-7BFAE707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15F3-C329-E211-D112-C42335CC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F8926-9F35-ED45-2468-1CD5C742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0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D0E9-9F54-9957-731F-D139C738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B0190D-ED69-0CD2-CAA2-8B9A12D87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13975-60A5-1674-9F3A-F93EBC9A3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B1617-EE92-5031-EB8E-5413F5AD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FDB78-F378-AEDD-7A75-9061C7D4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7BF04-3257-DEE8-DABD-59F2F2FF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9A1B-C9F7-1651-C271-BEBFF377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34C35-4667-4DD4-F283-4B84E866D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1ED51-1DAB-9CEB-EE15-DD75576C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19E2D-563F-FBFE-0B78-8E4D8BFE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52303-EC71-F37E-C98D-4A8CDB1B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5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C2ECF-583F-4931-8BB0-3BAA6FB30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AFA15-D658-389B-5E4A-2DC607EFC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13AB7-2104-E294-81C9-D9B219F8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DDAAD-443C-525E-040D-99D30B81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E285-BA9B-0DE6-AEAD-0E58F12B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5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0EAC9-1122-DC90-DD49-5D365916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7FE86-400A-5B04-CF5E-73AD2885A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6034A-420F-665B-8C5D-E2E6DF7F9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8137A-7477-4C8C-B1ED-3F79E483A7E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8C287-BDBA-85AA-D6D5-18CF38117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739C0-6576-811C-BBA8-9477C94A8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9E6E3-7B47-446E-8343-DBF6A322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2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7FD29-DBB8-5160-6461-7FE429AA2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Applied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03580-1FB7-7FC7-D49F-68B7FB783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3022465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79FD1-A4E1-C029-5E34-542DF717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4D75A-FC22-2A93-2F74-8B628A9E8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Flask is use to implement Web based applications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It is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lightweight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flexible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and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easy to use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for small to medium web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08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C6F3-F791-1729-0B8E-0C2763D7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 – First Hello-World Application in Flask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AF20A7-8EA9-81F5-9132-8B7F03BA6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4145" y="1690688"/>
            <a:ext cx="1762125" cy="39052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34EDA9-C4E6-5196-1980-979F65346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33" y="2373381"/>
            <a:ext cx="3133725" cy="3105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BAB9E-FF76-8BCC-A41E-863670E37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966" y="2373381"/>
            <a:ext cx="7330001" cy="173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6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37CE-BB7E-4733-87AE-1C6199D0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 Application Detail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ABB75A-1BE8-8740-11A5-6FF83B8A5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912" y="1486419"/>
            <a:ext cx="6496050" cy="1600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374AC3-3A89-1E13-D0E8-E1E7AB37A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78" y="3146409"/>
            <a:ext cx="7077075" cy="1276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9C70BA-21D4-5EC3-A73E-D528953A9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258" y="4860233"/>
            <a:ext cx="4419600" cy="876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2403A4-739E-0A9D-0DD1-395680606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352406"/>
            <a:ext cx="55721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6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B72A-A170-3372-76D0-77B4D8AB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290D32-7241-80A0-E410-450E187EE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737" y="1690688"/>
            <a:ext cx="6307426" cy="19240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0309C6-DF5D-F80E-8238-5252E6228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737" y="3699004"/>
            <a:ext cx="6307426" cy="1707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E7A63A-D83A-6420-10FF-E7B4D2883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739" y="5883758"/>
            <a:ext cx="5298398" cy="42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5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B0EF-8853-CF04-DD0E-54F98211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a variable in the URL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684A49-C02B-E0E3-E0DC-72F5DE1B7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348" y="2637769"/>
            <a:ext cx="4476996" cy="17255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493A95-972C-994F-387A-1F5E25F8E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658" y="2724978"/>
            <a:ext cx="44100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91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49A8-4DC8-7F8D-4863-35FE460F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1" y="2766218"/>
            <a:ext cx="4509052" cy="1325563"/>
          </a:xfrm>
        </p:spPr>
        <p:txBody>
          <a:bodyPr/>
          <a:lstStyle/>
          <a:p>
            <a:r>
              <a:rPr lang="en-US" dirty="0"/>
              <a:t>Templates in Flask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238B6B-E753-A68F-7C95-038A23177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3429" y="755373"/>
            <a:ext cx="5399800" cy="60423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2F4500-7AEB-415D-E204-56DBE6EFC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429" y="165030"/>
            <a:ext cx="3876675" cy="504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2A6604-7B0C-41B4-1EC3-D51065B7A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945" y="5012242"/>
            <a:ext cx="4341484" cy="504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915A0B-3627-8A3B-91F4-811ACF527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88" y="792244"/>
            <a:ext cx="4625741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0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9AF4-D29D-8297-142F-EEC234F43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6" y="2909542"/>
            <a:ext cx="5257800" cy="1325563"/>
          </a:xfrm>
        </p:spPr>
        <p:txBody>
          <a:bodyPr/>
          <a:lstStyle/>
          <a:p>
            <a:r>
              <a:rPr lang="en-US" dirty="0"/>
              <a:t>Forms and POST Requests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E38B7D-DB48-7016-3BCB-172E6BFDE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0481" y="429171"/>
            <a:ext cx="5187674" cy="5641848"/>
          </a:xfrm>
        </p:spPr>
      </p:pic>
    </p:spTree>
    <p:extLst>
      <p:ext uri="{BB962C8B-B14F-4D97-AF65-F5344CB8AC3E}">
        <p14:creationId xmlns:p14="http://schemas.microsoft.com/office/powerpoint/2010/main" val="3058637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C2A13-BC52-BDEF-503A-1D21EA19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in Flask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AE0ECE-33EF-3933-11AF-BE5D2C1BD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125" y="2173710"/>
            <a:ext cx="3695700" cy="37719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FF854-6452-7D3B-463D-68CFE4580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844" y="2173710"/>
            <a:ext cx="3581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8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4D50-7B35-2A83-29A8-2AE26140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260B1F-B2DF-DF23-4C18-6CFEAB1A1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5835"/>
            <a:ext cx="10515600" cy="3790917"/>
          </a:xfrm>
        </p:spPr>
      </p:pic>
    </p:spTree>
    <p:extLst>
      <p:ext uri="{BB962C8B-B14F-4D97-AF65-F5344CB8AC3E}">
        <p14:creationId xmlns:p14="http://schemas.microsoft.com/office/powerpoint/2010/main" val="89124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39C44-34AB-0587-28D3-EABA250D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ABFB05-0838-3D54-5BD3-4E2DD7031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4161" y="1922902"/>
            <a:ext cx="5643678" cy="4351338"/>
          </a:xfrm>
        </p:spPr>
      </p:pic>
    </p:spTree>
    <p:extLst>
      <p:ext uri="{BB962C8B-B14F-4D97-AF65-F5344CB8AC3E}">
        <p14:creationId xmlns:p14="http://schemas.microsoft.com/office/powerpoint/2010/main" val="2383910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B5DC-E940-B9AE-2280-447D8369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6B50A8-BE5E-B892-12C2-580DDCEB8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275" y="2105819"/>
            <a:ext cx="7029450" cy="3790950"/>
          </a:xfrm>
        </p:spPr>
      </p:pic>
    </p:spTree>
    <p:extLst>
      <p:ext uri="{BB962C8B-B14F-4D97-AF65-F5344CB8AC3E}">
        <p14:creationId xmlns:p14="http://schemas.microsoft.com/office/powerpoint/2010/main" val="3403022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67</Words>
  <Application>Microsoft Office PowerPoint</Application>
  <PresentationFormat>Widescreen</PresentationFormat>
  <Paragraphs>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ui-sans-serif</vt:lpstr>
      <vt:lpstr>Office Theme</vt:lpstr>
      <vt:lpstr>Applied Machine Learning</vt:lpstr>
      <vt:lpstr>Flask</vt:lpstr>
      <vt:lpstr>Flask – First Hello-World Application in Flask</vt:lpstr>
      <vt:lpstr>Flask Application Detail</vt:lpstr>
      <vt:lpstr>Routing</vt:lpstr>
      <vt:lpstr>Pass a variable in the URL</vt:lpstr>
      <vt:lpstr>Templates in Flask</vt:lpstr>
      <vt:lpstr>Forms and POST Requests</vt:lpstr>
      <vt:lpstr>Application in Flask </vt:lpstr>
      <vt:lpstr>Python-Code</vt:lpstr>
      <vt:lpstr>Index.html</vt:lpstr>
      <vt:lpstr>Result.html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Ali Saeed</dc:creator>
  <cp:lastModifiedBy>Dr Ali Saeed</cp:lastModifiedBy>
  <cp:revision>45</cp:revision>
  <dcterms:created xsi:type="dcterms:W3CDTF">2025-03-13T09:26:51Z</dcterms:created>
  <dcterms:modified xsi:type="dcterms:W3CDTF">2025-10-24T06:59:18Z</dcterms:modified>
</cp:coreProperties>
</file>