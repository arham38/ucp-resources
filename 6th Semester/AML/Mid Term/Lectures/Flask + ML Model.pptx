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301C-45B2-E2AE-6D39-B2592DEDD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F57EC-4CBA-0406-5983-F38B9CBB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811A1-493B-08F2-EA97-333FEF31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7348B-530B-F95E-3400-DAD0D16A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8F895-EA94-CFA9-4221-01F04CF3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6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1494-6302-4CEC-8788-7645F59B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E7CBB-C6A8-EE6C-B284-D79D41DD0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19E2A-1E8F-B134-1F68-A8526D9E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837FE-D4BF-B695-CA3E-1719E58E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2C8AE-3401-4128-00C7-E05774F1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7F741-5625-3527-51BC-141F4344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BF722-3021-B0EB-883F-107820A4C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E1E3-D3C2-83D1-CC3F-BDBD5AD0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F12A9-27B9-95BA-D4CA-F15CF928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2AF4C-E2A6-E6A1-A7CC-65830349A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0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8855-D821-10A8-6581-4F39AE6C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5ABE-E243-FA5E-214D-C6797EDC2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19901-9918-7B52-BE39-36FE8225B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EA709-C8D3-31B5-D017-EFD59A43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1408E-D6B3-3E09-D083-0AAB1FFA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949BF-A37D-7B27-C7DF-66CFD42C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6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0DAF-0F95-5537-312F-BB38F57B5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83DD-CEB6-F271-D944-9FF0A1050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06833-E3C3-64DD-081C-78B872C0F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14435-3244-C891-2330-692BA0341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84D0D-57E1-E3D8-262C-2C55AD252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22EBE-7AA5-CAAB-590B-59158A95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A067F-FB58-C5A6-ED96-02BF3D1B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215E9-C2C9-043A-9A4F-E0CF4DE8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6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D903-F6C4-1A8D-67D6-B381BA2C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4F7F1-28F4-BB0B-E6B9-DF7D34F8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9EBD-B74A-08DA-0A97-383C40D8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DA9CC-8271-7957-0A4F-D9A244EE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37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F63FE-1E11-41F4-2B2F-07240549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D6DF5-6DE2-4B24-3E08-3031DB9C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A12AB-33BC-231D-EC2B-F4E4D306D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3339-E48F-A5D9-C4E0-29DDF4A6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6CB7-5E29-81D7-93B2-090979E41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29433-E4F2-6280-13E9-3C7AD5A67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3EF9F-62FB-EAB3-4AE3-68051444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C6E21-18AC-CF09-D9E5-61CE3FD0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896D5-AC0B-E069-7458-DA41E306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BFB0-E44B-B93A-9DA5-E1D2EC72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4722B-77B4-467F-64BF-CD7AABEF1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38708-A312-2FD0-C4DC-5C05C5206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9A0CA-33E4-1A12-E5A1-31A97121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BC788-2E87-5904-A504-261CBD631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3B99B-9108-5328-A6EC-A209ED75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58D7-4BB4-0950-027D-208C64A0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DE818-41FF-19EA-EE0C-5C3FB7F7F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A7A38-6188-1473-10CE-495AB673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BFF00-1ED0-A61F-1F1D-3FC7A104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CE450-02E2-7EFF-8186-DD2D1EF1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AA1B4-9551-20CC-3BC3-9E5A04F5F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514C-8C1E-DBC5-2294-F932BC347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123B-0E2F-1485-13B7-B93B9F20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6E777-A2B7-D3B1-BAF6-51A0EFF7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49B17-47AD-2AF8-5694-9765AF14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9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69E28-8331-4EC3-32FF-1E404F59C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6EBB1-96AC-8592-84B1-CB633F4B6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7D3F3-6B5A-C3A7-7164-7A6A63617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31396-E9A0-4500-9AA3-00810175290E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9AE77-6239-6D14-E25C-DF6FB80C1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C037-D1FA-B352-DA8C-E261D7003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5944-A436-4AAA-8FB6-47C276B4A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1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6206-0DAB-A22C-33EF-768CF6C7A5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Applied </a:t>
            </a:r>
            <a:r>
              <a:rPr lang="en-US"/>
              <a:t>Machine Learning</a:t>
            </a:r>
            <a:br>
              <a:rPr lang="en-US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071F-E67E-0715-5F41-12FF39D42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 Ali Saeed</a:t>
            </a:r>
          </a:p>
        </p:txBody>
      </p:sp>
    </p:spTree>
    <p:extLst>
      <p:ext uri="{BB962C8B-B14F-4D97-AF65-F5344CB8AC3E}">
        <p14:creationId xmlns:p14="http://schemas.microsoft.com/office/powerpoint/2010/main" val="2800915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166B-70D3-6E4B-30BB-EF6B5118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create a template to show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C71572-53DE-A0B0-CFC2-846CCAD4A6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0776" y="1825625"/>
            <a:ext cx="4050447" cy="4351338"/>
          </a:xfrm>
        </p:spPr>
      </p:pic>
    </p:spTree>
    <p:extLst>
      <p:ext uri="{BB962C8B-B14F-4D97-AF65-F5344CB8AC3E}">
        <p14:creationId xmlns:p14="http://schemas.microsoft.com/office/powerpoint/2010/main" val="378036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727D-566D-F833-DDA6-DC820FB3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Libraries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9BDE0-8A5F-3A4C-4587-7CD6BEB3F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4219" y="2067098"/>
            <a:ext cx="8428913" cy="3190702"/>
          </a:xfrm>
        </p:spPr>
      </p:pic>
    </p:spTree>
    <p:extLst>
      <p:ext uri="{BB962C8B-B14F-4D97-AF65-F5344CB8AC3E}">
        <p14:creationId xmlns:p14="http://schemas.microsoft.com/office/powerpoint/2010/main" val="35372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0993-6213-0526-D371-1AE4EA1D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App and 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364F8-BF43-64B3-328F-9E0F3BD25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804" y="2889387"/>
            <a:ext cx="9475770" cy="2219325"/>
          </a:xfrm>
        </p:spPr>
      </p:pic>
    </p:spTree>
    <p:extLst>
      <p:ext uri="{BB962C8B-B14F-4D97-AF65-F5344CB8AC3E}">
        <p14:creationId xmlns:p14="http://schemas.microsoft.com/office/powerpoint/2010/main" val="7887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9D84-A129-CB70-B434-92096A7C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and dump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97692-C9DC-87C8-CF58-6DCFC7CE9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554" y="1690688"/>
            <a:ext cx="7888150" cy="4255300"/>
          </a:xfrm>
        </p:spPr>
      </p:pic>
    </p:spTree>
    <p:extLst>
      <p:ext uri="{BB962C8B-B14F-4D97-AF65-F5344CB8AC3E}">
        <p14:creationId xmlns:p14="http://schemas.microsoft.com/office/powerpoint/2010/main" val="307409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419C-AC89-7440-7F17-67293688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A65013-2950-DB74-8F41-35A9F1A3AB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919" y="1825625"/>
            <a:ext cx="6070161" cy="4351338"/>
          </a:xfrm>
        </p:spPr>
      </p:pic>
    </p:spTree>
    <p:extLst>
      <p:ext uri="{BB962C8B-B14F-4D97-AF65-F5344CB8AC3E}">
        <p14:creationId xmlns:p14="http://schemas.microsoft.com/office/powerpoint/2010/main" val="74607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AD9A-150A-6BD9-C8D3-F15776678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524F1-2072-7B27-A31A-FD4A415A5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8456" y="1430372"/>
            <a:ext cx="6075087" cy="4847314"/>
          </a:xfrm>
        </p:spPr>
      </p:pic>
    </p:spTree>
    <p:extLst>
      <p:ext uri="{BB962C8B-B14F-4D97-AF65-F5344CB8AC3E}">
        <p14:creationId xmlns:p14="http://schemas.microsoft.com/office/powerpoint/2010/main" val="220088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Applied Machine Learning </vt:lpstr>
      <vt:lpstr>First create a template to show data</vt:lpstr>
      <vt:lpstr>Import Libraries</vt:lpstr>
      <vt:lpstr>Flask App and Dataset</vt:lpstr>
      <vt:lpstr>Train and dump model</vt:lpstr>
      <vt:lpstr>Flask Application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Ali Saeed</dc:creator>
  <cp:lastModifiedBy>Dr Ali Saeed</cp:lastModifiedBy>
  <cp:revision>60</cp:revision>
  <dcterms:created xsi:type="dcterms:W3CDTF">2025-04-16T12:24:57Z</dcterms:created>
  <dcterms:modified xsi:type="dcterms:W3CDTF">2025-04-22T11:11:01Z</dcterms:modified>
</cp:coreProperties>
</file>