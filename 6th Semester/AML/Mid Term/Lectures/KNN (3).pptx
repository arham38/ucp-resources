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2" r:id="rId7"/>
    <p:sldId id="260" r:id="rId8"/>
    <p:sldId id="261" r:id="rId9"/>
    <p:sldId id="263" r:id="rId10"/>
    <p:sldId id="272" r:id="rId11"/>
    <p:sldId id="273" r:id="rId12"/>
    <p:sldId id="269" r:id="rId13"/>
    <p:sldId id="265" r:id="rId14"/>
    <p:sldId id="266" r:id="rId15"/>
    <p:sldId id="267" r:id="rId16"/>
    <p:sldId id="270" r:id="rId17"/>
    <p:sldId id="271" r:id="rId18"/>
    <p:sldId id="26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5" d="100"/>
          <a:sy n="85" d="100"/>
        </p:scale>
        <p:origin x="7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K- Nearest Neighbor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Ali Saeed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 The k-nearest neighbors (</a:t>
            </a:r>
            <a:r>
              <a:rPr lang="en-US" b="1" dirty="0"/>
              <a:t>KNN</a:t>
            </a:r>
            <a:r>
              <a:rPr lang="en-US" dirty="0"/>
              <a:t>) </a:t>
            </a:r>
            <a:r>
              <a:rPr lang="en-US" b="1" dirty="0"/>
              <a:t>algorithm</a:t>
            </a:r>
            <a:r>
              <a:rPr lang="en-US" dirty="0"/>
              <a:t> is a simple, supervised machine learning </a:t>
            </a:r>
            <a:r>
              <a:rPr lang="en-US" b="1" dirty="0"/>
              <a:t>algorithm</a:t>
            </a:r>
            <a:r>
              <a:rPr lang="en-US" dirty="0"/>
              <a:t> that can be used to solve both classification and regression problems.</a:t>
            </a:r>
          </a:p>
          <a:p>
            <a:r>
              <a:rPr lang="en-US" dirty="0"/>
              <a:t>It's easy to implement and understand, but has a major drawback of becoming significantly slows as the size of that data in use grows</a:t>
            </a:r>
          </a:p>
          <a:p>
            <a:r>
              <a:rPr lang="en-US" dirty="0"/>
              <a:t>User set the value of K that must be positive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Following figure explaining the detailed working of KNN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673042"/>
            <a:ext cx="4572000" cy="4108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2057400"/>
            <a:ext cx="739966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convert the “labeled data” into numeric data using One-Hot encoding (because we need to perform calculations)</a:t>
            </a:r>
          </a:p>
          <a:p>
            <a:r>
              <a:rPr lang="en-US" dirty="0"/>
              <a:t>Like Male=0 and Female=1</a:t>
            </a:r>
          </a:p>
          <a:p>
            <a:r>
              <a:rPr lang="en-US" dirty="0"/>
              <a:t>Following is a formula to compute distance:</a:t>
            </a:r>
          </a:p>
          <a:p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4876800"/>
            <a:ext cx="405765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Unseen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 of “Michelle” is 5 and she is a female. Predict its class? </a:t>
            </a:r>
          </a:p>
          <a:p>
            <a:endParaRPr lang="en-US" dirty="0"/>
          </a:p>
          <a:p>
            <a:r>
              <a:rPr lang="en-US" dirty="0"/>
              <a:t>Predict the class of above mentioned instance?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person in the dataset is “Bill”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362200"/>
            <a:ext cx="6934200" cy="4198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the distance between Michelle and everyone in the dataset like as follows: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819400"/>
            <a:ext cx="832317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closest data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32437"/>
            <a:ext cx="8229600" cy="944563"/>
          </a:xfrm>
        </p:spPr>
        <p:txBody>
          <a:bodyPr/>
          <a:lstStyle/>
          <a:p>
            <a:r>
              <a:rPr lang="en-US" dirty="0"/>
              <a:t>So the final class of Michelle is </a:t>
            </a:r>
            <a:r>
              <a:rPr lang="en-US" dirty="0" err="1"/>
              <a:t>Talyor</a:t>
            </a:r>
            <a:r>
              <a:rPr lang="en-US" dirty="0"/>
              <a:t> Swift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438400"/>
            <a:ext cx="7948127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60749F-FEEC-4AFC-B1BE-28A9BA288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76200"/>
            <a:ext cx="6426530" cy="302910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A5EC37-DE2A-45DD-A199-85039644E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3139034"/>
            <a:ext cx="6464632" cy="32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95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701B5E-6E0F-4754-893D-0417E1053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52400"/>
            <a:ext cx="6236020" cy="40578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65DB50-32C4-45EE-B2D4-62624A030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343400"/>
            <a:ext cx="6197919" cy="1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26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7632848" cy="4322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KNN </a:t>
            </a:r>
            <a:r>
              <a:rPr lang="en-US"/>
              <a:t>used for </a:t>
            </a:r>
            <a:r>
              <a:rPr lang="en-US" b="1" dirty="0"/>
              <a:t>Regression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600200"/>
            <a:ext cx="6096000" cy="467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Regression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86000"/>
            <a:ext cx="8533151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we use KNN to solve NLP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manual feature engineering</a:t>
            </a:r>
          </a:p>
          <a:p>
            <a:r>
              <a:rPr lang="en-US" dirty="0"/>
              <a:t>Convert the text into tables</a:t>
            </a:r>
          </a:p>
          <a:p>
            <a:r>
              <a:rPr lang="en-US" dirty="0"/>
              <a:t>Convert all “symbolic” data into “numeric” data using One-hot encoding.</a:t>
            </a:r>
          </a:p>
          <a:p>
            <a:r>
              <a:rPr lang="en-US" dirty="0"/>
              <a:t>Develop classifier or regresses, depend on the task.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Text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/>
        </p:nvGraphicFramePr>
        <p:xfrm>
          <a:off x="457200" y="1828800"/>
          <a:ext cx="80772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1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 likes sweets.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 am not flying to England.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She did not like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Bikhram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yoga.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 will come tomorrow.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They don't practice yoga.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 positive.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 doesn't have to commute to work.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Pakistan is one of the best countries in the world.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 Tags based approach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1905000"/>
          <a:ext cx="60960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r>
                        <a:rPr lang="en-US" dirty="0"/>
                        <a:t>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VBZ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VBP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RB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VB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NNP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379</Words>
  <Application>Microsoft Office PowerPoint</Application>
  <PresentationFormat>On-screen Show (4:3)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K- Nearest Neighbor</vt:lpstr>
      <vt:lpstr>Introduction</vt:lpstr>
      <vt:lpstr>Introduction</vt:lpstr>
      <vt:lpstr>Data Set</vt:lpstr>
      <vt:lpstr>Formula</vt:lpstr>
      <vt:lpstr>Unseen Instance</vt:lpstr>
      <vt:lpstr>Compute Distance</vt:lpstr>
      <vt:lpstr>Compute Distance</vt:lpstr>
      <vt:lpstr>Find closest data items</vt:lpstr>
      <vt:lpstr>PowerPoint Presentation</vt:lpstr>
      <vt:lpstr>PowerPoint Presentation</vt:lpstr>
      <vt:lpstr>Data Set</vt:lpstr>
      <vt:lpstr>KNN used for Regression</vt:lpstr>
      <vt:lpstr>Regression</vt:lpstr>
      <vt:lpstr>How can we use KNN to solve NLP tasks</vt:lpstr>
      <vt:lpstr>Language Text</vt:lpstr>
      <vt:lpstr>POS Tags based approach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 Nearest Nighbour</dc:title>
  <dc:creator>Ali</dc:creator>
  <cp:lastModifiedBy>Arham Bhatti</cp:lastModifiedBy>
  <cp:revision>41</cp:revision>
  <dcterms:created xsi:type="dcterms:W3CDTF">2006-08-16T00:00:00Z</dcterms:created>
  <dcterms:modified xsi:type="dcterms:W3CDTF">2026-04-05T05:15:39Z</dcterms:modified>
</cp:coreProperties>
</file>