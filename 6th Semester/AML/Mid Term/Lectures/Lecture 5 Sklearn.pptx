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398F0-3BE9-416B-BDE5-A616C9F953BA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073CC-2728-4D4E-85C0-A97F6122E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73CC-2728-4D4E-85C0-A97F6122E0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4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D740-8E4D-0076-E66A-1E886F51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930BC-6AF6-D3CF-7A35-5E1142A1D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CB487-BF18-C8BF-F4CB-0384A999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5435C-F440-A5C8-3794-892000D4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D0CF8-7893-B63B-FD5A-9F616137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4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1E557-EE45-8FE3-C83F-69F75371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34E6-336C-93F0-45D1-3CA014AFB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9A92-E71E-BC32-9183-4F2FB7AE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3E8B1-4674-9E89-5E5C-A6A017685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A841B-09F5-574B-3A23-C86F12D5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0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C1E6-6E94-C19E-A805-80DCC7D9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22AFB-7CC7-1D63-D953-2824C6D73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4E92E-56FB-0DAA-41F6-F1A494ACB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95C98-DFA5-0F98-AA07-061FAC16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CD013-0537-9D4D-3D0E-0E42DCCF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1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19367-0022-E498-4EB4-264C9C1B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4D214-3301-81A5-032B-049F7AA76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7AC6B-3E55-C4AE-B483-458FF5EE33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9D260-F67C-3366-D360-83389F37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6BA18-6A47-EA00-A8CF-EEA625B3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BB641-DF80-896B-48EA-7BD464F0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5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8171-203C-26E8-63B0-60A77161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CAB11-9DCF-9C6F-0647-5E0B28785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E18E2-D6ED-3003-6FDC-AFCD7C214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1F174-5CF4-A669-1E75-86049F0833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2F0CC-FB50-E465-916E-B3DE3FB03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DD0917-85FB-A560-C2EC-667CA03D4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D090D-8F37-3C76-E46D-935C3F72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EB226A-E11A-CA8E-321F-E4157B26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1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AE3C-7F27-70EF-AABC-58649909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634B4-8139-4ECA-647F-596DD90E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82384-0DF1-150D-F454-35A555273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90A78-7AFF-0C9F-DE76-5CA728EE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6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6B1FA1-9311-F2B2-A6C3-A5A4D630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23295-E133-3D64-57D9-AD7501535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9EC13-E273-F2A9-57BD-46C896F29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3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E177-9C57-471C-6406-64C18D09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9A489-58E1-F52C-EFEC-D0F989FD7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267E5-D6AD-5653-9C9F-115A8D8C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47DA8-82D2-B2DA-B6DD-89BE5BE2E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1867C-4F60-5EF3-EBE2-2BB242EA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19CE8-9A28-1AA5-CDC2-D04512BD7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6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9677-7F77-9D9B-E81F-DDD0D59B8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C4EFF6-177D-B76B-A4E0-4014CB4D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F46C0-E6FC-B1CD-2A35-EB1C12108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22006-1855-9950-BC6F-B8E0DE5A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0E2C9-91AF-E400-4B4A-6CB49FAB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8CF36-8331-E6B7-9313-2A5B37A5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5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ADBC-CCB2-1D4A-DADC-0591FF293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B493D-C69E-A0F3-78F5-00E62233D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7FB40-679B-38BE-3CD0-B07B3DD53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AE1EC-7879-3EB5-9F1A-A42E903A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EF115-5019-0916-728F-9924F5A1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250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49AA10-CB91-6833-D6E1-64358EE6A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674A5-F2BD-3B55-F709-0EE358D5E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837DC-17B4-FFDE-73E5-A20F09E61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16070-360C-3D9C-6F37-1C1B7EA6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4DF07-025B-C7C2-236A-9DFFEB908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8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5597E-26A1-1247-4874-A0E999855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196F1-A481-B44A-71D6-827368530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547D6-064E-B622-4760-4324B93361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CA9B6-1687-4D7F-A267-13E64FEBC788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D5FCF-DCF4-18D7-0FE6-66F4322F3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6D4C4-DFBB-FF96-0BEC-B89CFA6728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1EAE7-04B4-42E9-B036-0686C7F3A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27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D7A4-30FE-41C8-315B-D1519464C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Python for ML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8A384-C0DD-A633-AC11-7CCF32989B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Ali Saeed</a:t>
            </a:r>
          </a:p>
        </p:txBody>
      </p:sp>
    </p:spTree>
    <p:extLst>
      <p:ext uri="{BB962C8B-B14F-4D97-AF65-F5344CB8AC3E}">
        <p14:creationId xmlns:p14="http://schemas.microsoft.com/office/powerpoint/2010/main" val="224742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11EC-70FD-184D-1200-7AD8D1F5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Sklearn</a:t>
            </a:r>
            <a:r>
              <a:rPr lang="en-US" dirty="0"/>
              <a:t> library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2D1A-E88B-9AA7-835E-2521DE5C1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hot encoder</a:t>
            </a:r>
          </a:p>
          <a:p>
            <a:r>
              <a:rPr lang="en-US" dirty="0"/>
              <a:t>Label Encoder</a:t>
            </a:r>
          </a:p>
          <a:p>
            <a:r>
              <a:rPr lang="en-US" dirty="0"/>
              <a:t>Accuracy Score</a:t>
            </a:r>
          </a:p>
          <a:p>
            <a:r>
              <a:rPr lang="en-US" dirty="0"/>
              <a:t>Train Test Split</a:t>
            </a:r>
          </a:p>
          <a:p>
            <a:r>
              <a:rPr lang="en-US" dirty="0"/>
              <a:t>Machine Learning models for NLP</a:t>
            </a:r>
          </a:p>
        </p:txBody>
      </p:sp>
    </p:spTree>
    <p:extLst>
      <p:ext uri="{BB962C8B-B14F-4D97-AF65-F5344CB8AC3E}">
        <p14:creationId xmlns:p14="http://schemas.microsoft.com/office/powerpoint/2010/main" val="3929326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357C-4D2A-6A7D-49DA-63591CC8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hot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D2144-92AA-43AE-D70F-5E62DBF36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Encode categorical features as a one-hot numeric array.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-apple-system"/>
              </a:rPr>
              <a:t>This encoding is needed for feeding categorical data to many scikit-learn estimators, notably linear models and SVMs with the standard kernels.</a:t>
            </a:r>
          </a:p>
          <a:p>
            <a:endParaRPr lang="en-US" dirty="0">
              <a:solidFill>
                <a:srgbClr val="212529"/>
              </a:solidFill>
              <a:latin typeface="-apple-system"/>
            </a:endParaRPr>
          </a:p>
          <a:p>
            <a:r>
              <a:rPr lang="en-US" dirty="0">
                <a:solidFill>
                  <a:srgbClr val="212529"/>
                </a:solidFill>
                <a:latin typeface="-apple-system"/>
              </a:rPr>
              <a:t>Compute vocabulary and do one hot encoding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841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7A3D-14BF-F73E-99E8-9DBE6C72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hot encoder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4B1159-340E-E7CC-14AA-145F2AEC0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7003" y="2592496"/>
            <a:ext cx="4695825" cy="25717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34CB6C-BDB9-1CE1-D8C6-13EE0D480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250" y="1438275"/>
            <a:ext cx="1885950" cy="39814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DB2AB5-805B-23C0-58E0-415605A8794E}"/>
              </a:ext>
            </a:extLst>
          </p:cNvPr>
          <p:cNvSpPr txBox="1"/>
          <p:nvPr/>
        </p:nvSpPr>
        <p:spPr>
          <a:xfrm>
            <a:off x="2658359" y="524130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2AB3A-71C7-BB66-FE1B-A4170C815551}"/>
              </a:ext>
            </a:extLst>
          </p:cNvPr>
          <p:cNvSpPr txBox="1"/>
          <p:nvPr/>
        </p:nvSpPr>
        <p:spPr>
          <a:xfrm>
            <a:off x="8364823" y="5610635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76245-B9D3-01EF-722B-6944D406DACF}"/>
              </a:ext>
            </a:extLst>
          </p:cNvPr>
          <p:cNvSpPr txBox="1"/>
          <p:nvPr/>
        </p:nvSpPr>
        <p:spPr>
          <a:xfrm>
            <a:off x="838200" y="1869109"/>
            <a:ext cx="6664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OneHotEncoder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60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191C1-97F3-A77F-5B97-D162EDC7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411851-9E9D-E489-1BAD-B024D2F21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6112" y="2140432"/>
            <a:ext cx="4705350" cy="34766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DFEA4D-24FD-E79B-442A-AB601287A323}"/>
              </a:ext>
            </a:extLst>
          </p:cNvPr>
          <p:cNvSpPr txBox="1"/>
          <p:nvPr/>
        </p:nvSpPr>
        <p:spPr>
          <a:xfrm>
            <a:off x="2582945" y="5778631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43B36A-04BB-982A-5609-DC2D2EC66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868" y="2631853"/>
            <a:ext cx="2562225" cy="2324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7C9351-DE5B-20E1-98B6-A5F7743576C8}"/>
              </a:ext>
            </a:extLst>
          </p:cNvPr>
          <p:cNvSpPr txBox="1"/>
          <p:nvPr/>
        </p:nvSpPr>
        <p:spPr>
          <a:xfrm>
            <a:off x="7722124" y="5046351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28B2071-78A9-67D6-CD7C-8FE488700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3868" y="1713712"/>
            <a:ext cx="394697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SFMono-Regular"/>
              </a:rPr>
              <a:t>from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SFMono-Regular"/>
              </a:rPr>
              <a:t>sklearn.preprocessing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SFMono-Regular"/>
              </a:rPr>
              <a:t>import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LabelEncoder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438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1428C-7B23-AAAA-91F4-C58BE132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Train- Test Split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128A20-DBEB-73DE-7437-7D93F4462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2958" y="2526908"/>
            <a:ext cx="6286500" cy="32385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3301AA-0DA3-FC48-E098-B2105CF10585}"/>
              </a:ext>
            </a:extLst>
          </p:cNvPr>
          <p:cNvSpPr txBox="1"/>
          <p:nvPr/>
        </p:nvSpPr>
        <p:spPr>
          <a:xfrm>
            <a:off x="1979629" y="3610467"/>
            <a:ext cx="7097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the data into train and test data with 33% test size and 67% train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0B1068-B3FE-D877-E1BD-7DFB9A4ACDEB}"/>
              </a:ext>
            </a:extLst>
          </p:cNvPr>
          <p:cNvSpPr txBox="1"/>
          <p:nvPr/>
        </p:nvSpPr>
        <p:spPr>
          <a:xfrm>
            <a:off x="2121031" y="4362949"/>
            <a:ext cx="36293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X_train</a:t>
            </a:r>
            <a:r>
              <a:rPr lang="en-US" dirty="0"/>
              <a:t>: attributes of training data</a:t>
            </a:r>
          </a:p>
          <a:p>
            <a:r>
              <a:rPr lang="en-US" dirty="0" err="1"/>
              <a:t>X_test</a:t>
            </a:r>
            <a:r>
              <a:rPr lang="en-US" dirty="0"/>
              <a:t>: attributes of test data</a:t>
            </a:r>
          </a:p>
          <a:p>
            <a:r>
              <a:rPr lang="en-US" dirty="0" err="1"/>
              <a:t>Y_train</a:t>
            </a:r>
            <a:r>
              <a:rPr lang="en-US" dirty="0"/>
              <a:t>: Labels of training data </a:t>
            </a:r>
          </a:p>
          <a:p>
            <a:r>
              <a:rPr lang="en-US" dirty="0" err="1"/>
              <a:t>Y_test</a:t>
            </a:r>
            <a:r>
              <a:rPr lang="en-US" dirty="0"/>
              <a:t>: Labels of test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B4A339-9B29-0C83-6B4E-0AE6A5A94A10}"/>
              </a:ext>
            </a:extLst>
          </p:cNvPr>
          <p:cNvSpPr txBox="1"/>
          <p:nvPr/>
        </p:nvSpPr>
        <p:spPr>
          <a:xfrm>
            <a:off x="1909656" y="2063456"/>
            <a:ext cx="6769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sklearn.model_selection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train_test_split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79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280B6-7182-B528-4519-B9D4E4A6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D6E49-9E13-626C-C7E4-9B289CAB2767}"/>
              </a:ext>
            </a:extLst>
          </p:cNvPr>
          <p:cNvSpPr txBox="1"/>
          <p:nvPr/>
        </p:nvSpPr>
        <p:spPr>
          <a:xfrm>
            <a:off x="3855072" y="4243387"/>
            <a:ext cx="3976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Naïve Bayes model taring and prediction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E24840-DAA7-59C7-6AB3-E8BDAE4C1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822" y="2853719"/>
            <a:ext cx="2705100" cy="96202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B06EC97-5FEF-5B23-D6C0-8BE5A12AE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718" y="2270566"/>
            <a:ext cx="481519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SFMono-Regular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SFMono-Regular"/>
              </a:rPr>
              <a:t>sklearn.naive_bayes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SFMono-Regular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GaussianNB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13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602F-C0F1-02D5-013F-ED130826F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EA6F2FA-DA1A-BA0F-463B-6840DBA42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5234" y="3190875"/>
            <a:ext cx="3543300" cy="47625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A0A040-3915-1791-F3F5-76843629B7A8}"/>
              </a:ext>
            </a:extLst>
          </p:cNvPr>
          <p:cNvSpPr txBox="1"/>
          <p:nvPr/>
        </p:nvSpPr>
        <p:spPr>
          <a:xfrm>
            <a:off x="3318235" y="4013749"/>
            <a:ext cx="454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Accuracy = correct outcomes /  total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687174-5671-51E1-0187-CB5E11339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5233" y="2628808"/>
            <a:ext cx="5450945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SFMono-Regular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E84B5"/>
                </a:solidFill>
                <a:effectLst/>
                <a:latin typeface="SFMono-Regular"/>
              </a:rPr>
              <a:t>sklearn.metrics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7020"/>
                </a:solidFill>
                <a:effectLst/>
                <a:latin typeface="SFMono-Regular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12529"/>
                </a:solidFill>
                <a:effectLst/>
                <a:latin typeface="SFMono-Regular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accuracy_score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528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2BEA-D621-EEF4-C407-ECF09145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82B1-7410-3357-F35E-AB3840AB0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(structured / unstructured)</a:t>
            </a:r>
          </a:p>
          <a:p>
            <a:r>
              <a:rPr lang="en-US" dirty="0"/>
              <a:t>Dataset Preprocessing / dataset Cleaning</a:t>
            </a:r>
          </a:p>
          <a:p>
            <a:r>
              <a:rPr lang="en-US" dirty="0"/>
              <a:t>Model Training </a:t>
            </a:r>
          </a:p>
          <a:p>
            <a:r>
              <a:rPr lang="en-US" dirty="0"/>
              <a:t>Accuracy reporting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DC2067E-A6B4-A46F-2E8B-97371DE6655C}"/>
              </a:ext>
            </a:extLst>
          </p:cNvPr>
          <p:cNvSpPr/>
          <p:nvPr/>
        </p:nvSpPr>
        <p:spPr>
          <a:xfrm>
            <a:off x="1244338" y="4619134"/>
            <a:ext cx="1555423" cy="12254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3D25C7-192A-9D3C-1542-AC81E134F4B9}"/>
              </a:ext>
            </a:extLst>
          </p:cNvPr>
          <p:cNvSpPr/>
          <p:nvPr/>
        </p:nvSpPr>
        <p:spPr>
          <a:xfrm>
            <a:off x="3104561" y="4619134"/>
            <a:ext cx="1555423" cy="12254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Preprocess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13FC50-9283-5C6D-D238-6FEACDEB8626}"/>
              </a:ext>
            </a:extLst>
          </p:cNvPr>
          <p:cNvSpPr/>
          <p:nvPr/>
        </p:nvSpPr>
        <p:spPr>
          <a:xfrm>
            <a:off x="5161176" y="4619133"/>
            <a:ext cx="1555423" cy="12254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Training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FC2AC3-4FAB-EAAE-C1D7-FDF2E4865B01}"/>
              </a:ext>
            </a:extLst>
          </p:cNvPr>
          <p:cNvSpPr/>
          <p:nvPr/>
        </p:nvSpPr>
        <p:spPr>
          <a:xfrm>
            <a:off x="7122737" y="4619132"/>
            <a:ext cx="1555423" cy="12254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Prediction and Accuracy reporting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6B6044C-CBF3-5E6C-57E5-7DA06465D46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799761" y="5231877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B58348A-914F-1190-FFB1-6D719B01364C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4659984" y="5231876"/>
            <a:ext cx="50119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38BE8B2-B231-57D4-ABED-75A2EC9A1E4E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6716599" y="5231875"/>
            <a:ext cx="40613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95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9132-7027-2145-391C-45B1A692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Sklearn</a:t>
            </a:r>
            <a:r>
              <a:rPr lang="en-US" dirty="0"/>
              <a:t> Classifiers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0339F-9116-90DB-C9CB-E341DC2AD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0402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Naïve Bayes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sklearn.naive_bayes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GaussianNB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GaussianNB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SVM</a:t>
            </a:r>
            <a:endParaRPr lang="en-US" b="0" dirty="0">
              <a:solidFill>
                <a:srgbClr val="AF00DB"/>
              </a:solidFill>
              <a:effectLst/>
              <a:latin typeface="Courier New" panose="02070309020205020404" pitchFamily="49" charset="0"/>
              <a:sym typeface="Wingdings" panose="05000000000000000000" pitchFamily="2" charset="2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sklearn.svm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SVC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SVC()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KNN </a:t>
            </a:r>
          </a:p>
          <a:p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sklearn.neighbors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>
                <a:solidFill>
                  <a:srgbClr val="AF00DB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KNeighborsClassifier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KNeighborsClassifier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n_neighbors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b="0" dirty="0">
                <a:solidFill>
                  <a:srgbClr val="098156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107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251</Words>
  <Application>Microsoft Office PowerPoint</Application>
  <PresentationFormat>Widescreen</PresentationFormat>
  <Paragraphs>56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-apple-system</vt:lpstr>
      <vt:lpstr>Arial</vt:lpstr>
      <vt:lpstr>Calibri</vt:lpstr>
      <vt:lpstr>Calibri Light</vt:lpstr>
      <vt:lpstr>Consolas</vt:lpstr>
      <vt:lpstr>Courier New</vt:lpstr>
      <vt:lpstr>SFMono-Regular</vt:lpstr>
      <vt:lpstr>Wingdings</vt:lpstr>
      <vt:lpstr>Office Theme</vt:lpstr>
      <vt:lpstr>Python for ML </vt:lpstr>
      <vt:lpstr>Sklearn library of Python</vt:lpstr>
      <vt:lpstr>One hot encoder</vt:lpstr>
      <vt:lpstr>One hot encoder</vt:lpstr>
      <vt:lpstr>Label Encoder</vt:lpstr>
      <vt:lpstr>Train- Test Split</vt:lpstr>
      <vt:lpstr>Model Prediction</vt:lpstr>
      <vt:lpstr>Accuracy</vt:lpstr>
      <vt:lpstr>ML Model Overview</vt:lpstr>
      <vt:lpstr>Sklearn Classifiers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</dc:title>
  <dc:creator>Ali Saeed</dc:creator>
  <cp:lastModifiedBy>Dr Ali Saeed</cp:lastModifiedBy>
  <cp:revision>62</cp:revision>
  <dcterms:created xsi:type="dcterms:W3CDTF">2023-03-27T05:23:39Z</dcterms:created>
  <dcterms:modified xsi:type="dcterms:W3CDTF">2025-10-03T05:07:50Z</dcterms:modified>
</cp:coreProperties>
</file>