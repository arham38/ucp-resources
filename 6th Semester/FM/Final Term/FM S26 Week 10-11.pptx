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5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8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  <p:sldMasterId id="2147483679" r:id="rId2"/>
    <p:sldMasterId id="2147483685" r:id="rId3"/>
    <p:sldMasterId id="2147483691" r:id="rId4"/>
    <p:sldMasterId id="2147483697" r:id="rId5"/>
    <p:sldMasterId id="2147483703" r:id="rId6"/>
    <p:sldMasterId id="2147483709" r:id="rId7"/>
    <p:sldMasterId id="2147483715" r:id="rId8"/>
    <p:sldMasterId id="2147483721" r:id="rId9"/>
  </p:sldMasterIdLst>
  <p:notesMasterIdLst>
    <p:notesMasterId r:id="rId71"/>
  </p:notesMasterIdLst>
  <p:sldIdLst>
    <p:sldId id="258" r:id="rId10"/>
    <p:sldId id="301" r:id="rId11"/>
    <p:sldId id="259" r:id="rId12"/>
    <p:sldId id="260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80" r:id="rId27"/>
    <p:sldId id="281" r:id="rId28"/>
    <p:sldId id="282" r:id="rId29"/>
    <p:sldId id="275" r:id="rId30"/>
    <p:sldId id="276" r:id="rId31"/>
    <p:sldId id="277" r:id="rId32"/>
    <p:sldId id="278" r:id="rId33"/>
    <p:sldId id="257" r:id="rId34"/>
    <p:sldId id="283" r:id="rId35"/>
    <p:sldId id="284" r:id="rId36"/>
    <p:sldId id="285" r:id="rId37"/>
    <p:sldId id="300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2" r:id="rId53"/>
    <p:sldId id="303" r:id="rId54"/>
    <p:sldId id="304" r:id="rId55"/>
    <p:sldId id="314" r:id="rId56"/>
    <p:sldId id="315" r:id="rId57"/>
    <p:sldId id="316" r:id="rId58"/>
    <p:sldId id="305" r:id="rId59"/>
    <p:sldId id="261" r:id="rId60"/>
    <p:sldId id="306" r:id="rId61"/>
    <p:sldId id="307" r:id="rId62"/>
    <p:sldId id="308" r:id="rId63"/>
    <p:sldId id="309" r:id="rId64"/>
    <p:sldId id="310" r:id="rId65"/>
    <p:sldId id="313" r:id="rId66"/>
    <p:sldId id="317" r:id="rId67"/>
    <p:sldId id="318" r:id="rId68"/>
    <p:sldId id="311" r:id="rId69"/>
    <p:sldId id="312" r:id="rId70"/>
  </p:sldIdLst>
  <p:sldSz cx="9144000" cy="6858000" type="screen4x3"/>
  <p:notesSz cx="9144000" cy="6858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57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7.xml"/><Relationship Id="rId21" Type="http://schemas.openxmlformats.org/officeDocument/2006/relationships/slide" Target="slides/slide12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63" Type="http://schemas.openxmlformats.org/officeDocument/2006/relationships/slide" Target="slides/slide54.xml"/><Relationship Id="rId68" Type="http://schemas.openxmlformats.org/officeDocument/2006/relationships/slide" Target="slides/slide5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slide" Target="slides/slide49.xml"/><Relationship Id="rId66" Type="http://schemas.openxmlformats.org/officeDocument/2006/relationships/slide" Target="slides/slide57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2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openxmlformats.org/officeDocument/2006/relationships/slide" Target="slides/slide55.xml"/><Relationship Id="rId69" Type="http://schemas.openxmlformats.org/officeDocument/2006/relationships/slide" Target="slides/slide60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2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slide" Target="slides/slide50.xml"/><Relationship Id="rId67" Type="http://schemas.openxmlformats.org/officeDocument/2006/relationships/slide" Target="slides/slide58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slide" Target="slides/slide53.xml"/><Relationship Id="rId70" Type="http://schemas.openxmlformats.org/officeDocument/2006/relationships/slide" Target="slides/slide6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slide" Target="slides/slide48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slide" Target="slides/slide51.xml"/><Relationship Id="rId65" Type="http://schemas.openxmlformats.org/officeDocument/2006/relationships/slide" Target="slides/slide56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39" Type="http://schemas.openxmlformats.org/officeDocument/2006/relationships/slide" Target="slides/slide30.xml"/><Relationship Id="rId34" Type="http://schemas.openxmlformats.org/officeDocument/2006/relationships/slide" Target="slides/slide25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76" Type="http://schemas.microsoft.com/office/2016/11/relationships/changesInfo" Target="changesInfos/changesInfo1.xml"/><Relationship Id="rId7" Type="http://schemas.openxmlformats.org/officeDocument/2006/relationships/slideMaster" Target="slideMasters/slideMaster7.xml"/><Relationship Id="rId7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 Mahfooz Ul Haque" userId="7eb5093a-188f-4877-8d5d-0411f7936b8d" providerId="ADAL" clId="{D7675DA8-AD52-4FA3-9857-341D9C3BD02B}"/>
    <pc:docChg chg="modSld">
      <pc:chgData name="Hafiz Mahfooz Ul Haque" userId="7eb5093a-188f-4877-8d5d-0411f7936b8d" providerId="ADAL" clId="{D7675DA8-AD52-4FA3-9857-341D9C3BD02B}" dt="2023-01-03T19:18:47.242" v="6" actId="113"/>
      <pc:docMkLst>
        <pc:docMk/>
      </pc:docMkLst>
      <pc:sldChg chg="modSp mod">
        <pc:chgData name="Hafiz Mahfooz Ul Haque" userId="7eb5093a-188f-4877-8d5d-0411f7936b8d" providerId="ADAL" clId="{D7675DA8-AD52-4FA3-9857-341D9C3BD02B}" dt="2022-12-27T20:34:49.828" v="0" actId="14100"/>
        <pc:sldMkLst>
          <pc:docMk/>
          <pc:sldMk cId="0" sldId="278"/>
        </pc:sldMkLst>
        <pc:spChg chg="mod">
          <ac:chgData name="Hafiz Mahfooz Ul Haque" userId="7eb5093a-188f-4877-8d5d-0411f7936b8d" providerId="ADAL" clId="{D7675DA8-AD52-4FA3-9857-341D9C3BD02B}" dt="2022-12-27T20:34:49.828" v="0" actId="14100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Hafiz Mahfooz Ul Haque" userId="7eb5093a-188f-4877-8d5d-0411f7936b8d" providerId="ADAL" clId="{D7675DA8-AD52-4FA3-9857-341D9C3BD02B}" dt="2023-01-03T17:41:56.368" v="1" actId="20577"/>
        <pc:sldMkLst>
          <pc:docMk/>
          <pc:sldMk cId="0" sldId="288"/>
        </pc:sldMkLst>
        <pc:spChg chg="mod">
          <ac:chgData name="Hafiz Mahfooz Ul Haque" userId="7eb5093a-188f-4877-8d5d-0411f7936b8d" providerId="ADAL" clId="{D7675DA8-AD52-4FA3-9857-341D9C3BD02B}" dt="2023-01-03T17:41:56.368" v="1" actId="20577"/>
          <ac:spMkLst>
            <pc:docMk/>
            <pc:sldMk cId="0" sldId="288"/>
            <ac:spMk id="4" creationId="{00000000-0000-0000-0000-000000000000}"/>
          </ac:spMkLst>
        </pc:spChg>
      </pc:sldChg>
      <pc:sldChg chg="modSp mod">
        <pc:chgData name="Hafiz Mahfooz Ul Haque" userId="7eb5093a-188f-4877-8d5d-0411f7936b8d" providerId="ADAL" clId="{D7675DA8-AD52-4FA3-9857-341D9C3BD02B}" dt="2023-01-03T19:18:47.242" v="6" actId="113"/>
        <pc:sldMkLst>
          <pc:docMk/>
          <pc:sldMk cId="0" sldId="310"/>
        </pc:sldMkLst>
        <pc:spChg chg="mod">
          <ac:chgData name="Hafiz Mahfooz Ul Haque" userId="7eb5093a-188f-4877-8d5d-0411f7936b8d" providerId="ADAL" clId="{D7675DA8-AD52-4FA3-9857-341D9C3BD02B}" dt="2023-01-03T19:18:47.242" v="6" actId="113"/>
          <ac:spMkLst>
            <pc:docMk/>
            <pc:sldMk cId="0" sldId="310"/>
            <ac:spMk id="2" creationId="{00000000-0000-0000-0000-000000000000}"/>
          </ac:spMkLst>
        </pc:spChg>
        <pc:spChg chg="mod">
          <ac:chgData name="Hafiz Mahfooz Ul Haque" userId="7eb5093a-188f-4877-8d5d-0411f7936b8d" providerId="ADAL" clId="{D7675DA8-AD52-4FA3-9857-341D9C3BD02B}" dt="2023-01-03T19:18:41.502" v="5" actId="20577"/>
          <ac:spMkLst>
            <pc:docMk/>
            <pc:sldMk cId="0" sldId="31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9647B-298B-47DD-8A3B-49C22A13317D}" type="datetimeFigureOut">
              <a:rPr lang="en-US" smtClean="0"/>
              <a:t>1/11/2024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5CEDB-A38C-4194-A603-D25C8FC8EB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2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EBFEA-A8AF-41A2-B674-328C7712A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8E917-D173-406F-8AAC-CD8CF3E75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9EA40-12B2-43D2-BA72-718C3FC2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9D5F-6A62-4877-BA7C-DDC584B0E92D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93B1B-3E84-476E-850B-037196FBE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7A8E9-D087-4114-9381-B008B10E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80563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3959D-87F7-47BF-BAC7-D35877B05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5A50E-330F-4CBC-8065-D24C9ECB6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ED8F7-3C4E-4291-BDC1-037676E3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6A1C-945F-457E-881D-DD47FC89EFB6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08C9C-89EC-420B-B5F8-2970885E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D1D4F-E6FF-4D81-BF0A-5ACB74C81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7500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5C3D8-9FDB-4BAF-AB9B-E5A1E6C58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E3B87-016D-4944-A0CF-0B60DCD75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D1DB8-C3E5-4712-A906-3886CC3F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95AA-0F7F-4E10-A225-72F24F45F03D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6246A1-A84A-41C5-BF37-7F60CD8C3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A2094-FDD8-4047-8CAD-8A4593F9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8337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1310-0CE7-44B5-B9AC-2663B4D0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CB3AA-0A51-4B3C-9F2E-E99EF3D7B8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62A1EA-2DB7-4BDA-9A62-F78844188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D7244-0989-463E-AC6C-F821841C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CE2E-1BE9-4512-83B1-EAB711DCE148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6A476-110C-4AD1-A045-2B3A8304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95BA3-0590-489B-8572-B7133B57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66129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A60B-D118-499D-B0C9-1C367358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FB75F-A082-4F5E-AA06-DA1C41760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9E200-2956-48CD-9E8D-AE18F2699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A70FD-2897-4DD6-9C25-5824B0E892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F7CBF-0CBB-43EF-B886-D1F672ABB2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D6EDA-E1F9-442F-A000-3F612276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3BC41-596D-4C2E-922E-CDF01C533E34}" type="datetime1">
              <a:rPr lang="en-US" smtClean="0"/>
              <a:t>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6AB84-A7D1-4FF4-9F05-EF924883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7971B-5F4E-4CE3-AFA0-7C306D8C9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271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4FCF-58FB-452C-B28B-95FCBE99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E9D2FF-3DB5-4987-B3AC-D8364FA95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802C4-2456-4330-B5FF-E0CC55A72F99}" type="datetime1">
              <a:rPr lang="en-US" smtClean="0"/>
              <a:t>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66C53-C1B3-4D3F-89CC-4B55D9BEC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BAF71-769F-4C94-A3D3-FE9F469C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31429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B4E68-7F3A-4ADB-B6AB-F378B47C9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A54F0-ECAD-4BD2-B6E9-C45F464EC78A}" type="datetime1">
              <a:rPr lang="en-US" smtClean="0"/>
              <a:t>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8EE4E-B45F-4CA4-98C7-D3A98E46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571E9-DE23-4FB4-A2F3-E3B76AF50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922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954C2-8571-45C4-A739-EF6232090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1E02D-FEB5-4B4E-81AA-87761337A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44719-24CA-47D4-AF3A-A6B0B878C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B6946-8477-49FC-90B3-2E101AF7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63A24-725E-41AB-BDBC-924623E167D6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8409F-5078-45D0-9230-2BE22465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00109-0867-4533-B160-DFEE58B3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37947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8EEEF-B10C-43C5-9618-3546D1444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0AFA63-CCC0-49EF-8071-FBC5251A5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3BC1C-DDD9-46B2-BACC-3C8884C169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5BCF2-19CB-4560-B18A-193C99AB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744A0-EC98-406B-8A74-BF0B9B7DA7D7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28724-3C7E-4712-94EF-17C8B3324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F8C515-2318-4369-AFC6-14AEC22D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2172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BCEAE-78AE-4F01-92EE-AD10F143C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57566-F734-498B-8ECF-8E587C7BE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F8760-827B-455A-AD09-EEADBF84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E662-C6A3-4D4A-A232-078DEC21F7FB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942CE-226E-48DC-ACFF-0A30FDF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63436-A68B-48CD-86C3-239D561D3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2095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278AED-CE3F-4E75-8025-24CC774AE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9244B-0150-4EE8-BE8D-7A2D609B73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2FDF-D7B2-4CF9-A2B4-3B54EB78A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94C5-B937-4C6E-99C9-9002D69CFC7C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D0377-B902-481B-813D-E9231AAA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31B42-D856-4E41-9CF5-6DC65F8A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7461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15362" y="2667381"/>
            <a:ext cx="5113274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FC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512C1-1C06-49B5-987B-67FC5D925315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6735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4525" y="2488769"/>
            <a:ext cx="2254949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99373-A206-4CE4-A2A9-66B3A213921A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212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5" y="609676"/>
            <a:ext cx="1440656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5" y="1303934"/>
            <a:ext cx="6728936" cy="323165"/>
          </a:xfrm>
        </p:spPr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75926-6600-42D6-8BD3-C0AC0FF08B46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9348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5" y="609676"/>
            <a:ext cx="1440656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F4862-D3DD-44D6-B5C7-C16334DC33D9}" type="datetime1">
              <a:rPr lang="en-US" smtClean="0"/>
              <a:t>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5875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5" y="609676"/>
            <a:ext cx="1440656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43A0C-3B9C-4798-A1C7-37FC29C0E06F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87024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19C6E-76E9-4F23-AFC1-FF037E9D636A}" type="datetime1">
              <a:rPr lang="en-US" smtClean="0"/>
              <a:t>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696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1A4E7-1F20-44E8-93A3-5F675565744B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9191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336" y="1103198"/>
            <a:ext cx="2223326" cy="623248"/>
          </a:xfrm>
        </p:spPr>
        <p:txBody>
          <a:bodyPr lIns="0" tIns="0" rIns="0" bIns="0"/>
          <a:lstStyle>
            <a:lvl1pPr>
              <a:defRPr sz="4050" b="0" i="1" u="heavy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05361-B9BB-4B38-B208-44538477EC5D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53071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336" y="1103198"/>
            <a:ext cx="2223326" cy="623248"/>
          </a:xfrm>
        </p:spPr>
        <p:txBody>
          <a:bodyPr lIns="0" tIns="0" rIns="0" bIns="0"/>
          <a:lstStyle>
            <a:lvl1pPr>
              <a:defRPr sz="4050" b="0" i="1" u="heavy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88A7D-055F-4479-93D2-37DA8E26E32F}" type="datetime1">
              <a:rPr lang="en-US" smtClean="0"/>
              <a:t>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7732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336" y="1103198"/>
            <a:ext cx="2223326" cy="623248"/>
          </a:xfrm>
        </p:spPr>
        <p:txBody>
          <a:bodyPr lIns="0" tIns="0" rIns="0" bIns="0"/>
          <a:lstStyle>
            <a:lvl1pPr>
              <a:defRPr sz="4050" b="0" i="1" u="heavy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7AEDB-BED9-4061-99FD-CBC8425516FC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4499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5BDD2-9689-4D2A-BB21-4929491C7C66}" type="datetime1">
              <a:rPr lang="en-US" smtClean="0"/>
              <a:t>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923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1193A-F3D5-4695-90A7-B575ADB1DFF2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7648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495120"/>
            <a:ext cx="2254949" cy="692497"/>
          </a:xfrm>
        </p:spPr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DF9BA-5E74-4547-9196-BD2C159D0F38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3797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495120"/>
            <a:ext cx="2254949" cy="692497"/>
          </a:xfrm>
        </p:spPr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DCC14-5F85-4E9F-93AA-C70A4733E313}" type="datetime1">
              <a:rPr lang="en-US" smtClean="0"/>
              <a:t>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43347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495120"/>
            <a:ext cx="2254949" cy="692497"/>
          </a:xfrm>
        </p:spPr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750F8-A0F6-4375-813A-0A08C968D790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31803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F107F-7AC7-4EF6-940D-0425BB481B4E}" type="datetime1">
              <a:rPr lang="en-US" smtClean="0"/>
              <a:t>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40486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159E7-0D60-4CFB-93B5-A14F544CE751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06390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743533"/>
            <a:ext cx="2254949" cy="692497"/>
          </a:xfrm>
        </p:spPr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6424" y="3301366"/>
            <a:ext cx="6287453" cy="184666"/>
          </a:xfrm>
        </p:spPr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44712-39C9-44DC-A4E0-B710FB3EA81E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67838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743533"/>
            <a:ext cx="2254949" cy="692497"/>
          </a:xfrm>
        </p:spPr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5634E-8E2F-4FBB-8179-02A133B279FA}" type="datetime1">
              <a:rPr lang="en-US" smtClean="0"/>
              <a:t>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50317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743533"/>
            <a:ext cx="2254949" cy="692497"/>
          </a:xfrm>
        </p:spPr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4DB841-9163-4FDB-B261-43E5E855A7B4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07233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C9590-A2D1-450C-8DA8-4A22B1E35462}" type="datetime1">
              <a:rPr lang="en-US" smtClean="0"/>
              <a:t>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04247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5E0A7-313C-4352-AAD4-010C92C9322F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27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495120"/>
            <a:ext cx="2254949" cy="692497"/>
          </a:xfrm>
        </p:spPr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4" y="1793189"/>
            <a:ext cx="6766560" cy="323165"/>
          </a:xfrm>
        </p:spPr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1DB95-EB3A-4802-84CC-E10893A44440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01637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495120"/>
            <a:ext cx="2254949" cy="692497"/>
          </a:xfrm>
        </p:spPr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F7F54-9E46-4A50-97D4-0A42FB7A34E7}" type="datetime1">
              <a:rPr lang="en-US" smtClean="0"/>
              <a:t>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71703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495120"/>
            <a:ext cx="2254949" cy="692497"/>
          </a:xfrm>
        </p:spPr>
        <p:txBody>
          <a:bodyPr lIns="0" tIns="0" rIns="0" bIns="0"/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AA7D9-6BCE-4EF1-BFE2-0E73818DC839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84489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7EA4F-7A3F-45C3-8AE8-BB329E3E1141}" type="datetime1">
              <a:rPr lang="en-US" smtClean="0"/>
              <a:t>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24181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5477" y="1631060"/>
            <a:ext cx="2253044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4B593-2F19-4374-A8F8-F230AD18B25C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33823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609676"/>
            <a:ext cx="7768590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838D9-BBB5-47C7-93C3-77A786EFBEA8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0532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609676"/>
            <a:ext cx="7768590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1BFA4-3A94-4551-ADA4-FC8155D4AB47}" type="datetime1">
              <a:rPr lang="en-US" smtClean="0"/>
              <a:t>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06949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609676"/>
            <a:ext cx="7768590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3A7C5-59C2-4563-ADE4-E18E212AB58F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0450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CB9AF-D491-4792-A4E7-9229333A977F}" type="datetime1">
              <a:rPr lang="en-US" smtClean="0"/>
              <a:t>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42920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5477" y="1382648"/>
            <a:ext cx="2253044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AF710-7CC3-48BE-9BC3-3C23D48C06C6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50777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609676"/>
            <a:ext cx="7768590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CA406-A6B7-411C-B8DB-8264C0431852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856169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609676"/>
            <a:ext cx="7768590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7148D-08C5-4AEC-A9DC-88B6A2875072}" type="datetime1">
              <a:rPr lang="en-US" smtClean="0"/>
              <a:t>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93049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609676"/>
            <a:ext cx="7768590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10346-DF20-48D9-AB3C-804A7280C39F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82956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A24C86-A25B-40E1-880D-A67440C0041E}" type="datetime1">
              <a:rPr lang="en-US" smtClean="0"/>
              <a:t>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34987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5477" y="1337564"/>
            <a:ext cx="2253044" cy="69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9FE91-BF82-4E6A-95EE-0C1A917E18C0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12831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244551"/>
            <a:ext cx="7768590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4" y="1793190"/>
            <a:ext cx="7768590" cy="323165"/>
          </a:xfrm>
        </p:spPr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973B7-F66F-4C05-AA45-FFA2F95F6657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14351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244551"/>
            <a:ext cx="7768590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2AE5C-49B0-4749-B0C6-82FBDC85AE68}" type="datetime1">
              <a:rPr lang="en-US" smtClean="0"/>
              <a:t>1/11/2024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74862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244551"/>
            <a:ext cx="7768590" cy="507831"/>
          </a:xfrm>
        </p:spPr>
        <p:txBody>
          <a:bodyPr lIns="0" tIns="0" rIns="0" bIns="0"/>
          <a:lstStyle>
            <a:lvl1pPr>
              <a:defRPr sz="33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F0698E-C217-4998-80FB-FD41A884A238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91525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9200F-5A3F-4DCC-A262-E6E7889C456A}" type="datetime1">
              <a:rPr lang="en-US" smtClean="0"/>
              <a:t>1/11/2024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5841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theme" Target="../theme/theme9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E00E9-3443-4C90-AF41-A6F5CDF40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BE299-88EE-47EA-8508-6D5BDBB1B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A0669-C420-458B-B411-E9E2D6753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94A759-4DBD-4673-A380-2268E5FCA7DA}" type="datetime1">
              <a:rPr lang="en-US" smtClean="0"/>
              <a:t>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445BC-1983-49EC-A238-B657B62B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FBEBC-4A0B-4004-A984-6D8B961DE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8656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5" y="609676"/>
            <a:ext cx="1440656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5" y="1303934"/>
            <a:ext cx="672893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6728DB-64CC-44B2-A198-FCA0707E3B6C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061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60336" y="1103198"/>
            <a:ext cx="2223326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1" u="heavy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4" y="1793190"/>
            <a:ext cx="776859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6228-DA7F-46A4-9F9F-F6222689F81D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739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495120"/>
            <a:ext cx="2254949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4" y="1793189"/>
            <a:ext cx="776859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EF531-7FBD-4108-AE0C-6658E370C33B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271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743533"/>
            <a:ext cx="2254949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6424" y="3301366"/>
            <a:ext cx="6287453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89F31-F6E5-4DE6-A41A-47150B3350FE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05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4525" y="1495120"/>
            <a:ext cx="2254949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4" y="1793189"/>
            <a:ext cx="676656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5AE5B-7E2E-47DA-B113-B29F2FF75896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2455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609676"/>
            <a:ext cx="77685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4" y="1793189"/>
            <a:ext cx="776859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2C38E-06F2-467A-AEA6-E5EA480B68A5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28869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609676"/>
            <a:ext cx="77685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798E9-6AA6-4C2E-AFF6-8A14BC033F4F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528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7704" y="244551"/>
            <a:ext cx="776859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7704" y="1793190"/>
            <a:ext cx="776859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BD3E1-4617-4C98-A437-465F4ED8EDD8}" type="datetime1">
              <a:rPr lang="en-US" smtClean="0"/>
              <a:t>1/11/2024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042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8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33.png"/><Relationship Id="rId10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33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51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38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image" Target="../media/image67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image" Target="../media/image87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89.png"/><Relationship Id="rId21" Type="http://schemas.openxmlformats.org/officeDocument/2006/relationships/image" Target="../media/image106.png"/><Relationship Id="rId7" Type="http://schemas.openxmlformats.org/officeDocument/2006/relationships/image" Target="../media/image93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2" Type="http://schemas.openxmlformats.org/officeDocument/2006/relationships/image" Target="../media/image88.png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33.png"/><Relationship Id="rId24" Type="http://schemas.openxmlformats.org/officeDocument/2006/relationships/image" Target="../media/image109.png"/><Relationship Id="rId5" Type="http://schemas.openxmlformats.org/officeDocument/2006/relationships/image" Target="../media/image91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10" Type="http://schemas.openxmlformats.org/officeDocument/2006/relationships/image" Target="../media/image96.png"/><Relationship Id="rId19" Type="http://schemas.openxmlformats.org/officeDocument/2006/relationships/image" Target="../media/image104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3" Type="http://schemas.openxmlformats.org/officeDocument/2006/relationships/image" Target="../media/image33.png"/><Relationship Id="rId7" Type="http://schemas.openxmlformats.org/officeDocument/2006/relationships/image" Target="../media/image114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" Type="http://schemas.openxmlformats.org/officeDocument/2006/relationships/image" Target="../media/image111.png"/><Relationship Id="rId16" Type="http://schemas.openxmlformats.org/officeDocument/2006/relationships/image" Target="../media/image122.png"/><Relationship Id="rId20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117.png"/><Relationship Id="rId5" Type="http://schemas.openxmlformats.org/officeDocument/2006/relationships/image" Target="../media/image113.png"/><Relationship Id="rId15" Type="http://schemas.openxmlformats.org/officeDocument/2006/relationships/image" Target="../media/image121.png"/><Relationship Id="rId10" Type="http://schemas.openxmlformats.org/officeDocument/2006/relationships/image" Target="../media/image116.png"/><Relationship Id="rId19" Type="http://schemas.openxmlformats.org/officeDocument/2006/relationships/image" Target="../media/image125.png"/><Relationship Id="rId4" Type="http://schemas.openxmlformats.org/officeDocument/2006/relationships/image" Target="../media/image112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134.png"/><Relationship Id="rId18" Type="http://schemas.openxmlformats.org/officeDocument/2006/relationships/image" Target="../media/image139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12" Type="http://schemas.openxmlformats.org/officeDocument/2006/relationships/image" Target="../media/image133.png"/><Relationship Id="rId17" Type="http://schemas.openxmlformats.org/officeDocument/2006/relationships/image" Target="../media/image138.png"/><Relationship Id="rId2" Type="http://schemas.openxmlformats.org/officeDocument/2006/relationships/image" Target="../media/image88.png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2.png"/><Relationship Id="rId5" Type="http://schemas.openxmlformats.org/officeDocument/2006/relationships/image" Target="../media/image129.png"/><Relationship Id="rId15" Type="http://schemas.openxmlformats.org/officeDocument/2006/relationships/image" Target="../media/image136.png"/><Relationship Id="rId10" Type="http://schemas.openxmlformats.org/officeDocument/2006/relationships/image" Target="../media/image75.png"/><Relationship Id="rId4" Type="http://schemas.openxmlformats.org/officeDocument/2006/relationships/image" Target="../media/image128.png"/><Relationship Id="rId9" Type="http://schemas.openxmlformats.org/officeDocument/2006/relationships/image" Target="../media/image74.png"/><Relationship Id="rId14" Type="http://schemas.openxmlformats.org/officeDocument/2006/relationships/image" Target="../media/image1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79.png"/><Relationship Id="rId18" Type="http://schemas.openxmlformats.org/officeDocument/2006/relationships/image" Target="../media/image86.png"/><Relationship Id="rId26" Type="http://schemas.openxmlformats.org/officeDocument/2006/relationships/image" Target="../media/image150.png"/><Relationship Id="rId3" Type="http://schemas.openxmlformats.org/officeDocument/2006/relationships/image" Target="../media/image141.png"/><Relationship Id="rId21" Type="http://schemas.openxmlformats.org/officeDocument/2006/relationships/image" Target="../media/image146.png"/><Relationship Id="rId7" Type="http://schemas.openxmlformats.org/officeDocument/2006/relationships/image" Target="../media/image75.png"/><Relationship Id="rId12" Type="http://schemas.openxmlformats.org/officeDocument/2006/relationships/image" Target="../media/image144.png"/><Relationship Id="rId17" Type="http://schemas.openxmlformats.org/officeDocument/2006/relationships/image" Target="../media/image83.png"/><Relationship Id="rId25" Type="http://schemas.openxmlformats.org/officeDocument/2006/relationships/image" Target="../media/image149.png"/><Relationship Id="rId2" Type="http://schemas.openxmlformats.org/officeDocument/2006/relationships/image" Target="../media/image140.png"/><Relationship Id="rId16" Type="http://schemas.openxmlformats.org/officeDocument/2006/relationships/image" Target="../media/image82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21.png"/><Relationship Id="rId24" Type="http://schemas.openxmlformats.org/officeDocument/2006/relationships/image" Target="../media/image148.png"/><Relationship Id="rId5" Type="http://schemas.openxmlformats.org/officeDocument/2006/relationships/image" Target="../media/image73.png"/><Relationship Id="rId15" Type="http://schemas.openxmlformats.org/officeDocument/2006/relationships/image" Target="../media/image81.png"/><Relationship Id="rId23" Type="http://schemas.openxmlformats.org/officeDocument/2006/relationships/image" Target="../media/image147.png"/><Relationship Id="rId10" Type="http://schemas.openxmlformats.org/officeDocument/2006/relationships/image" Target="../media/image143.png"/><Relationship Id="rId19" Type="http://schemas.openxmlformats.org/officeDocument/2006/relationships/image" Target="../media/image85.png"/><Relationship Id="rId4" Type="http://schemas.openxmlformats.org/officeDocument/2006/relationships/image" Target="../media/image142.png"/><Relationship Id="rId9" Type="http://schemas.openxmlformats.org/officeDocument/2006/relationships/image" Target="../media/image77.png"/><Relationship Id="rId14" Type="http://schemas.openxmlformats.org/officeDocument/2006/relationships/image" Target="../media/image145.png"/><Relationship Id="rId22" Type="http://schemas.openxmlformats.org/officeDocument/2006/relationships/image" Target="../media/image13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18" Type="http://schemas.openxmlformats.org/officeDocument/2006/relationships/image" Target="../media/image166.png"/><Relationship Id="rId3" Type="http://schemas.openxmlformats.org/officeDocument/2006/relationships/image" Target="../media/image33.png"/><Relationship Id="rId21" Type="http://schemas.openxmlformats.org/officeDocument/2006/relationships/image" Target="../media/image125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2" Type="http://schemas.openxmlformats.org/officeDocument/2006/relationships/image" Target="../media/image151.png"/><Relationship Id="rId16" Type="http://schemas.openxmlformats.org/officeDocument/2006/relationships/image" Target="../media/image164.png"/><Relationship Id="rId20" Type="http://schemas.openxmlformats.org/officeDocument/2006/relationships/image" Target="../media/image1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10" Type="http://schemas.openxmlformats.org/officeDocument/2006/relationships/image" Target="../media/image158.png"/><Relationship Id="rId19" Type="http://schemas.openxmlformats.org/officeDocument/2006/relationships/image" Target="../media/image167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Relationship Id="rId22" Type="http://schemas.openxmlformats.org/officeDocument/2006/relationships/image" Target="../media/image16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79.png"/><Relationship Id="rId18" Type="http://schemas.openxmlformats.org/officeDocument/2006/relationships/image" Target="../media/image59.png"/><Relationship Id="rId26" Type="http://schemas.openxmlformats.org/officeDocument/2006/relationships/image" Target="../media/image191.png"/><Relationship Id="rId3" Type="http://schemas.openxmlformats.org/officeDocument/2006/relationships/image" Target="../media/image170.png"/><Relationship Id="rId21" Type="http://schemas.openxmlformats.org/officeDocument/2006/relationships/image" Target="../media/image186.png"/><Relationship Id="rId7" Type="http://schemas.openxmlformats.org/officeDocument/2006/relationships/image" Target="../media/image174.pn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5" Type="http://schemas.openxmlformats.org/officeDocument/2006/relationships/image" Target="../media/image190.png"/><Relationship Id="rId2" Type="http://schemas.openxmlformats.org/officeDocument/2006/relationships/image" Target="../media/image33.png"/><Relationship Id="rId16" Type="http://schemas.openxmlformats.org/officeDocument/2006/relationships/image" Target="../media/image182.png"/><Relationship Id="rId20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11" Type="http://schemas.openxmlformats.org/officeDocument/2006/relationships/image" Target="../media/image177.png"/><Relationship Id="rId24" Type="http://schemas.openxmlformats.org/officeDocument/2006/relationships/image" Target="../media/image189.png"/><Relationship Id="rId5" Type="http://schemas.openxmlformats.org/officeDocument/2006/relationships/image" Target="../media/image172.png"/><Relationship Id="rId15" Type="http://schemas.openxmlformats.org/officeDocument/2006/relationships/image" Target="../media/image181.png"/><Relationship Id="rId23" Type="http://schemas.openxmlformats.org/officeDocument/2006/relationships/image" Target="../media/image188.png"/><Relationship Id="rId28" Type="http://schemas.openxmlformats.org/officeDocument/2006/relationships/image" Target="../media/image193.png"/><Relationship Id="rId10" Type="http://schemas.openxmlformats.org/officeDocument/2006/relationships/image" Target="../media/image176.png"/><Relationship Id="rId19" Type="http://schemas.openxmlformats.org/officeDocument/2006/relationships/image" Target="../media/image184.png"/><Relationship Id="rId4" Type="http://schemas.openxmlformats.org/officeDocument/2006/relationships/image" Target="../media/image171.png"/><Relationship Id="rId9" Type="http://schemas.openxmlformats.org/officeDocument/2006/relationships/image" Target="../media/image55.png"/><Relationship Id="rId14" Type="http://schemas.openxmlformats.org/officeDocument/2006/relationships/image" Target="../media/image180.png"/><Relationship Id="rId22" Type="http://schemas.openxmlformats.org/officeDocument/2006/relationships/image" Target="../media/image187.png"/><Relationship Id="rId27" Type="http://schemas.openxmlformats.org/officeDocument/2006/relationships/image" Target="../media/image19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201.png"/><Relationship Id="rId3" Type="http://schemas.openxmlformats.org/officeDocument/2006/relationships/image" Target="../media/image170.png"/><Relationship Id="rId7" Type="http://schemas.openxmlformats.org/officeDocument/2006/relationships/image" Target="../media/image197.png"/><Relationship Id="rId12" Type="http://schemas.openxmlformats.org/officeDocument/2006/relationships/image" Target="../media/image200.png"/><Relationship Id="rId17" Type="http://schemas.openxmlformats.org/officeDocument/2006/relationships/image" Target="../media/image205.png"/><Relationship Id="rId2" Type="http://schemas.openxmlformats.org/officeDocument/2006/relationships/image" Target="../media/image33.png"/><Relationship Id="rId16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6.png"/><Relationship Id="rId11" Type="http://schemas.openxmlformats.org/officeDocument/2006/relationships/image" Target="../media/image199.png"/><Relationship Id="rId5" Type="http://schemas.openxmlformats.org/officeDocument/2006/relationships/image" Target="../media/image195.png"/><Relationship Id="rId15" Type="http://schemas.openxmlformats.org/officeDocument/2006/relationships/image" Target="../media/image203.png"/><Relationship Id="rId10" Type="http://schemas.openxmlformats.org/officeDocument/2006/relationships/image" Target="../media/image198.png"/><Relationship Id="rId4" Type="http://schemas.openxmlformats.org/officeDocument/2006/relationships/image" Target="../media/image194.png"/><Relationship Id="rId9" Type="http://schemas.openxmlformats.org/officeDocument/2006/relationships/image" Target="../media/image55.png"/><Relationship Id="rId14" Type="http://schemas.openxmlformats.org/officeDocument/2006/relationships/image" Target="../media/image20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3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39.xml"/><Relationship Id="rId4" Type="http://schemas.openxmlformats.org/officeDocument/2006/relationships/image" Target="../media/image21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3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jpg"/><Relationship Id="rId2" Type="http://schemas.openxmlformats.org/officeDocument/2006/relationships/image" Target="../media/image217.jpg"/><Relationship Id="rId1" Type="http://schemas.openxmlformats.org/officeDocument/2006/relationships/slideLayout" Target="../slideLayouts/slideLayout3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4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4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jpg"/><Relationship Id="rId1" Type="http://schemas.openxmlformats.org/officeDocument/2006/relationships/slideLayout" Target="../slideLayouts/slideLayout4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jpg"/><Relationship Id="rId1" Type="http://schemas.openxmlformats.org/officeDocument/2006/relationships/slideLayout" Target="../slideLayouts/slideLayout4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jpg"/><Relationship Id="rId1" Type="http://schemas.openxmlformats.org/officeDocument/2006/relationships/slideLayout" Target="../slideLayouts/slideLayout4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jpg"/><Relationship Id="rId1" Type="http://schemas.openxmlformats.org/officeDocument/2006/relationships/slideLayout" Target="../slideLayouts/slideLayout4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4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4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4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4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jpg"/><Relationship Id="rId1" Type="http://schemas.openxmlformats.org/officeDocument/2006/relationships/slideLayout" Target="../slideLayouts/slideLayout5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jpg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2015363" y="2590800"/>
            <a:ext cx="511327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chemeClr val="tx1"/>
                </a:solidFill>
              </a:rPr>
              <a:t>Theory</a:t>
            </a:r>
            <a:r>
              <a:rPr spc="-35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of</a:t>
            </a:r>
            <a:r>
              <a:rPr spc="-30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Automata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61136-297E-731B-2F30-EAD887E143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B13E1-53F5-401D-8A72-99371404B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5363" y="650023"/>
            <a:ext cx="5113274" cy="60939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Content Covered</a:t>
            </a:r>
            <a:endParaRPr lang="x-none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CB0E3-CC9A-4A27-922F-441B7306EB1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990600" y="2103252"/>
            <a:ext cx="6400800" cy="3717941"/>
          </a:xfrm>
        </p:spPr>
        <p:txBody>
          <a:bodyPr/>
          <a:lstStyle/>
          <a:p>
            <a:r>
              <a:rPr lang="en-US" sz="3200" b="1" dirty="0"/>
              <a:t>Introduction to Automata</a:t>
            </a:r>
          </a:p>
          <a:p>
            <a:r>
              <a:rPr lang="en-US" sz="3200" b="1" dirty="0"/>
              <a:t>Language Constructs</a:t>
            </a:r>
          </a:p>
          <a:p>
            <a:r>
              <a:rPr lang="en-US" sz="3200" b="1" dirty="0"/>
              <a:t>Type of Languages</a:t>
            </a:r>
          </a:p>
          <a:p>
            <a:r>
              <a:rPr lang="en-US" sz="3200" b="1" dirty="0"/>
              <a:t>Regular Expressions</a:t>
            </a:r>
          </a:p>
          <a:p>
            <a:r>
              <a:rPr lang="en-US" sz="3200" b="1" dirty="0"/>
              <a:t>Finite State Machines</a:t>
            </a:r>
          </a:p>
          <a:p>
            <a:r>
              <a:rPr lang="en-US" sz="3200" b="1" dirty="0"/>
              <a:t>Deterministic Finite Automata</a:t>
            </a:r>
          </a:p>
          <a:p>
            <a:r>
              <a:rPr lang="en-US" sz="3200" b="1" dirty="0"/>
              <a:t>Non-Deterministic Finite Automata.</a:t>
            </a:r>
            <a:endParaRPr lang="x-none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10C1F-30E3-633C-ED2E-89164B1F15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28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176" y="524255"/>
            <a:ext cx="7892796" cy="123139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43177" y="2409352"/>
            <a:ext cx="8011795" cy="2660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lr>
                <a:srgbClr val="00CCFF"/>
              </a:buClr>
              <a:buSzPct val="64062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3200" spc="-5" dirty="0">
                <a:latin typeface="Tahoma"/>
                <a:cs typeface="Tahoma"/>
              </a:rPr>
              <a:t>It </a:t>
            </a:r>
            <a:r>
              <a:rPr sz="3200" dirty="0">
                <a:latin typeface="Tahoma"/>
                <a:cs typeface="Tahoma"/>
              </a:rPr>
              <a:t>is </a:t>
            </a:r>
            <a:r>
              <a:rPr sz="3200" spc="-5" dirty="0">
                <a:latin typeface="Tahoma"/>
                <a:cs typeface="Tahoma"/>
              </a:rPr>
              <a:t>the </a:t>
            </a:r>
            <a:r>
              <a:rPr sz="3200" dirty="0">
                <a:latin typeface="Tahoma"/>
                <a:cs typeface="Tahoma"/>
              </a:rPr>
              <a:t>plural of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automaton,</a:t>
            </a:r>
            <a:r>
              <a:rPr sz="3200" dirty="0">
                <a:latin typeface="Tahoma"/>
                <a:cs typeface="Tahoma"/>
              </a:rPr>
              <a:t> and it means </a:t>
            </a:r>
            <a:r>
              <a:rPr sz="3200" spc="-9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“</a:t>
            </a:r>
            <a:r>
              <a:rPr sz="3200" spc="-5" dirty="0">
                <a:solidFill>
                  <a:srgbClr val="FF0000"/>
                </a:solidFill>
                <a:latin typeface="Tahoma"/>
                <a:cs typeface="Tahoma"/>
              </a:rPr>
              <a:t>something that works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automatically</a:t>
            </a:r>
            <a:r>
              <a:rPr sz="3200" dirty="0">
                <a:latin typeface="Tahoma"/>
                <a:cs typeface="Tahoma"/>
              </a:rPr>
              <a:t>”.</a:t>
            </a:r>
          </a:p>
          <a:p>
            <a:pPr marL="355600" marR="1073785" indent="-343535">
              <a:lnSpc>
                <a:spcPct val="100000"/>
              </a:lnSpc>
              <a:spcBef>
                <a:spcPts val="770"/>
              </a:spcBef>
              <a:buClr>
                <a:srgbClr val="00CCFF"/>
              </a:buClr>
              <a:buSzPct val="64062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Automata -&gt; Automation -&gt; mean 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Automatic</a:t>
            </a:r>
            <a:r>
              <a:rPr sz="3200" spc="-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machines/</a:t>
            </a:r>
            <a:r>
              <a:rPr sz="3200" spc="-3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Self</a:t>
            </a:r>
            <a:r>
              <a:rPr sz="3200" spc="-1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controlled.</a:t>
            </a:r>
            <a:endParaRPr sz="3200" dirty="0">
              <a:latin typeface="Tahoma"/>
              <a:cs typeface="Tahoma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CCFF"/>
              </a:buClr>
              <a:buSzPct val="64062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3200" spc="-5" dirty="0">
                <a:latin typeface="Tahoma"/>
                <a:cs typeface="Tahoma"/>
              </a:rPr>
              <a:t>E.g.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Computers,</a:t>
            </a:r>
            <a:r>
              <a:rPr sz="3200" spc="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Calculators,</a:t>
            </a:r>
            <a:r>
              <a:rPr sz="3200" dirty="0">
                <a:latin typeface="Tahoma"/>
                <a:cs typeface="Tahoma"/>
              </a:rPr>
              <a:t> ATM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14BAE-BAD9-82E3-937B-87ABC675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3</a:t>
            </a:fld>
            <a:endParaRPr lang="x-non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6167" y="554736"/>
            <a:ext cx="4968239" cy="123139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33400" y="1947112"/>
            <a:ext cx="7618095" cy="42214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1015" indent="-343535" algn="just">
              <a:lnSpc>
                <a:spcPct val="100000"/>
              </a:lnSpc>
              <a:spcBef>
                <a:spcPts val="105"/>
              </a:spcBef>
              <a:buClr>
                <a:srgbClr val="00CCFF"/>
              </a:buClr>
              <a:buSzPct val="64062"/>
              <a:buFont typeface="Wingdings"/>
              <a:buChar char=""/>
              <a:tabLst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Allow us </a:t>
            </a:r>
            <a:r>
              <a:rPr sz="3200" spc="-10" dirty="0">
                <a:latin typeface="Tahoma"/>
                <a:cs typeface="Tahoma"/>
              </a:rPr>
              <a:t>to </a:t>
            </a:r>
            <a:r>
              <a:rPr sz="3200" spc="-5" dirty="0">
                <a:latin typeface="Tahoma"/>
                <a:cs typeface="Tahoma"/>
              </a:rPr>
              <a:t>think systematically </a:t>
            </a:r>
            <a:r>
              <a:rPr sz="3200" dirty="0">
                <a:latin typeface="Tahoma"/>
                <a:cs typeface="Tahoma"/>
              </a:rPr>
              <a:t>about </a:t>
            </a:r>
            <a:r>
              <a:rPr sz="3200" spc="-9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what machines </a:t>
            </a:r>
            <a:r>
              <a:rPr sz="3200" dirty="0">
                <a:latin typeface="Tahoma"/>
                <a:cs typeface="Tahoma"/>
              </a:rPr>
              <a:t>do </a:t>
            </a:r>
            <a:r>
              <a:rPr sz="3200" spc="-5" dirty="0">
                <a:latin typeface="Tahoma"/>
                <a:cs typeface="Tahoma"/>
              </a:rPr>
              <a:t>without </a:t>
            </a:r>
            <a:r>
              <a:rPr sz="3200" dirty="0">
                <a:latin typeface="Tahoma"/>
                <a:cs typeface="Tahoma"/>
              </a:rPr>
              <a:t>going </a:t>
            </a:r>
            <a:r>
              <a:rPr sz="3200" spc="-5" dirty="0">
                <a:latin typeface="Tahoma"/>
                <a:cs typeface="Tahoma"/>
              </a:rPr>
              <a:t>into </a:t>
            </a:r>
            <a:r>
              <a:rPr sz="3200" spc="-9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hardware</a:t>
            </a:r>
            <a:r>
              <a:rPr sz="3200" spc="-20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details.</a:t>
            </a:r>
            <a:endParaRPr sz="3200" dirty="0">
              <a:latin typeface="Tahoma"/>
              <a:cs typeface="Tahoma"/>
            </a:endParaRPr>
          </a:p>
          <a:p>
            <a:pPr marL="355600" marR="5080" indent="-343535">
              <a:lnSpc>
                <a:spcPct val="100000"/>
              </a:lnSpc>
              <a:spcBef>
                <a:spcPts val="765"/>
              </a:spcBef>
              <a:buClr>
                <a:srgbClr val="00CCFF"/>
              </a:buClr>
              <a:buSzPct val="64062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Learning of language and </a:t>
            </a:r>
            <a:r>
              <a:rPr sz="3200" spc="-5" dirty="0">
                <a:latin typeface="Tahoma"/>
                <a:cs typeface="Tahoma"/>
              </a:rPr>
              <a:t>computational </a:t>
            </a:r>
            <a:r>
              <a:rPr sz="3200" spc="-985" dirty="0"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techniques</a:t>
            </a:r>
            <a:endParaRPr sz="3200" dirty="0">
              <a:latin typeface="Tahoma"/>
              <a:cs typeface="Tahoma"/>
            </a:endParaRPr>
          </a:p>
          <a:p>
            <a:pPr marL="355600" marR="1155700" indent="-343535">
              <a:lnSpc>
                <a:spcPct val="100000"/>
              </a:lnSpc>
              <a:spcBef>
                <a:spcPts val="775"/>
              </a:spcBef>
              <a:buClr>
                <a:srgbClr val="00CCFF"/>
              </a:buClr>
              <a:buSzPct val="64062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3200" spc="-5" dirty="0">
                <a:latin typeface="Tahoma"/>
                <a:cs typeface="Tahoma"/>
              </a:rPr>
              <a:t>Designing </a:t>
            </a:r>
            <a:r>
              <a:rPr sz="3200" dirty="0">
                <a:latin typeface="Tahoma"/>
                <a:cs typeface="Tahoma"/>
              </a:rPr>
              <a:t>of</a:t>
            </a:r>
            <a:r>
              <a:rPr sz="3200" spc="10" dirty="0">
                <a:latin typeface="Tahoma"/>
                <a:cs typeface="Tahoma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Tahoma"/>
                <a:cs typeface="Tahoma"/>
              </a:rPr>
              <a:t>theoretical</a:t>
            </a:r>
            <a:r>
              <a:rPr sz="32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0000"/>
                </a:solidFill>
                <a:latin typeface="Tahoma"/>
                <a:cs typeface="Tahoma"/>
              </a:rPr>
              <a:t>model</a:t>
            </a:r>
            <a:r>
              <a:rPr sz="3200" spc="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3200" spc="-5" dirty="0">
                <a:latin typeface="Tahoma"/>
                <a:cs typeface="Tahoma"/>
              </a:rPr>
              <a:t>for </a:t>
            </a:r>
            <a:r>
              <a:rPr sz="3200" spc="-9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machines</a:t>
            </a: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00CCFF"/>
              </a:buClr>
              <a:buSzPct val="64062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3200" dirty="0">
                <a:latin typeface="Tahoma"/>
                <a:cs typeface="Tahoma"/>
              </a:rPr>
              <a:t>Theoretical</a:t>
            </a:r>
            <a:r>
              <a:rPr sz="3200" spc="-3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model</a:t>
            </a:r>
            <a:r>
              <a:rPr sz="3200" spc="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-&gt;</a:t>
            </a:r>
            <a:r>
              <a:rPr sz="3200" spc="-2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Abstract</a:t>
            </a:r>
            <a:r>
              <a:rPr sz="3200" spc="-1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machine.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1E1F8F-36B8-75F1-625B-FE9D9EF8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4</a:t>
            </a:fld>
            <a:endParaRPr lang="x-non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011807"/>
            <a:ext cx="20815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00CCFF"/>
              </a:buClr>
              <a:buSzPct val="64062"/>
              <a:buFont typeface="Wingdings"/>
              <a:buChar char=""/>
              <a:tabLst>
                <a:tab pos="354965" algn="l"/>
                <a:tab pos="355600" algn="l"/>
                <a:tab pos="1748155" algn="l"/>
              </a:tabLst>
            </a:pPr>
            <a:r>
              <a:rPr sz="3200" spc="-5" dirty="0">
                <a:latin typeface="Tahoma"/>
                <a:cs typeface="Tahoma"/>
              </a:rPr>
              <a:t>Help</a:t>
            </a:r>
            <a:r>
              <a:rPr sz="3200" dirty="0">
                <a:latin typeface="Tahoma"/>
                <a:cs typeface="Tahoma"/>
              </a:rPr>
              <a:t>s	</a:t>
            </a:r>
            <a:r>
              <a:rPr sz="3200" spc="-5" dirty="0">
                <a:latin typeface="Tahoma"/>
                <a:cs typeface="Tahoma"/>
              </a:rPr>
              <a:t>in</a:t>
            </a:r>
            <a:endParaRPr sz="3200" dirty="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739" y="1881251"/>
            <a:ext cx="8239125" cy="1390015"/>
            <a:chOff x="181355" y="1895855"/>
            <a:chExt cx="8239125" cy="13900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8191" y="1895855"/>
              <a:ext cx="1703832" cy="9022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9435" y="1895855"/>
              <a:ext cx="1200912" cy="9022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59" y="1895855"/>
              <a:ext cx="2726436" cy="9022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3132" y="1895855"/>
              <a:ext cx="886968" cy="9022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1355" y="2383536"/>
              <a:ext cx="2054352" cy="9022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36063" y="2383536"/>
              <a:ext cx="2348484" cy="9022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84903" y="2383536"/>
              <a:ext cx="1202436" cy="902208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5187696" y="2383535"/>
            <a:ext cx="2269490" cy="902335"/>
            <a:chOff x="5187696" y="2383535"/>
            <a:chExt cx="2269490" cy="902335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87696" y="2383535"/>
              <a:ext cx="1415796" cy="9022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3848" y="2383535"/>
              <a:ext cx="1053083" cy="902208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57288" y="2383535"/>
            <a:ext cx="1162811" cy="90220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0" y="2871216"/>
            <a:ext cx="8420100" cy="2463165"/>
            <a:chOff x="0" y="2871216"/>
            <a:chExt cx="8420100" cy="2463165"/>
          </a:xfrm>
        </p:grpSpPr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1355" y="2871216"/>
              <a:ext cx="1716024" cy="90220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87424" y="2871216"/>
              <a:ext cx="1374648" cy="9022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53639" y="2871216"/>
              <a:ext cx="1130808" cy="90220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74492" y="2871216"/>
              <a:ext cx="2346960" cy="9022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85003" y="2871216"/>
              <a:ext cx="659891" cy="90220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0" y="3671316"/>
              <a:ext cx="473964" cy="56083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1355" y="3456432"/>
              <a:ext cx="2269236" cy="9022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27504" y="3456432"/>
              <a:ext cx="1271016" cy="90220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075432" y="3456432"/>
              <a:ext cx="749807" cy="90220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02152" y="3456432"/>
              <a:ext cx="1571244" cy="90220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750308" y="3456432"/>
              <a:ext cx="1211580" cy="90220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38800" y="3456432"/>
              <a:ext cx="856488" cy="90220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72200" y="3456432"/>
              <a:ext cx="1684020" cy="90220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33131" y="3456432"/>
              <a:ext cx="886968" cy="90220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1355" y="3944112"/>
              <a:ext cx="2889504" cy="90220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912364" y="3944112"/>
              <a:ext cx="2060448" cy="9022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14315" y="3944112"/>
              <a:ext cx="1827276" cy="90220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483096" y="3944112"/>
              <a:ext cx="1937003" cy="90220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1355" y="4431791"/>
              <a:ext cx="2555748" cy="90220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00655" y="4431791"/>
              <a:ext cx="659892" cy="902208"/>
            </a:xfrm>
            <a:prstGeom prst="rect">
              <a:avLst/>
            </a:prstGeom>
          </p:spPr>
        </p:pic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326D57-E045-CE1E-9035-3C08B09F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5</a:t>
            </a:fld>
            <a:endParaRPr lang="x-non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463" y="554736"/>
            <a:ext cx="7258811" cy="12313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3336" y="1911095"/>
            <a:ext cx="3558540" cy="79247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68680" y="2935223"/>
            <a:ext cx="7853680" cy="1816735"/>
            <a:chOff x="868680" y="2935223"/>
            <a:chExt cx="7853680" cy="181673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80" y="3122675"/>
              <a:ext cx="477012" cy="4968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9848" y="2935223"/>
              <a:ext cx="3144012" cy="7924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80" y="3634739"/>
              <a:ext cx="477012" cy="4968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9848" y="3447287"/>
              <a:ext cx="4116324" cy="7924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80" y="4146803"/>
              <a:ext cx="477012" cy="4968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9848" y="3959351"/>
              <a:ext cx="7652004" cy="79248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DDD1C0-C572-BD3E-9010-69BE3E46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6</a:t>
            </a:fld>
            <a:endParaRPr lang="x-non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823" y="526600"/>
            <a:ext cx="5900928" cy="12313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93191" y="1895855"/>
            <a:ext cx="3314700" cy="2072639"/>
            <a:chOff x="393191" y="1895855"/>
            <a:chExt cx="3314700" cy="207263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191" y="2110739"/>
              <a:ext cx="537971" cy="5608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5" y="1895855"/>
              <a:ext cx="2028444" cy="9022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191" y="2695955"/>
              <a:ext cx="537971" cy="5608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555" y="2481072"/>
              <a:ext cx="2296668" cy="9022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191" y="3281172"/>
              <a:ext cx="537971" cy="5608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555" y="3066288"/>
              <a:ext cx="3069336" cy="902207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197BA8-3ED3-D893-246B-EAFFEF3C7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7</a:t>
            </a:fld>
            <a:endParaRPr lang="x-non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6891" y="554736"/>
            <a:ext cx="2528316" cy="12313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93191" y="1895855"/>
            <a:ext cx="6248400" cy="3248025"/>
            <a:chOff x="393191" y="1895855"/>
            <a:chExt cx="6248400" cy="32480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191" y="2110739"/>
              <a:ext cx="537971" cy="5608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5" y="1895855"/>
              <a:ext cx="6003036" cy="9022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8679" y="2671572"/>
              <a:ext cx="477012" cy="4968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9847" y="2484119"/>
              <a:ext cx="4450080" cy="7924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8679" y="3183636"/>
              <a:ext cx="477012" cy="4968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9847" y="2996183"/>
              <a:ext cx="4597908" cy="7924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8679" y="3695700"/>
              <a:ext cx="477012" cy="4968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9847" y="3508247"/>
              <a:ext cx="1196340" cy="7924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5691" y="4186427"/>
              <a:ext cx="406908" cy="42367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1139" y="4024883"/>
              <a:ext cx="2433828" cy="6797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5691" y="4625339"/>
              <a:ext cx="406908" cy="42367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01139" y="4463795"/>
              <a:ext cx="1290828" cy="6797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86584" y="4463795"/>
              <a:ext cx="807719" cy="679704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BD41F3-8AD5-6603-25E8-B813542F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8</a:t>
            </a:fld>
            <a:endParaRPr lang="x-non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5995" y="183700"/>
            <a:ext cx="3319272" cy="123139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11480" y="954024"/>
            <a:ext cx="7642859" cy="2030095"/>
            <a:chOff x="411480" y="954024"/>
            <a:chExt cx="7642859" cy="20300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480" y="1141476"/>
              <a:ext cx="477012" cy="496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036" y="954024"/>
              <a:ext cx="2089404" cy="7924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036" y="1423416"/>
              <a:ext cx="7385304" cy="7924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036" y="1807463"/>
              <a:ext cx="4636008" cy="7924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32603" y="1807463"/>
              <a:ext cx="670560" cy="792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41976" y="1807463"/>
              <a:ext cx="2683764" cy="7924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9036" y="2191512"/>
              <a:ext cx="1636776" cy="79247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11480" y="3130295"/>
            <a:ext cx="7781925" cy="2969260"/>
            <a:chOff x="411480" y="3130295"/>
            <a:chExt cx="7781925" cy="296926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480" y="3317747"/>
              <a:ext cx="477012" cy="4968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9036" y="3130295"/>
              <a:ext cx="2036064" cy="7924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9036" y="3599687"/>
              <a:ext cx="670559" cy="7924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156" y="3599687"/>
              <a:ext cx="902207" cy="7924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6924" y="3599687"/>
              <a:ext cx="963168" cy="79248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87652" y="3599687"/>
              <a:ext cx="757427" cy="7924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9892" y="4069079"/>
              <a:ext cx="670559" cy="7924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58012" y="4069079"/>
              <a:ext cx="7335011" cy="7924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32175" y="4453127"/>
              <a:ext cx="3974591" cy="7924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9036" y="4837175"/>
              <a:ext cx="2619755" cy="7924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9036" y="5306567"/>
              <a:ext cx="670559" cy="7924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156" y="5306567"/>
              <a:ext cx="902207" cy="7924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96924" y="5306567"/>
              <a:ext cx="1046988" cy="7924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71472" y="5306567"/>
              <a:ext cx="643127" cy="79248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BB489A-1ED9-88AB-EE81-25DF71CA7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9</a:t>
            </a:fld>
            <a:endParaRPr lang="x-non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184" y="554736"/>
            <a:ext cx="2599943" cy="12313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93191" y="1895855"/>
            <a:ext cx="8278495" cy="4121150"/>
            <a:chOff x="393191" y="1895855"/>
            <a:chExt cx="8278495" cy="41211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191" y="2110739"/>
              <a:ext cx="537971" cy="5608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5" y="1895855"/>
              <a:ext cx="2520696" cy="9022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555" y="2481072"/>
              <a:ext cx="7632192" cy="9022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555" y="2968752"/>
              <a:ext cx="8033004" cy="9022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8555" y="3456431"/>
              <a:ext cx="2136648" cy="9022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191" y="4256532"/>
              <a:ext cx="537971" cy="5608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8555" y="4041648"/>
              <a:ext cx="2325624" cy="9022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8555" y="4626863"/>
              <a:ext cx="946404" cy="9022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8511" y="4626863"/>
              <a:ext cx="762000" cy="9022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74063" y="4626863"/>
              <a:ext cx="1153668" cy="90220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91283" y="4626863"/>
              <a:ext cx="1098804" cy="90220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53640" y="4626863"/>
              <a:ext cx="1790700" cy="9022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53256" y="4626863"/>
              <a:ext cx="1476755" cy="9022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93563" y="4626863"/>
              <a:ext cx="963167" cy="9022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20283" y="4626863"/>
              <a:ext cx="1475232" cy="90220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59068" y="4626863"/>
              <a:ext cx="975360" cy="9022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97980" y="4626863"/>
              <a:ext cx="1363979" cy="90220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8555" y="5114544"/>
              <a:ext cx="1414271" cy="9022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16380" y="5114544"/>
              <a:ext cx="786383" cy="90220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66316" y="5114544"/>
              <a:ext cx="1627632" cy="90220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57499" y="5114544"/>
              <a:ext cx="784860" cy="9022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105912" y="5114544"/>
              <a:ext cx="4483608" cy="902208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BCCD46-E6CB-9EBD-AEE8-C966FA6DB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10</a:t>
            </a:fld>
            <a:endParaRPr lang="x-non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5952" y="525524"/>
            <a:ext cx="2508504" cy="12313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828800" y="1606296"/>
            <a:ext cx="5617845" cy="792480"/>
            <a:chOff x="2232660" y="1606296"/>
            <a:chExt cx="5617845" cy="7924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2660" y="1606296"/>
              <a:ext cx="1552956" cy="7924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6020" y="2095500"/>
              <a:ext cx="1126235" cy="685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26536" y="2095500"/>
              <a:ext cx="1940052" cy="685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5952" y="1606296"/>
              <a:ext cx="2253996" cy="7924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07508" y="1606296"/>
              <a:ext cx="1296924" cy="792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20867" y="2095500"/>
              <a:ext cx="870203" cy="685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45351" y="2095500"/>
              <a:ext cx="1391411" cy="685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43244" y="1606296"/>
              <a:ext cx="1706879" cy="79247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11480" y="2630423"/>
            <a:ext cx="8539480" cy="2072639"/>
            <a:chOff x="411480" y="2630423"/>
            <a:chExt cx="8539480" cy="2072639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1480" y="2817875"/>
              <a:ext cx="477012" cy="4968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9036" y="2630423"/>
              <a:ext cx="8281416" cy="7924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9036" y="3057143"/>
              <a:ext cx="2484120" cy="7924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80715" y="3057143"/>
              <a:ext cx="4636008" cy="7924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44283" y="3057143"/>
              <a:ext cx="722376" cy="7924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94220" y="3057143"/>
              <a:ext cx="649224" cy="7924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382256" y="3057143"/>
              <a:ext cx="906779" cy="7924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9036" y="3483863"/>
              <a:ext cx="608076" cy="7924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4672" y="3483863"/>
              <a:ext cx="3503676" cy="7924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47159" y="3483863"/>
              <a:ext cx="1712976" cy="7924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87695" y="3483863"/>
              <a:ext cx="722376" cy="7924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37632" y="3483863"/>
              <a:ext cx="684276" cy="7924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49468" y="3483863"/>
              <a:ext cx="2548128" cy="7924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69036" y="3910583"/>
              <a:ext cx="4649724" cy="792480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411480" y="4934711"/>
            <a:ext cx="8543925" cy="1219200"/>
            <a:chOff x="411480" y="4934711"/>
            <a:chExt cx="8543925" cy="1219200"/>
          </a:xfrm>
        </p:grpSpPr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1480" y="5122163"/>
              <a:ext cx="477012" cy="49682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9036" y="4934711"/>
              <a:ext cx="8285988" cy="79247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9036" y="5361431"/>
              <a:ext cx="6551676" cy="79248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57FBB7-3488-89A0-A26F-EBF3C4CE9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11</a:t>
            </a:fld>
            <a:endParaRPr lang="x-non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2715" y="554736"/>
            <a:ext cx="2470404" cy="12313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11480" y="1682495"/>
            <a:ext cx="8274050" cy="1304925"/>
            <a:chOff x="411480" y="1682495"/>
            <a:chExt cx="8274050" cy="1304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480" y="1869947"/>
              <a:ext cx="477012" cy="4968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036" y="1682495"/>
              <a:ext cx="2202180" cy="7924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036" y="2194559"/>
              <a:ext cx="8016240" cy="792479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11480" y="3218688"/>
            <a:ext cx="8460105" cy="1731645"/>
            <a:chOff x="411480" y="3218688"/>
            <a:chExt cx="8460105" cy="17316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1480" y="3406140"/>
              <a:ext cx="477012" cy="4968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9036" y="3218688"/>
              <a:ext cx="2036064" cy="79248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9036" y="3730752"/>
              <a:ext cx="829056" cy="7924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5652" y="3730752"/>
              <a:ext cx="670560" cy="7924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23772" y="3730752"/>
              <a:ext cx="7647432" cy="7924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9036" y="4157472"/>
              <a:ext cx="1078991" cy="7924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75588" y="4157472"/>
              <a:ext cx="658368" cy="7924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33144" y="4203191"/>
              <a:ext cx="463295" cy="54559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05355" y="4157472"/>
              <a:ext cx="3899916" cy="79248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32832" y="4157472"/>
              <a:ext cx="1804415" cy="7924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64808" y="4157472"/>
              <a:ext cx="1269491" cy="792480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659891" y="5181600"/>
            <a:ext cx="5382895" cy="792480"/>
            <a:chOff x="659891" y="5181600"/>
            <a:chExt cx="5382895" cy="792480"/>
          </a:xfrm>
        </p:grpSpPr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9891" y="5181600"/>
              <a:ext cx="1325880" cy="7924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13331" y="5181600"/>
              <a:ext cx="1138428" cy="7924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79319" y="5181600"/>
              <a:ext cx="2215896" cy="7924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22776" y="5181600"/>
              <a:ext cx="1412748" cy="7924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975859" y="5181600"/>
              <a:ext cx="1066800" cy="79248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A31536-366F-A8A0-9637-40ED1DC6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12</a:t>
            </a:fld>
            <a:endParaRPr lang="x-non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2903" y="526600"/>
            <a:ext cx="2508504" cy="12313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23791" y="2094211"/>
            <a:ext cx="8053070" cy="1975485"/>
            <a:chOff x="295656" y="2276855"/>
            <a:chExt cx="8053070" cy="19754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556" y="2276855"/>
              <a:ext cx="1095756" cy="9022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7864" y="2276855"/>
              <a:ext cx="3628644" cy="9022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90059" y="2276855"/>
              <a:ext cx="1502664" cy="9022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6276" y="2276855"/>
              <a:ext cx="3092196" cy="9022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8556" y="2764536"/>
              <a:ext cx="2311908" cy="90220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5656" y="3349752"/>
              <a:ext cx="946404" cy="90220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5611" y="3349752"/>
              <a:ext cx="762000" cy="9022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1164" y="3349752"/>
              <a:ext cx="1153668" cy="9022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48384" y="3349752"/>
              <a:ext cx="1319784" cy="9022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31720" y="3349752"/>
              <a:ext cx="731519" cy="90220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295656" y="3934967"/>
            <a:ext cx="6068695" cy="2072639"/>
            <a:chOff x="295656" y="3934967"/>
            <a:chExt cx="6068695" cy="2072639"/>
          </a:xfrm>
        </p:grpSpPr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5656" y="3934967"/>
              <a:ext cx="1591056" cy="9022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67656" y="3934967"/>
              <a:ext cx="1496568" cy="9022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5656" y="4520183"/>
              <a:ext cx="937260" cy="90220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67656" y="4520183"/>
              <a:ext cx="885444" cy="9022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5656" y="5105400"/>
              <a:ext cx="1072896" cy="902208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867655" y="5105400"/>
            <a:ext cx="1072896" cy="90220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0FCB97-A38D-92A2-7555-3CBF3DB75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13</a:t>
            </a:fld>
            <a:endParaRPr lang="x-non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3616" y="288036"/>
            <a:ext cx="3133344" cy="123139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35940" y="1818131"/>
            <a:ext cx="8568055" cy="4803775"/>
            <a:chOff x="295656" y="1895855"/>
            <a:chExt cx="8568055" cy="48037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56" y="1895855"/>
              <a:ext cx="8567928" cy="90220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556" y="2383536"/>
              <a:ext cx="6502908" cy="9022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656" y="2968752"/>
              <a:ext cx="946404" cy="90220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611" y="2968752"/>
              <a:ext cx="762000" cy="9022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1164" y="2968752"/>
              <a:ext cx="1153668" cy="9022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8384" y="2968752"/>
              <a:ext cx="1098804" cy="90220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10739" y="2968752"/>
              <a:ext cx="1790700" cy="9022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5656" y="3553967"/>
              <a:ext cx="731519" cy="90220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0728" y="3553967"/>
              <a:ext cx="749808" cy="9022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4088" y="3553967"/>
              <a:ext cx="1263396" cy="90220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1036" y="3553967"/>
              <a:ext cx="963168" cy="90220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57756" y="3553967"/>
              <a:ext cx="1475232" cy="9022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96539" y="3553967"/>
              <a:ext cx="975360" cy="9022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35451" y="3553967"/>
              <a:ext cx="1363979" cy="9022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62984" y="3553967"/>
              <a:ext cx="1414272" cy="90220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940808" y="3553967"/>
              <a:ext cx="784860" cy="90220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89220" y="3553967"/>
              <a:ext cx="1627631" cy="90220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80403" y="3553967"/>
              <a:ext cx="786383" cy="90220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8556" y="4041648"/>
              <a:ext cx="4485132" cy="90220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87240" y="4041648"/>
              <a:ext cx="731520" cy="90220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95656" y="4626863"/>
              <a:ext cx="2429256" cy="90220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1668" y="5425440"/>
              <a:ext cx="435863" cy="56540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38556" y="5212079"/>
              <a:ext cx="1429512" cy="90220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1668" y="6010655"/>
              <a:ext cx="435863" cy="56540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38556" y="5797296"/>
              <a:ext cx="1749552" cy="902208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740181-4317-B961-486E-0B3F84B6D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14</a:t>
            </a:fld>
            <a:endParaRPr lang="x-non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748" y="554736"/>
            <a:ext cx="5763767" cy="12313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79" y="1751076"/>
            <a:ext cx="477012" cy="49682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05612" y="1563624"/>
            <a:ext cx="8328659" cy="3054350"/>
            <a:chOff x="705612" y="1563624"/>
            <a:chExt cx="8328659" cy="30543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3336" y="1563624"/>
              <a:ext cx="8250935" cy="7924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336" y="1947672"/>
              <a:ext cx="1760220" cy="7924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612" y="2575560"/>
              <a:ext cx="519684" cy="5349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64336" y="2417063"/>
              <a:ext cx="3974591" cy="792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5612" y="3044952"/>
              <a:ext cx="519684" cy="53492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64336" y="2886456"/>
              <a:ext cx="3755136" cy="7924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5612" y="3514344"/>
              <a:ext cx="519684" cy="5349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64336" y="3355847"/>
              <a:ext cx="6065520" cy="7924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5612" y="3983736"/>
              <a:ext cx="519684" cy="5349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4336" y="3825240"/>
              <a:ext cx="5573268" cy="792480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079" y="4951476"/>
            <a:ext cx="477012" cy="49682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783336" y="4764023"/>
            <a:ext cx="6768465" cy="1645920"/>
            <a:chOff x="783336" y="4764023"/>
            <a:chExt cx="6768465" cy="1645920"/>
          </a:xfrm>
        </p:grpSpPr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83336" y="4764023"/>
              <a:ext cx="5713476" cy="7924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96695" y="5253227"/>
              <a:ext cx="5286756" cy="6858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24371" y="4764023"/>
              <a:ext cx="713231" cy="7924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3336" y="5233415"/>
              <a:ext cx="4451604" cy="7924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62500" y="5233415"/>
              <a:ext cx="2788920" cy="79247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3336" y="5617463"/>
              <a:ext cx="3480816" cy="7924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02963" y="5617463"/>
              <a:ext cx="1444752" cy="7924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75276" y="5617463"/>
              <a:ext cx="1412748" cy="7924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815583" y="5617463"/>
              <a:ext cx="693419" cy="792480"/>
            </a:xfrm>
            <a:prstGeom prst="rect">
              <a:avLst/>
            </a:prstGeom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DF9D51-E347-FBA1-763A-81E71F90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15</a:t>
            </a:fld>
            <a:endParaRPr lang="x-non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480" y="768095"/>
            <a:ext cx="8536305" cy="4632960"/>
            <a:chOff x="411480" y="768095"/>
            <a:chExt cx="8536305" cy="4632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" y="955547"/>
              <a:ext cx="477012" cy="4968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036" y="768095"/>
              <a:ext cx="1796795" cy="7924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3391" y="768095"/>
              <a:ext cx="711707" cy="7924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036" y="1280159"/>
              <a:ext cx="5108448" cy="7924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05044" y="1280159"/>
              <a:ext cx="1059179" cy="7924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03036" y="1280159"/>
              <a:ext cx="2944367" cy="7924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9036" y="1706879"/>
              <a:ext cx="1271015" cy="792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67612" y="1706879"/>
              <a:ext cx="670560" cy="7924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65732" y="1706879"/>
              <a:ext cx="4302252" cy="7924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40536" y="2218943"/>
              <a:ext cx="1485900" cy="7924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53996" y="2218943"/>
              <a:ext cx="1030224" cy="79247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1780" y="2218943"/>
              <a:ext cx="694944" cy="7924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34284" y="2218943"/>
              <a:ext cx="1402080" cy="7924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63924" y="2218943"/>
              <a:ext cx="1376172" cy="7924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" y="2918460"/>
              <a:ext cx="477012" cy="4968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036" y="2731007"/>
              <a:ext cx="1796795" cy="7924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3391" y="2731007"/>
              <a:ext cx="711707" cy="7924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9036" y="3243072"/>
              <a:ext cx="7607808" cy="79247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69036" y="3669791"/>
              <a:ext cx="3721608" cy="7924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8203" y="3669791"/>
              <a:ext cx="670560" cy="7924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16324" y="3669791"/>
              <a:ext cx="902208" cy="7924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46091" y="3669791"/>
              <a:ext cx="1235964" cy="7924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09615" y="3669791"/>
              <a:ext cx="3227832" cy="7924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9036" y="4096511"/>
              <a:ext cx="816863" cy="7924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40536" y="4608575"/>
              <a:ext cx="1877568" cy="79248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45663" y="4608575"/>
              <a:ext cx="854963" cy="7924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28187" y="4608575"/>
              <a:ext cx="1306067" cy="79248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861815" y="4608575"/>
              <a:ext cx="833627" cy="79248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23003" y="4608575"/>
              <a:ext cx="1260348" cy="7924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010912" y="4608575"/>
              <a:ext cx="833627" cy="79248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72100" y="4608575"/>
              <a:ext cx="1807463" cy="792480"/>
            </a:xfrm>
            <a:prstGeom prst="rect">
              <a:avLst/>
            </a:prstGeom>
          </p:spPr>
        </p:pic>
      </p:grp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68E6065F-420C-03A5-1B28-3378CCDEC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16</a:t>
            </a:fld>
            <a:endParaRPr lang="x-non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1480" y="649223"/>
            <a:ext cx="8031480" cy="2115820"/>
            <a:chOff x="411480" y="649223"/>
            <a:chExt cx="8031480" cy="21158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" y="836675"/>
              <a:ext cx="477012" cy="4968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036" y="649223"/>
              <a:ext cx="1796795" cy="79247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3391" y="649223"/>
              <a:ext cx="597407" cy="7924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9036" y="1118615"/>
              <a:ext cx="4997196" cy="7924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93791" y="1118615"/>
              <a:ext cx="1757171" cy="79247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8524" y="1118615"/>
              <a:ext cx="1964435" cy="7924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9036" y="1502663"/>
              <a:ext cx="1271015" cy="792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67612" y="1502663"/>
              <a:ext cx="670560" cy="7924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65732" y="1502663"/>
              <a:ext cx="5244084" cy="79247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40536" y="1972056"/>
              <a:ext cx="5932932" cy="79247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11480" y="2910839"/>
            <a:ext cx="8082280" cy="2030095"/>
            <a:chOff x="411480" y="2910839"/>
            <a:chExt cx="8082280" cy="203009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1480" y="3098291"/>
              <a:ext cx="477012" cy="4968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9036" y="2910839"/>
              <a:ext cx="1796795" cy="79248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3391" y="2910839"/>
              <a:ext cx="597407" cy="7924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9036" y="3380231"/>
              <a:ext cx="4579620" cy="7924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76215" y="3380231"/>
              <a:ext cx="2226564" cy="7924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30339" y="3380231"/>
              <a:ext cx="1962911" cy="7924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9036" y="3764279"/>
              <a:ext cx="1382268" cy="7924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8863" y="3764279"/>
              <a:ext cx="670560" cy="7924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88236" y="3764279"/>
              <a:ext cx="4610100" cy="7924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40536" y="4148327"/>
              <a:ext cx="5699760" cy="792480"/>
            </a:xfrm>
            <a:prstGeom prst="rect">
              <a:avLst/>
            </a:prstGeom>
          </p:spPr>
        </p:pic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1D0BF6C0-D937-DA98-512B-DE7251AED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17</a:t>
            </a:fld>
            <a:endParaRPr lang="x-non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914400"/>
            <a:ext cx="4646296" cy="625652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4000" b="1" u="heavy" spc="-34" dirty="0">
                <a:uFill>
                  <a:solidFill>
                    <a:srgbClr val="000000"/>
                  </a:solidFill>
                </a:uFill>
              </a:rPr>
              <a:t>Regular</a:t>
            </a:r>
            <a:r>
              <a:rPr sz="4000" b="1" u="heavy" spc="-94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4000" b="1" u="heavy" spc="-30" dirty="0">
                <a:uFill>
                  <a:solidFill>
                    <a:srgbClr val="000000"/>
                  </a:solidFill>
                </a:uFill>
              </a:rPr>
              <a:t>Expression: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4" y="2023407"/>
            <a:ext cx="6569393" cy="2811186"/>
          </a:xfrm>
          <a:prstGeom prst="rect">
            <a:avLst/>
          </a:prstGeom>
        </p:spPr>
        <p:txBody>
          <a:bodyPr vert="horz" wrap="square" lIns="0" tIns="73819" rIns="0" bIns="0" rtlCol="0">
            <a:spAutoFit/>
          </a:bodyPr>
          <a:lstStyle/>
          <a:p>
            <a:pPr marL="200025" indent="-171450" defTabSz="685800">
              <a:spcBef>
                <a:spcPts val="581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b="1" spc="-8" dirty="0">
                <a:solidFill>
                  <a:prstClr val="black"/>
                </a:solidFill>
                <a:latin typeface="Calibri"/>
                <a:cs typeface="Calibri"/>
              </a:rPr>
              <a:t>Regular</a:t>
            </a: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8" dirty="0">
                <a:solidFill>
                  <a:prstClr val="black"/>
                </a:solidFill>
                <a:latin typeface="Calibri"/>
                <a:cs typeface="Calibri"/>
              </a:rPr>
              <a:t>Expression</a:t>
            </a:r>
            <a:r>
              <a:rPr sz="2100" b="1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b="1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one</a:t>
            </a: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b="1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language</a:t>
            </a:r>
            <a:r>
              <a:rPr sz="2100" b="1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11" dirty="0">
                <a:solidFill>
                  <a:prstClr val="black"/>
                </a:solidFill>
                <a:latin typeface="Calibri"/>
                <a:cs typeface="Calibri"/>
              </a:rPr>
              <a:t>defining</a:t>
            </a:r>
            <a:r>
              <a:rPr sz="2100" b="1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method</a:t>
            </a:r>
            <a:endParaRPr sz="21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0025" indent="-171450" defTabSz="685800">
              <a:spcBef>
                <a:spcPts val="506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In this</a:t>
            </a:r>
            <a:r>
              <a:rPr sz="2100" b="1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method,</a:t>
            </a:r>
            <a:r>
              <a:rPr sz="2100" b="1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language</a:t>
            </a: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8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b="1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11" dirty="0">
                <a:solidFill>
                  <a:prstClr val="black"/>
                </a:solidFill>
                <a:latin typeface="Calibri"/>
                <a:cs typeface="Calibri"/>
              </a:rPr>
              <a:t>represented</a:t>
            </a:r>
            <a:r>
              <a:rPr sz="2100" b="1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in</a:t>
            </a:r>
            <a:r>
              <a:rPr sz="2100" b="1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8" dirty="0">
                <a:solidFill>
                  <a:prstClr val="black"/>
                </a:solidFill>
                <a:latin typeface="Calibri"/>
                <a:cs typeface="Calibri"/>
              </a:rPr>
              <a:t>terms</a:t>
            </a:r>
            <a:r>
              <a:rPr sz="2100" b="1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of </a:t>
            </a:r>
            <a:r>
              <a:rPr sz="2100" b="1" spc="-11" dirty="0">
                <a:solidFill>
                  <a:prstClr val="black"/>
                </a:solidFill>
                <a:latin typeface="Calibri"/>
                <a:cs typeface="Calibri"/>
              </a:rPr>
              <a:t>strings</a:t>
            </a:r>
            <a:endParaRPr sz="21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0025" indent="-171450" defTabSz="685800">
              <a:spcBef>
                <a:spcPts val="495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It </a:t>
            </a: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as an </a:t>
            </a:r>
            <a:r>
              <a:rPr sz="2100" b="1" spc="-11" dirty="0">
                <a:solidFill>
                  <a:prstClr val="black"/>
                </a:solidFill>
                <a:latin typeface="Calibri"/>
                <a:cs typeface="Calibri"/>
              </a:rPr>
              <a:t>expression</a:t>
            </a:r>
            <a:r>
              <a:rPr sz="2100" b="1" spc="3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11" dirty="0">
                <a:solidFill>
                  <a:prstClr val="black"/>
                </a:solidFill>
                <a:latin typeface="Calibri"/>
                <a:cs typeface="Calibri"/>
              </a:rPr>
              <a:t>strings</a:t>
            </a:r>
            <a:r>
              <a:rPr sz="2100" b="1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and</a:t>
            </a:r>
            <a:r>
              <a:rPr sz="2100" b="1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19" dirty="0">
                <a:solidFill>
                  <a:prstClr val="black"/>
                </a:solidFill>
                <a:latin typeface="Calibri"/>
                <a:cs typeface="Calibri"/>
              </a:rPr>
              <a:t>operators.</a:t>
            </a:r>
            <a:endParaRPr sz="21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0025" indent="-171450" defTabSz="685800">
              <a:spcBef>
                <a:spcPts val="499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b="1" spc="-19" dirty="0">
                <a:solidFill>
                  <a:prstClr val="black"/>
                </a:solidFill>
                <a:latin typeface="Calibri"/>
                <a:cs typeface="Calibri"/>
              </a:rPr>
              <a:t>Operators:</a:t>
            </a:r>
            <a:endParaRPr sz="21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42925" lvl="1" indent="-171926" defTabSz="685800">
              <a:spcBef>
                <a:spcPts val="191"/>
              </a:spcBef>
              <a:buFont typeface="Arial MT"/>
              <a:buChar char="•"/>
              <a:tabLst>
                <a:tab pos="543401" algn="l"/>
                <a:tab pos="2564130" algn="l"/>
              </a:tabLst>
            </a:pP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* </a:t>
            </a:r>
            <a:r>
              <a:rPr b="1" dirty="0">
                <a:solidFill>
                  <a:prstClr val="black"/>
                </a:solidFill>
                <a:latin typeface="Wingdings"/>
                <a:cs typeface="Wingdings"/>
              </a:rPr>
              <a:t></a:t>
            </a:r>
            <a:r>
              <a:rPr b="1" spc="-56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(kleene</a:t>
            </a:r>
            <a:r>
              <a:rPr b="1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b="1" spc="-4" dirty="0">
                <a:solidFill>
                  <a:prstClr val="black"/>
                </a:solidFill>
                <a:latin typeface="Calibri"/>
                <a:cs typeface="Calibri"/>
              </a:rPr>
              <a:t>closure)	</a:t>
            </a:r>
            <a:r>
              <a:rPr b="1" dirty="0">
                <a:solidFill>
                  <a:prstClr val="black"/>
                </a:solidFill>
                <a:latin typeface="Wingdings"/>
                <a:cs typeface="Wingdings"/>
              </a:rPr>
              <a:t></a:t>
            </a:r>
            <a:r>
              <a:rPr b="1" spc="-79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[a*]</a:t>
            </a:r>
          </a:p>
          <a:p>
            <a:pPr marL="371475" defTabSz="685800">
              <a:spcBef>
                <a:spcPts val="161"/>
              </a:spcBef>
              <a:tabLst>
                <a:tab pos="760095" algn="l"/>
                <a:tab pos="2327434" algn="l"/>
                <a:tab pos="2654141" algn="l"/>
              </a:tabLst>
            </a:pPr>
            <a:r>
              <a:rPr b="1" dirty="0">
                <a:solidFill>
                  <a:prstClr val="black"/>
                </a:solidFill>
                <a:latin typeface="Arial MT"/>
                <a:cs typeface="Arial MT"/>
              </a:rPr>
              <a:t>•</a:t>
            </a:r>
            <a:r>
              <a:rPr b="1" spc="217" dirty="0">
                <a:solidFill>
                  <a:prstClr val="black"/>
                </a:solidFill>
                <a:latin typeface="Arial MT"/>
                <a:cs typeface="Arial MT"/>
              </a:rPr>
              <a:t> </a:t>
            </a: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+	</a:t>
            </a:r>
            <a:r>
              <a:rPr b="1" dirty="0">
                <a:solidFill>
                  <a:prstClr val="black"/>
                </a:solidFill>
                <a:latin typeface="Wingdings"/>
                <a:cs typeface="Wingdings"/>
              </a:rPr>
              <a:t></a:t>
            </a:r>
            <a:r>
              <a:rPr b="1" spc="-56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(kleene</a:t>
            </a:r>
            <a:r>
              <a:rPr b="1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b="1" spc="-4" dirty="0">
                <a:solidFill>
                  <a:prstClr val="black"/>
                </a:solidFill>
                <a:latin typeface="Calibri"/>
                <a:cs typeface="Calibri"/>
              </a:rPr>
              <a:t>plus)	</a:t>
            </a:r>
            <a:r>
              <a:rPr b="1" dirty="0">
                <a:solidFill>
                  <a:prstClr val="black"/>
                </a:solidFill>
                <a:latin typeface="Wingdings"/>
                <a:cs typeface="Wingdings"/>
              </a:rPr>
              <a:t></a:t>
            </a:r>
            <a:r>
              <a:rPr b="1" dirty="0">
                <a:solidFill>
                  <a:prstClr val="black"/>
                </a:solidFill>
                <a:latin typeface="Times New Roman"/>
                <a:cs typeface="Times New Roman"/>
              </a:rPr>
              <a:t>	</a:t>
            </a:r>
            <a:r>
              <a:rPr b="1" spc="8" dirty="0">
                <a:solidFill>
                  <a:prstClr val="black"/>
                </a:solidFill>
                <a:latin typeface="Cambria Math"/>
                <a:cs typeface="Cambria Math"/>
              </a:rPr>
              <a:t>[a</a:t>
            </a:r>
            <a:r>
              <a:rPr sz="1969" b="1" spc="11" baseline="28571" dirty="0">
                <a:solidFill>
                  <a:prstClr val="black"/>
                </a:solidFill>
                <a:latin typeface="Cambria Math"/>
                <a:cs typeface="Cambria Math"/>
              </a:rPr>
              <a:t>+</a:t>
            </a:r>
            <a:r>
              <a:rPr b="1" spc="8" dirty="0">
                <a:solidFill>
                  <a:prstClr val="black"/>
                </a:solidFill>
                <a:latin typeface="Cambria Math"/>
                <a:cs typeface="Cambria Math"/>
              </a:rPr>
              <a:t>]</a:t>
            </a:r>
            <a:endParaRPr b="1" dirty="0">
              <a:solidFill>
                <a:prstClr val="black"/>
              </a:solidFill>
              <a:latin typeface="Cambria Math"/>
              <a:cs typeface="Cambria Math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490967"/>
              </p:ext>
            </p:extLst>
          </p:nvPr>
        </p:nvGraphicFramePr>
        <p:xfrm>
          <a:off x="1066800" y="4834593"/>
          <a:ext cx="3962399" cy="6427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1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1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923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2655"/>
                        </a:lnSpc>
                        <a:buFont typeface="Arial MT"/>
                        <a:buChar char="•"/>
                        <a:tabLst>
                          <a:tab pos="260350" algn="l"/>
                        </a:tabLst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.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2655"/>
                        </a:lnSpc>
                      </a:pPr>
                      <a:r>
                        <a:rPr sz="1800" b="1" dirty="0">
                          <a:latin typeface="Wingdings"/>
                          <a:cs typeface="Wingdings"/>
                        </a:rPr>
                        <a:t></a:t>
                      </a:r>
                      <a:endParaRPr sz="1800" b="1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ts val="2655"/>
                        </a:lnSpc>
                        <a:tabLst>
                          <a:tab pos="2149475" algn="l"/>
                          <a:tab pos="2583815" algn="l"/>
                        </a:tabLst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(concatenation)	</a:t>
                      </a:r>
                      <a:r>
                        <a:rPr sz="1800" b="1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[ab]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23">
                <a:tc>
                  <a:txBody>
                    <a:bodyPr/>
                    <a:lstStyle/>
                    <a:p>
                      <a:pPr marL="31750">
                        <a:lnSpc>
                          <a:spcPts val="2810"/>
                        </a:lnSpc>
                      </a:pPr>
                      <a:r>
                        <a:rPr sz="1800" b="1" dirty="0">
                          <a:latin typeface="Arial MT"/>
                          <a:cs typeface="Arial MT"/>
                        </a:rPr>
                        <a:t>•</a:t>
                      </a:r>
                      <a:r>
                        <a:rPr sz="1800" b="1" spc="2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+</a:t>
                      </a:r>
                      <a:endParaRPr sz="1800" b="1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ts val="2810"/>
                        </a:lnSpc>
                      </a:pPr>
                      <a:r>
                        <a:rPr sz="1800" b="1" dirty="0">
                          <a:latin typeface="Wingdings"/>
                          <a:cs typeface="Wingdings"/>
                        </a:rPr>
                        <a:t>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810"/>
                        </a:lnSpc>
                        <a:tabLst>
                          <a:tab pos="1169670" algn="l"/>
                          <a:tab pos="1604010" algn="l"/>
                        </a:tabLst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(union)	</a:t>
                      </a:r>
                      <a:r>
                        <a:rPr sz="1800" b="1" dirty="0">
                          <a:latin typeface="Wingdings"/>
                          <a:cs typeface="Wingdings"/>
                        </a:rPr>
                        <a:t>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[a+b]</a:t>
                      </a:r>
                      <a:endParaRPr sz="1800" b="1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CC334-C1F7-91AA-FA05-BE547A0E32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252" y="1083727"/>
            <a:ext cx="8151495" cy="56409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600" b="1" i="0" spc="-23" dirty="0"/>
              <a:t>Kleene</a:t>
            </a:r>
            <a:r>
              <a:rPr sz="3600" b="1" i="0" spc="-71" dirty="0"/>
              <a:t> </a:t>
            </a:r>
            <a:r>
              <a:rPr sz="3600" b="1" i="0" spc="-30" dirty="0"/>
              <a:t>Closure/</a:t>
            </a:r>
            <a:r>
              <a:rPr sz="3600" b="1" i="0" spc="-71" dirty="0"/>
              <a:t> </a:t>
            </a:r>
            <a:r>
              <a:rPr sz="3600" b="1" i="0" spc="-23" dirty="0"/>
              <a:t>Kleene</a:t>
            </a:r>
            <a:r>
              <a:rPr sz="3600" b="1" i="0" spc="-71" dirty="0"/>
              <a:t> </a:t>
            </a:r>
            <a:r>
              <a:rPr sz="3600" b="1" i="0" spc="-30" dirty="0"/>
              <a:t>star/</a:t>
            </a:r>
            <a:r>
              <a:rPr sz="3600" b="1" i="0" spc="-83" dirty="0"/>
              <a:t> </a:t>
            </a:r>
            <a:r>
              <a:rPr sz="3600" b="1" i="0" spc="-23" dirty="0"/>
              <a:t>Kleene</a:t>
            </a:r>
            <a:r>
              <a:rPr sz="3600" b="1" i="0" spc="-68" dirty="0"/>
              <a:t> </a:t>
            </a:r>
            <a:r>
              <a:rPr sz="3600" b="1" i="0" spc="-38" dirty="0"/>
              <a:t>operator: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68655" y="2202142"/>
            <a:ext cx="7621429" cy="3008035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200025" marR="22860" indent="-171450" defTabSz="685800">
              <a:lnSpc>
                <a:spcPts val="2273"/>
              </a:lnSpc>
              <a:spcBef>
                <a:spcPts val="356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It is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undetermined</a:t>
            </a:r>
            <a:r>
              <a:rPr sz="2100" spc="3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38" dirty="0">
                <a:solidFill>
                  <a:prstClr val="black"/>
                </a:solidFill>
                <a:latin typeface="Calibri"/>
                <a:cs typeface="Calibri"/>
              </a:rPr>
              <a:t>power,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represent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infinite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number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terms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can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be </a:t>
            </a:r>
            <a:r>
              <a:rPr sz="2100" spc="-46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made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including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empty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string.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00025" indent="-171450" defTabSz="685800">
              <a:spcBef>
                <a:spcPts val="465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Denoted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by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*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(star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or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asterisk)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00025" indent="-171450" defTabSz="685800">
              <a:spcBef>
                <a:spcPts val="495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* means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(zero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or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more)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00025" indent="-171450" defTabSz="685800">
              <a:spcBef>
                <a:spcPts val="499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Example: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542925" lvl="1" indent="-171926" defTabSz="685800">
              <a:spcBef>
                <a:spcPts val="191"/>
              </a:spcBef>
              <a:buFont typeface="Arial MT"/>
              <a:buChar char="•"/>
              <a:tabLst>
                <a:tab pos="543401" algn="l"/>
              </a:tabLst>
            </a:pPr>
            <a:r>
              <a:rPr spc="23" dirty="0">
                <a:solidFill>
                  <a:prstClr val="black"/>
                </a:solidFill>
                <a:latin typeface="Calibri"/>
                <a:cs typeface="Calibri"/>
              </a:rPr>
              <a:t>∑</a:t>
            </a:r>
            <a:r>
              <a:rPr sz="1969" spc="33" baseline="31746" dirty="0">
                <a:solidFill>
                  <a:prstClr val="black"/>
                </a:solidFill>
                <a:latin typeface="Cambria Math"/>
                <a:cs typeface="Cambria Math"/>
              </a:rPr>
              <a:t>∗</a:t>
            </a:r>
            <a:r>
              <a:rPr spc="23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{a}</a:t>
            </a:r>
            <a:r>
              <a:rPr sz="1969" baseline="34920" dirty="0">
                <a:solidFill>
                  <a:prstClr val="black"/>
                </a:solidFill>
                <a:latin typeface="Cambria Math"/>
                <a:cs typeface="Cambria Math"/>
              </a:rPr>
              <a:t>∗</a:t>
            </a:r>
            <a:r>
              <a:rPr sz="1969" spc="248" baseline="3492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{^,a,aa,aaa,aaaa,aaaaa……}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  <a:p>
            <a:pPr marL="542925" lvl="1" indent="-171926" defTabSz="685800">
              <a:spcBef>
                <a:spcPts val="153"/>
              </a:spcBef>
              <a:buFont typeface="Arial MT"/>
              <a:buChar char="•"/>
              <a:tabLst>
                <a:tab pos="543401" algn="l"/>
              </a:tabLst>
            </a:pPr>
            <a:r>
              <a:rPr spc="23" dirty="0">
                <a:solidFill>
                  <a:prstClr val="black"/>
                </a:solidFill>
                <a:latin typeface="Calibri"/>
                <a:cs typeface="Calibri"/>
              </a:rPr>
              <a:t>∑</a:t>
            </a:r>
            <a:r>
              <a:rPr sz="1969" spc="33" baseline="31746" dirty="0">
                <a:solidFill>
                  <a:prstClr val="black"/>
                </a:solidFill>
                <a:latin typeface="Cambria Math"/>
                <a:cs typeface="Cambria Math"/>
              </a:rPr>
              <a:t>∗</a:t>
            </a:r>
            <a:r>
              <a:rPr spc="23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{a,b}</a:t>
            </a:r>
            <a:r>
              <a:rPr sz="1969" spc="-5" baseline="34920" dirty="0">
                <a:solidFill>
                  <a:prstClr val="black"/>
                </a:solidFill>
                <a:latin typeface="Cambria Math"/>
                <a:cs typeface="Cambria Math"/>
              </a:rPr>
              <a:t>∗</a:t>
            </a:r>
            <a:r>
              <a:rPr sz="1969" spc="298" baseline="3492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{^,a,b,aa,ab,ba,bb,aaa,aab,aba,bbb,aabb,abab……}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  <a:p>
            <a:pPr marL="542925" lvl="1" indent="-171926" defTabSz="685800">
              <a:spcBef>
                <a:spcPts val="153"/>
              </a:spcBef>
              <a:buFont typeface="Arial MT"/>
              <a:buChar char="•"/>
              <a:tabLst>
                <a:tab pos="543401" algn="l"/>
                <a:tab pos="1236345" algn="l"/>
              </a:tabLst>
            </a:pP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(ab*a)	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{aa,a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a,a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a,a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bbb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a,a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bbbb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a,…….}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  <a:p>
            <a:pPr marL="542925" lvl="1" indent="-171926" defTabSz="685800">
              <a:spcBef>
                <a:spcPts val="161"/>
              </a:spcBef>
              <a:buFont typeface="Arial MT"/>
              <a:buChar char="•"/>
              <a:tabLst>
                <a:tab pos="543401" algn="l"/>
              </a:tabLst>
            </a:pP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(a*bba*)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 {bb,</a:t>
            </a:r>
            <a:r>
              <a:rPr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bb,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bb,</a:t>
            </a:r>
            <a:r>
              <a:rPr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aa,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…..</a:t>
            </a:r>
            <a:r>
              <a:rPr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}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9AFDF-F398-7230-2817-B9F1542EAA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8654" y="1070903"/>
            <a:ext cx="8227696" cy="56409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600" b="1" i="0" spc="-23" dirty="0"/>
              <a:t>Kleene</a:t>
            </a:r>
            <a:r>
              <a:rPr sz="3600" b="1" i="0" spc="-71" dirty="0"/>
              <a:t> </a:t>
            </a:r>
            <a:r>
              <a:rPr sz="3600" b="1" i="0" spc="-23" dirty="0"/>
              <a:t>Plus/</a:t>
            </a:r>
            <a:r>
              <a:rPr sz="3600" b="1" i="0" spc="-68" dirty="0"/>
              <a:t> </a:t>
            </a:r>
            <a:r>
              <a:rPr sz="3600" b="1" i="0" spc="-23" dirty="0"/>
              <a:t>Kleene</a:t>
            </a:r>
            <a:r>
              <a:rPr sz="3600" b="1" i="0" spc="-79" dirty="0"/>
              <a:t> </a:t>
            </a:r>
            <a:r>
              <a:rPr sz="3600" b="1" i="0" spc="-34" dirty="0"/>
              <a:t>Positive/</a:t>
            </a:r>
            <a:r>
              <a:rPr sz="3600" b="1" i="0" spc="-64" dirty="0"/>
              <a:t> </a:t>
            </a:r>
            <a:r>
              <a:rPr sz="3600" b="1" i="0" spc="-34" dirty="0"/>
              <a:t>Positive</a:t>
            </a:r>
            <a:r>
              <a:rPr sz="3600" b="1" i="0" spc="-79" dirty="0"/>
              <a:t> </a:t>
            </a:r>
            <a:r>
              <a:rPr sz="3600" b="1" i="0" spc="-26" dirty="0"/>
              <a:t>closure: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68654" y="2202142"/>
            <a:ext cx="7782878" cy="3020859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200025" marR="22860" indent="-171450" defTabSz="685800">
              <a:lnSpc>
                <a:spcPts val="2273"/>
              </a:lnSpc>
              <a:spcBef>
                <a:spcPts val="356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It is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also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undetermined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38" dirty="0">
                <a:solidFill>
                  <a:prstClr val="black"/>
                </a:solidFill>
                <a:latin typeface="Calibri"/>
                <a:cs typeface="Calibri"/>
              </a:rPr>
              <a:t>power,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represent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infinite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number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 terms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can </a:t>
            </a:r>
            <a:r>
              <a:rPr sz="2100" spc="-46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be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made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except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empty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string.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00025" indent="-171450" defTabSz="685800">
              <a:spcBef>
                <a:spcPts val="465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Denoted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by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(plus/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positive)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8575" defTabSz="685800">
              <a:spcBef>
                <a:spcPts val="495"/>
              </a:spcBef>
            </a:pPr>
            <a:r>
              <a:rPr sz="2100" spc="-4" dirty="0">
                <a:solidFill>
                  <a:prstClr val="black"/>
                </a:solidFill>
                <a:latin typeface="Arial MT"/>
                <a:cs typeface="Arial MT"/>
              </a:rPr>
              <a:t>•</a:t>
            </a:r>
            <a:r>
              <a:rPr sz="2100" spc="19" dirty="0">
                <a:solidFill>
                  <a:prstClr val="black"/>
                </a:solidFill>
                <a:latin typeface="Arial MT"/>
                <a:cs typeface="Arial MT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means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(one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or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more)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00025" indent="-171450" defTabSz="685800">
              <a:spcBef>
                <a:spcPts val="499"/>
              </a:spcBef>
              <a:buFont typeface="Arial MT"/>
              <a:buChar char="•"/>
              <a:tabLst>
                <a:tab pos="20002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Examples: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542925" lvl="1" indent="-171926" defTabSz="685800">
              <a:spcBef>
                <a:spcPts val="289"/>
              </a:spcBef>
              <a:buFont typeface="Arial MT"/>
              <a:buChar char="•"/>
              <a:tabLst>
                <a:tab pos="543401" algn="l"/>
              </a:tabLst>
            </a:pPr>
            <a:r>
              <a:rPr spc="15" dirty="0">
                <a:solidFill>
                  <a:prstClr val="black"/>
                </a:solidFill>
                <a:latin typeface="Calibri"/>
                <a:cs typeface="Calibri"/>
              </a:rPr>
              <a:t>∑</a:t>
            </a:r>
            <a:r>
              <a:rPr sz="1969" spc="23" baseline="31746" dirty="0">
                <a:solidFill>
                  <a:prstClr val="black"/>
                </a:solidFill>
                <a:latin typeface="Cambria Math"/>
                <a:cs typeface="Cambria Math"/>
              </a:rPr>
              <a:t>+</a:t>
            </a:r>
            <a:r>
              <a:rPr spc="15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prstClr val="black"/>
                </a:solidFill>
                <a:latin typeface="Calibri"/>
                <a:cs typeface="Calibri"/>
              </a:rPr>
              <a:t>{a}</a:t>
            </a:r>
            <a:r>
              <a:rPr sz="1969" spc="-11" baseline="34920" dirty="0">
                <a:solidFill>
                  <a:prstClr val="black"/>
                </a:solidFill>
                <a:latin typeface="Cambria Math"/>
                <a:cs typeface="Cambria Math"/>
              </a:rPr>
              <a:t>+</a:t>
            </a:r>
            <a:r>
              <a:rPr sz="1969" spc="248" baseline="3492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{a,aa,aaa,aaaa,aaaaa……}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  <a:p>
            <a:pPr marL="542925" lvl="1" indent="-171926" defTabSz="685800">
              <a:spcBef>
                <a:spcPts val="248"/>
              </a:spcBef>
              <a:buFont typeface="Arial MT"/>
              <a:buChar char="•"/>
              <a:tabLst>
                <a:tab pos="543401" algn="l"/>
              </a:tabLst>
            </a:pPr>
            <a:r>
              <a:rPr spc="15" dirty="0">
                <a:solidFill>
                  <a:prstClr val="black"/>
                </a:solidFill>
                <a:latin typeface="Calibri"/>
                <a:cs typeface="Calibri"/>
              </a:rPr>
              <a:t>∑</a:t>
            </a:r>
            <a:r>
              <a:rPr sz="1969" spc="23" baseline="31746" dirty="0">
                <a:solidFill>
                  <a:prstClr val="black"/>
                </a:solidFill>
                <a:latin typeface="Cambria Math"/>
                <a:cs typeface="Cambria Math"/>
              </a:rPr>
              <a:t>+</a:t>
            </a:r>
            <a:r>
              <a:rPr spc="15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8" dirty="0">
                <a:solidFill>
                  <a:prstClr val="black"/>
                </a:solidFill>
                <a:latin typeface="Calibri"/>
                <a:cs typeface="Calibri"/>
              </a:rPr>
              <a:t>{a,b}</a:t>
            </a:r>
            <a:r>
              <a:rPr sz="1969" spc="-11" baseline="34920" dirty="0">
                <a:solidFill>
                  <a:prstClr val="black"/>
                </a:solidFill>
                <a:latin typeface="Cambria Math"/>
                <a:cs typeface="Cambria Math"/>
              </a:rPr>
              <a:t>+</a:t>
            </a:r>
            <a:r>
              <a:rPr sz="1969" spc="287" baseline="34920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{a,b,aa,ab,ba,bb,aaa,aab,aba,bbb,aabb,abab……}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  <a:p>
            <a:pPr marL="542925" lvl="1" indent="-171926" defTabSz="685800">
              <a:spcBef>
                <a:spcPts val="150"/>
              </a:spcBef>
              <a:buFont typeface="Arial MT"/>
              <a:buChar char="•"/>
              <a:tabLst>
                <a:tab pos="543401" algn="l"/>
                <a:tab pos="1258729" algn="l"/>
              </a:tabLst>
            </a:pPr>
            <a:r>
              <a:rPr spc="8" dirty="0">
                <a:solidFill>
                  <a:prstClr val="black"/>
                </a:solidFill>
                <a:latin typeface="Calibri"/>
                <a:cs typeface="Calibri"/>
              </a:rPr>
              <a:t>(a</a:t>
            </a:r>
            <a:r>
              <a:rPr spc="8" dirty="0">
                <a:solidFill>
                  <a:prstClr val="black"/>
                </a:solidFill>
                <a:latin typeface="Cambria Math"/>
                <a:cs typeface="Cambria Math"/>
              </a:rPr>
              <a:t>b</a:t>
            </a:r>
            <a:r>
              <a:rPr sz="1969" spc="11" baseline="28571" dirty="0">
                <a:solidFill>
                  <a:prstClr val="black"/>
                </a:solidFill>
                <a:latin typeface="Cambria Math"/>
                <a:cs typeface="Cambria Math"/>
              </a:rPr>
              <a:t>+</a:t>
            </a:r>
            <a:r>
              <a:rPr spc="8" dirty="0">
                <a:solidFill>
                  <a:prstClr val="black"/>
                </a:solidFill>
                <a:latin typeface="Calibri"/>
                <a:cs typeface="Calibri"/>
              </a:rPr>
              <a:t>a)	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 {a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b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a,a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a,a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bbb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a,a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bbbb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a,…….}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  <a:p>
            <a:pPr marL="542925" lvl="1" indent="-171926" defTabSz="685800">
              <a:spcBef>
                <a:spcPts val="153"/>
              </a:spcBef>
              <a:buFont typeface="Arial MT"/>
              <a:buChar char="•"/>
              <a:tabLst>
                <a:tab pos="543401" algn="l"/>
              </a:tabLst>
            </a:pPr>
            <a:r>
              <a:rPr spc="8" dirty="0">
                <a:solidFill>
                  <a:prstClr val="black"/>
                </a:solidFill>
                <a:latin typeface="Calibri"/>
                <a:cs typeface="Calibri"/>
              </a:rPr>
              <a:t>(</a:t>
            </a:r>
            <a:r>
              <a:rPr spc="8" dirty="0">
                <a:solidFill>
                  <a:prstClr val="black"/>
                </a:solidFill>
                <a:latin typeface="Cambria Math"/>
                <a:cs typeface="Cambria Math"/>
              </a:rPr>
              <a:t>a</a:t>
            </a:r>
            <a:r>
              <a:rPr sz="1969" spc="11" baseline="28571" dirty="0">
                <a:solidFill>
                  <a:prstClr val="black"/>
                </a:solidFill>
                <a:latin typeface="Cambria Math"/>
                <a:cs typeface="Cambria Math"/>
              </a:rPr>
              <a:t>+</a:t>
            </a:r>
            <a:r>
              <a:rPr spc="8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8" dirty="0">
                <a:solidFill>
                  <a:prstClr val="black"/>
                </a:solidFill>
                <a:latin typeface="Cambria Math"/>
                <a:cs typeface="Cambria Math"/>
              </a:rPr>
              <a:t>a</a:t>
            </a:r>
            <a:r>
              <a:rPr sz="1969" spc="11" baseline="28571" dirty="0">
                <a:solidFill>
                  <a:prstClr val="black"/>
                </a:solidFill>
                <a:latin typeface="Cambria Math"/>
                <a:cs typeface="Cambria Math"/>
              </a:rPr>
              <a:t>+</a:t>
            </a:r>
            <a:r>
              <a:rPr spc="8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{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bb</a:t>
            </a:r>
            <a:r>
              <a:rPr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pc="-4" dirty="0">
                <a:solidFill>
                  <a:prstClr val="black"/>
                </a:solidFill>
                <a:latin typeface="Calibri"/>
                <a:cs typeface="Calibri"/>
              </a:rPr>
              <a:t>…..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}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71333-C260-C1AA-D9CB-59C86B76E0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416" y="1036105"/>
            <a:ext cx="6475095" cy="564096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9"/>
              </a:spcBef>
            </a:pPr>
            <a:r>
              <a:rPr sz="3600" b="1" spc="-4" dirty="0"/>
              <a:t>Extended</a:t>
            </a:r>
            <a:r>
              <a:rPr sz="3600" b="1" spc="-26" dirty="0"/>
              <a:t> </a:t>
            </a:r>
            <a:r>
              <a:rPr sz="3600" b="1" spc="-11" dirty="0"/>
              <a:t>Regular</a:t>
            </a:r>
            <a:r>
              <a:rPr sz="3600" b="1" dirty="0"/>
              <a:t> Exp</a:t>
            </a:r>
            <a:r>
              <a:rPr sz="3600" b="1" spc="-23" dirty="0"/>
              <a:t> </a:t>
            </a:r>
            <a:r>
              <a:rPr sz="3600" b="1" spc="-11" dirty="0"/>
              <a:t>Notations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349364"/>
              </p:ext>
            </p:extLst>
          </p:nvPr>
        </p:nvGraphicFramePr>
        <p:xfrm>
          <a:off x="673416" y="2239201"/>
          <a:ext cx="5727383" cy="3018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2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782">
                <a:tc>
                  <a:txBody>
                    <a:bodyPr/>
                    <a:lstStyle/>
                    <a:p>
                      <a:pPr marL="260350" indent="-228600">
                        <a:lnSpc>
                          <a:spcPts val="3095"/>
                        </a:lnSpc>
                        <a:buFont typeface="Arial MT"/>
                        <a:buChar char="•"/>
                        <a:tabLst>
                          <a:tab pos="260350" algn="l"/>
                        </a:tabLst>
                      </a:pPr>
                      <a:r>
                        <a:rPr sz="2100" spc="-5" dirty="0">
                          <a:latin typeface="Calibri"/>
                          <a:cs typeface="Calibri"/>
                        </a:rPr>
                        <a:t>a?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ts val="3095"/>
                        </a:lnSpc>
                      </a:pPr>
                      <a:r>
                        <a:rPr sz="2100" dirty="0">
                          <a:latin typeface="Wingdings"/>
                          <a:cs typeface="Wingdings"/>
                        </a:rPr>
                        <a:t></a:t>
                      </a:r>
                      <a:endParaRPr sz="21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885">
                        <a:lnSpc>
                          <a:spcPts val="3095"/>
                        </a:lnSpc>
                      </a:pPr>
                      <a:r>
                        <a:rPr sz="2100" spc="-25" dirty="0">
                          <a:latin typeface="Calibri"/>
                          <a:cs typeface="Calibri"/>
                        </a:rPr>
                        <a:t>(zero </a:t>
                      </a:r>
                      <a:r>
                        <a:rPr sz="21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" dirty="0">
                          <a:latin typeface="Calibri"/>
                          <a:cs typeface="Calibri"/>
                        </a:rPr>
                        <a:t>one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0" dirty="0">
                          <a:latin typeface="Calibri"/>
                          <a:cs typeface="Calibri"/>
                        </a:rPr>
                        <a:t>a’s)</a:t>
                      </a:r>
                      <a:endParaRPr sz="21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845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30"/>
                        </a:spcBef>
                        <a:buFont typeface="Arial MT"/>
                        <a:buChar char="•"/>
                        <a:tabLst>
                          <a:tab pos="260350" algn="l"/>
                        </a:tabLst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[A-Z]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383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100" dirty="0">
                          <a:latin typeface="Wingdings"/>
                          <a:cs typeface="Wingdings"/>
                        </a:rPr>
                        <a:t></a:t>
                      </a:r>
                      <a:endParaRPr sz="2100">
                        <a:latin typeface="Wingdings"/>
                        <a:cs typeface="Wingdings"/>
                      </a:endParaRPr>
                    </a:p>
                  </a:txBody>
                  <a:tcPr marL="0" marR="0" marT="12383" marB="0"/>
                </a:tc>
                <a:tc>
                  <a:txBody>
                    <a:bodyPr/>
                    <a:lstStyle/>
                    <a:p>
                      <a:pPr marL="9848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(Range</a:t>
                      </a:r>
                      <a:r>
                        <a:rPr sz="2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Z)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383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051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25"/>
                        </a:spcBef>
                        <a:buFont typeface="Arial MT"/>
                        <a:buChar char="•"/>
                        <a:tabLst>
                          <a:tab pos="260350" algn="l"/>
                        </a:tabLst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[x/y/z]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1906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100" dirty="0">
                          <a:latin typeface="Wingdings"/>
                          <a:cs typeface="Wingdings"/>
                        </a:rPr>
                        <a:t></a:t>
                      </a:r>
                      <a:endParaRPr sz="2100">
                        <a:latin typeface="Wingdings"/>
                        <a:cs typeface="Wingdings"/>
                      </a:endParaRPr>
                    </a:p>
                  </a:txBody>
                  <a:tcPr marL="0" marR="0" marT="11906" marB="0"/>
                </a:tc>
                <a:tc>
                  <a:txBody>
                    <a:bodyPr/>
                    <a:lstStyle/>
                    <a:p>
                      <a:pPr marL="9848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(either </a:t>
                      </a:r>
                      <a:r>
                        <a:rPr sz="2100" spc="-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21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z)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1906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818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25"/>
                        </a:spcBef>
                        <a:buFont typeface="Arial MT"/>
                        <a:buChar char="•"/>
                        <a:tabLst>
                          <a:tab pos="260350" algn="l"/>
                        </a:tabLst>
                      </a:pPr>
                      <a:r>
                        <a:rPr sz="2100" spc="-5" dirty="0">
                          <a:latin typeface="Calibri"/>
                          <a:cs typeface="Calibri"/>
                        </a:rPr>
                        <a:t>xy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1906" marB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100" dirty="0">
                          <a:latin typeface="Wingdings"/>
                          <a:cs typeface="Wingdings"/>
                        </a:rPr>
                        <a:t></a:t>
                      </a:r>
                      <a:endParaRPr sz="2100">
                        <a:latin typeface="Wingdings"/>
                        <a:cs typeface="Wingdings"/>
                      </a:endParaRPr>
                    </a:p>
                  </a:txBody>
                  <a:tcPr marL="0" marR="0" marT="11906" marB="0"/>
                </a:tc>
                <a:tc>
                  <a:txBody>
                    <a:bodyPr/>
                    <a:lstStyle/>
                    <a:p>
                      <a:pPr marL="98488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2100" spc="-15" dirty="0">
                          <a:latin typeface="Calibri"/>
                          <a:cs typeface="Calibri"/>
                        </a:rPr>
                        <a:t>(concatenation)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1906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181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130"/>
                        </a:spcBef>
                        <a:buFont typeface="Arial MT"/>
                        <a:buChar char="•"/>
                        <a:tabLst>
                          <a:tab pos="260350" algn="l"/>
                        </a:tabLst>
                      </a:pPr>
                      <a:r>
                        <a:rPr sz="2100" spc="-5" dirty="0">
                          <a:latin typeface="Calibri"/>
                          <a:cs typeface="Calibri"/>
                        </a:rPr>
                        <a:t>R*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383" marB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100" dirty="0">
                          <a:latin typeface="Wingdings"/>
                          <a:cs typeface="Wingdings"/>
                        </a:rPr>
                        <a:t></a:t>
                      </a:r>
                      <a:endParaRPr sz="2100">
                        <a:latin typeface="Wingdings"/>
                        <a:cs typeface="Wingdings"/>
                      </a:endParaRPr>
                    </a:p>
                  </a:txBody>
                  <a:tcPr marL="0" marR="0" marT="12383" marB="0"/>
                </a:tc>
                <a:tc>
                  <a:txBody>
                    <a:bodyPr/>
                    <a:lstStyle/>
                    <a:p>
                      <a:pPr marL="98488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2100" spc="-30" dirty="0">
                          <a:latin typeface="Calibri"/>
                          <a:cs typeface="Calibri"/>
                        </a:rPr>
                        <a:t>(zero </a:t>
                      </a:r>
                      <a:r>
                        <a:rPr sz="21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more)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383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921">
                <a:tc>
                  <a:txBody>
                    <a:bodyPr/>
                    <a:lstStyle/>
                    <a:p>
                      <a:pPr marL="260350" indent="-228600">
                        <a:lnSpc>
                          <a:spcPct val="100000"/>
                        </a:lnSpc>
                        <a:spcBef>
                          <a:spcPts val="340"/>
                        </a:spcBef>
                        <a:buFont typeface="Arial MT"/>
                        <a:buChar char="•"/>
                        <a:tabLst>
                          <a:tab pos="260350" algn="l"/>
                        </a:tabLst>
                      </a:pPr>
                      <a:r>
                        <a:rPr sz="2100" spc="-25" dirty="0">
                          <a:latin typeface="Cambria Math"/>
                          <a:cs typeface="Cambria Math"/>
                        </a:rPr>
                        <a:t>R</a:t>
                      </a:r>
                      <a:r>
                        <a:rPr sz="2300" spc="-37" baseline="27100" dirty="0">
                          <a:latin typeface="Cambria Math"/>
                          <a:cs typeface="Cambria Math"/>
                        </a:rPr>
                        <a:t>+</a:t>
                      </a:r>
                      <a:endParaRPr sz="2300" baseline="27100">
                        <a:latin typeface="Cambria Math"/>
                        <a:cs typeface="Cambria Math"/>
                      </a:endParaRPr>
                    </a:p>
                  </a:txBody>
                  <a:tcPr marL="0" marR="0" marT="32385" marB="0"/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100" dirty="0">
                          <a:latin typeface="Wingdings"/>
                          <a:cs typeface="Wingdings"/>
                        </a:rPr>
                        <a:t></a:t>
                      </a:r>
                      <a:endParaRPr sz="2100">
                        <a:latin typeface="Wingdings"/>
                        <a:cs typeface="Wingdings"/>
                      </a:endParaRPr>
                    </a:p>
                  </a:txBody>
                  <a:tcPr marL="0" marR="0" marT="32385" marB="0"/>
                </a:tc>
                <a:tc>
                  <a:txBody>
                    <a:bodyPr/>
                    <a:lstStyle/>
                    <a:p>
                      <a:pPr marL="9848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100" spc="-5" dirty="0">
                          <a:latin typeface="Calibri"/>
                          <a:cs typeface="Calibri"/>
                        </a:rPr>
                        <a:t>(one</a:t>
                      </a:r>
                      <a:r>
                        <a:rPr sz="2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1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10" dirty="0">
                          <a:latin typeface="Calibri"/>
                          <a:cs typeface="Calibri"/>
                        </a:rPr>
                        <a:t>more)</a:t>
                      </a:r>
                      <a:endParaRPr sz="2100" dirty="0">
                        <a:latin typeface="Calibri"/>
                        <a:cs typeface="Calibri"/>
                      </a:endParaRPr>
                    </a:p>
                  </a:txBody>
                  <a:tcPr marL="0" marR="0" marT="3238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C9F83-086F-A332-10BD-28EB294D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21</a:t>
            </a:fld>
            <a:endParaRPr lang="x-non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130695"/>
            <a:ext cx="2131695" cy="517930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9"/>
              </a:spcBef>
            </a:pPr>
            <a:r>
              <a:rPr b="1" dirty="0"/>
              <a:t>E</a:t>
            </a:r>
            <a:r>
              <a:rPr b="1" spc="-64" dirty="0"/>
              <a:t>x</a:t>
            </a:r>
            <a:r>
              <a:rPr b="1"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9129" y="1790290"/>
            <a:ext cx="4639628" cy="3114539"/>
          </a:xfrm>
          <a:prstGeom prst="rect">
            <a:avLst/>
          </a:prstGeom>
        </p:spPr>
        <p:txBody>
          <a:bodyPr vert="horz" wrap="square" lIns="0" tIns="73819" rIns="0" bIns="0" rtlCol="0">
            <a:spAutoFit/>
          </a:bodyPr>
          <a:lstStyle/>
          <a:p>
            <a:pPr marL="209550" indent="-171450">
              <a:spcBef>
                <a:spcPts val="581"/>
              </a:spcBef>
              <a:buFont typeface="Arial MT"/>
              <a:buChar char="•"/>
              <a:tabLst>
                <a:tab pos="209550" algn="l"/>
              </a:tabLst>
            </a:pPr>
            <a:r>
              <a:rPr sz="2100" spc="-8" dirty="0">
                <a:latin typeface="Calibri"/>
                <a:cs typeface="Calibri"/>
              </a:rPr>
              <a:t>String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contains</a:t>
            </a:r>
            <a:r>
              <a:rPr sz="2100" spc="23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any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number</a:t>
            </a:r>
            <a:r>
              <a:rPr sz="2100" spc="19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of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9" dirty="0">
                <a:latin typeface="Calibri"/>
                <a:cs typeface="Calibri"/>
              </a:rPr>
              <a:t>‘a’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19" dirty="0">
                <a:latin typeface="Calibri"/>
                <a:cs typeface="Calibri"/>
              </a:rPr>
              <a:t>letters</a:t>
            </a:r>
            <a:endParaRPr sz="2100">
              <a:latin typeface="Calibri"/>
              <a:cs typeface="Calibri"/>
            </a:endParaRPr>
          </a:p>
          <a:p>
            <a:pPr marL="209550" indent="-171450">
              <a:spcBef>
                <a:spcPts val="506"/>
              </a:spcBef>
              <a:buFont typeface="Arial MT"/>
              <a:buChar char="•"/>
              <a:tabLst>
                <a:tab pos="209550" algn="l"/>
              </a:tabLst>
            </a:pPr>
            <a:r>
              <a:rPr sz="2100" spc="-4" dirty="0">
                <a:latin typeface="Calibri"/>
                <a:cs typeface="Calibri"/>
              </a:rPr>
              <a:t>L</a:t>
            </a:r>
            <a:r>
              <a:rPr sz="2100" spc="-8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=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{</a:t>
            </a:r>
            <a:r>
              <a:rPr sz="2100" spc="-8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^,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a,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aa,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aaa,</a:t>
            </a:r>
            <a:r>
              <a:rPr sz="2100" spc="-11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aaaa,</a:t>
            </a:r>
            <a:r>
              <a:rPr sz="2100" spc="-23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…..}</a:t>
            </a:r>
            <a:endParaRPr sz="2100">
              <a:latin typeface="Calibri"/>
              <a:cs typeface="Calibri"/>
            </a:endParaRPr>
          </a:p>
          <a:p>
            <a:pPr marL="3208020">
              <a:spcBef>
                <a:spcPts val="382"/>
              </a:spcBef>
            </a:pPr>
            <a:r>
              <a:rPr sz="2700" b="1" dirty="0">
                <a:latin typeface="Calibri"/>
                <a:cs typeface="Calibri"/>
              </a:rPr>
              <a:t>R.E</a:t>
            </a:r>
            <a:r>
              <a:rPr sz="2700" b="1" spc="-26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=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(</a:t>
            </a:r>
            <a:r>
              <a:rPr sz="2700" b="1" spc="-23" dirty="0">
                <a:latin typeface="Calibri"/>
                <a:cs typeface="Calibri"/>
              </a:rPr>
              <a:t> </a:t>
            </a:r>
            <a:r>
              <a:rPr sz="2700" b="1" spc="-4" dirty="0">
                <a:latin typeface="Calibri"/>
                <a:cs typeface="Calibri"/>
              </a:rPr>
              <a:t>a*)</a:t>
            </a:r>
            <a:endParaRPr sz="2700">
              <a:latin typeface="Calibri"/>
              <a:cs typeface="Calibri"/>
            </a:endParaRPr>
          </a:p>
          <a:p>
            <a:pPr>
              <a:spcBef>
                <a:spcPts val="23"/>
              </a:spcBef>
            </a:pPr>
            <a:endParaRPr sz="3338">
              <a:latin typeface="Calibri"/>
              <a:cs typeface="Calibri"/>
            </a:endParaRPr>
          </a:p>
          <a:p>
            <a:pPr marL="209550" indent="-171450">
              <a:buFont typeface="Arial MT"/>
              <a:buChar char="•"/>
              <a:tabLst>
                <a:tab pos="209550" algn="l"/>
              </a:tabLst>
            </a:pPr>
            <a:r>
              <a:rPr sz="2700" spc="-4" dirty="0">
                <a:latin typeface="Calibri"/>
                <a:cs typeface="Calibri"/>
              </a:rPr>
              <a:t>String</a:t>
            </a:r>
            <a:r>
              <a:rPr sz="2700" spc="-23" dirty="0">
                <a:latin typeface="Calibri"/>
                <a:cs typeface="Calibri"/>
              </a:rPr>
              <a:t> </a:t>
            </a:r>
            <a:r>
              <a:rPr sz="2700" spc="-11" dirty="0">
                <a:latin typeface="Calibri"/>
                <a:cs typeface="Calibri"/>
              </a:rPr>
              <a:t>contains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4" dirty="0">
                <a:latin typeface="Calibri"/>
                <a:cs typeface="Calibri"/>
              </a:rPr>
              <a:t>only</a:t>
            </a:r>
            <a:r>
              <a:rPr sz="2700" spc="-11" dirty="0">
                <a:latin typeface="Calibri"/>
                <a:cs typeface="Calibri"/>
              </a:rPr>
              <a:t> </a:t>
            </a:r>
            <a:r>
              <a:rPr sz="2700" spc="-23" dirty="0">
                <a:latin typeface="Calibri"/>
                <a:cs typeface="Calibri"/>
              </a:rPr>
              <a:t>‘a’</a:t>
            </a:r>
            <a:r>
              <a:rPr sz="2700" spc="-4" dirty="0">
                <a:latin typeface="Calibri"/>
                <a:cs typeface="Calibri"/>
              </a:rPr>
              <a:t> </a:t>
            </a:r>
            <a:r>
              <a:rPr sz="2700" spc="-23" dirty="0">
                <a:latin typeface="Calibri"/>
                <a:cs typeface="Calibri"/>
              </a:rPr>
              <a:t>letters</a:t>
            </a:r>
            <a:endParaRPr sz="2700">
              <a:latin typeface="Calibri"/>
              <a:cs typeface="Calibri"/>
            </a:endParaRPr>
          </a:p>
          <a:p>
            <a:pPr marL="209550" indent="-171450">
              <a:spcBef>
                <a:spcPts val="424"/>
              </a:spcBef>
              <a:buFont typeface="Arial MT"/>
              <a:buChar char="•"/>
              <a:tabLst>
                <a:tab pos="209550" algn="l"/>
              </a:tabLst>
            </a:pPr>
            <a:r>
              <a:rPr sz="2700" dirty="0">
                <a:latin typeface="Calibri"/>
                <a:cs typeface="Calibri"/>
              </a:rPr>
              <a:t>L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=</a:t>
            </a:r>
            <a:r>
              <a:rPr sz="2700" spc="-11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{</a:t>
            </a:r>
            <a:r>
              <a:rPr sz="2700" spc="-11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aa,</a:t>
            </a:r>
            <a:r>
              <a:rPr sz="2700" spc="-8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aaa,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aaaa,</a:t>
            </a:r>
            <a:r>
              <a:rPr sz="2700" spc="-23" dirty="0">
                <a:latin typeface="Calibri"/>
                <a:cs typeface="Calibri"/>
              </a:rPr>
              <a:t> </a:t>
            </a:r>
            <a:r>
              <a:rPr sz="2700" spc="-4" dirty="0">
                <a:latin typeface="Calibri"/>
                <a:cs typeface="Calibri"/>
              </a:rPr>
              <a:t>…..}</a:t>
            </a:r>
            <a:endParaRPr sz="2700">
              <a:latin typeface="Calibri"/>
              <a:cs typeface="Calibri"/>
            </a:endParaRPr>
          </a:p>
          <a:p>
            <a:pPr marL="3225165">
              <a:spcBef>
                <a:spcPts val="443"/>
              </a:spcBef>
            </a:pPr>
            <a:r>
              <a:rPr sz="2700" b="1" dirty="0">
                <a:latin typeface="Calibri"/>
                <a:cs typeface="Calibri"/>
              </a:rPr>
              <a:t>R.E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=</a:t>
            </a:r>
            <a:r>
              <a:rPr sz="2700" b="1" spc="-38" dirty="0">
                <a:latin typeface="Calibri"/>
                <a:cs typeface="Calibri"/>
              </a:rPr>
              <a:t> </a:t>
            </a:r>
            <a:r>
              <a:rPr sz="2700" b="1" spc="19" dirty="0">
                <a:latin typeface="Calibri"/>
                <a:cs typeface="Calibri"/>
              </a:rPr>
              <a:t>(</a:t>
            </a:r>
            <a:r>
              <a:rPr sz="2700" spc="19" dirty="0">
                <a:latin typeface="Cambria Math"/>
                <a:cs typeface="Cambria Math"/>
              </a:rPr>
              <a:t>𝐚</a:t>
            </a:r>
            <a:r>
              <a:rPr sz="2925" spc="28" baseline="27777" dirty="0">
                <a:latin typeface="Cambria Math"/>
                <a:cs typeface="Cambria Math"/>
              </a:rPr>
              <a:t>+</a:t>
            </a:r>
            <a:r>
              <a:rPr sz="2700" b="1" spc="19" dirty="0">
                <a:latin typeface="Calibri"/>
                <a:cs typeface="Calibri"/>
              </a:rPr>
              <a:t>)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060E8-187B-518E-54AB-DC12CF58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22</a:t>
            </a:fld>
            <a:endParaRPr lang="x-non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317004"/>
            <a:ext cx="1440656" cy="517930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9"/>
              </a:spcBef>
            </a:pPr>
            <a:r>
              <a:rPr b="1" dirty="0"/>
              <a:t>E</a:t>
            </a:r>
            <a:r>
              <a:rPr b="1" spc="-64" dirty="0"/>
              <a:t>x</a:t>
            </a:r>
            <a:r>
              <a:rPr b="1"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4" y="2202142"/>
            <a:ext cx="7093268" cy="109405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5" dirty="0">
                <a:latin typeface="Calibri"/>
                <a:cs typeface="Calibri"/>
              </a:rPr>
              <a:t>Every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String</a:t>
            </a:r>
            <a:r>
              <a:rPr sz="2100" spc="19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starts</a:t>
            </a:r>
            <a:r>
              <a:rPr sz="2100" spc="19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with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23" dirty="0">
                <a:latin typeface="Calibri"/>
                <a:cs typeface="Calibri"/>
              </a:rPr>
              <a:t>‘a’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b="1" spc="-4" dirty="0">
                <a:latin typeface="Calibri"/>
                <a:cs typeface="Calibri"/>
              </a:rPr>
              <a:t>and</a:t>
            </a:r>
            <a:r>
              <a:rPr sz="2100" b="1" spc="8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contains</a:t>
            </a:r>
            <a:r>
              <a:rPr sz="2100" spc="19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any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no</a:t>
            </a:r>
            <a:r>
              <a:rPr sz="2100" spc="8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of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38" dirty="0">
                <a:latin typeface="Calibri"/>
                <a:cs typeface="Calibri"/>
              </a:rPr>
              <a:t>b’s.</a:t>
            </a:r>
            <a:r>
              <a:rPr sz="2100" spc="15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if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∑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= </a:t>
            </a:r>
            <a:r>
              <a:rPr sz="2100" dirty="0">
                <a:latin typeface="Calibri"/>
                <a:cs typeface="Calibri"/>
              </a:rPr>
              <a:t>{a,b}</a:t>
            </a:r>
            <a:endParaRPr sz="2100">
              <a:latin typeface="Calibri"/>
              <a:cs typeface="Calibri"/>
            </a:endParaRPr>
          </a:p>
          <a:p>
            <a:pPr>
              <a:spcBef>
                <a:spcPts val="41"/>
              </a:spcBef>
              <a:buFont typeface="Arial MT"/>
              <a:buChar char="•"/>
            </a:pPr>
            <a:endParaRPr sz="2850">
              <a:latin typeface="Calibri"/>
              <a:cs typeface="Calibri"/>
            </a:endParaRPr>
          </a:p>
          <a:p>
            <a:pPr marL="180975" indent="-17145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latin typeface="Calibri"/>
                <a:cs typeface="Calibri"/>
              </a:rPr>
              <a:t>L</a:t>
            </a:r>
            <a:r>
              <a:rPr sz="2100" spc="-8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=</a:t>
            </a:r>
            <a:r>
              <a:rPr sz="2100" spc="11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{</a:t>
            </a:r>
            <a:r>
              <a:rPr sz="2100" spc="-8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a,</a:t>
            </a:r>
            <a:r>
              <a:rPr sz="2100" spc="-4" dirty="0">
                <a:latin typeface="Calibri"/>
                <a:cs typeface="Calibri"/>
              </a:rPr>
              <a:t> ab,</a:t>
            </a:r>
            <a:r>
              <a:rPr sz="2100" spc="11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abb,</a:t>
            </a:r>
            <a:r>
              <a:rPr sz="2100" spc="4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abbb,</a:t>
            </a:r>
            <a:r>
              <a:rPr sz="2100" spc="23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abbbb,</a:t>
            </a:r>
            <a:r>
              <a:rPr sz="2100" spc="30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…..}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1278" y="4107999"/>
            <a:ext cx="394192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2004060" algn="l"/>
              </a:tabLst>
            </a:pPr>
            <a:r>
              <a:rPr sz="2700" b="1" dirty="0">
                <a:latin typeface="Calibri"/>
                <a:cs typeface="Calibri"/>
              </a:rPr>
              <a:t>R.E</a:t>
            </a:r>
            <a:r>
              <a:rPr sz="2700" b="1" spc="-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=</a:t>
            </a:r>
            <a:r>
              <a:rPr sz="2700" b="1" spc="-11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( a</a:t>
            </a:r>
            <a:r>
              <a:rPr sz="2700" b="1" spc="4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.</a:t>
            </a:r>
            <a:r>
              <a:rPr sz="2700" b="1" spc="-4" dirty="0">
                <a:latin typeface="Calibri"/>
                <a:cs typeface="Calibri"/>
              </a:rPr>
              <a:t> b*)	</a:t>
            </a:r>
            <a:r>
              <a:rPr sz="2700" dirty="0">
                <a:latin typeface="Wingdings"/>
                <a:cs typeface="Wingdings"/>
              </a:rPr>
              <a:t></a:t>
            </a:r>
            <a:r>
              <a:rPr sz="2700" spc="-86" dirty="0">
                <a:latin typeface="Times New Roman"/>
                <a:cs typeface="Times New Roman"/>
              </a:rPr>
              <a:t> </a:t>
            </a:r>
            <a:r>
              <a:rPr sz="2700" b="1" dirty="0">
                <a:latin typeface="Calibri"/>
                <a:cs typeface="Calibri"/>
              </a:rPr>
              <a:t>R.E</a:t>
            </a:r>
            <a:r>
              <a:rPr sz="2700" b="1" spc="-26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=</a:t>
            </a:r>
            <a:r>
              <a:rPr sz="2700" b="1" spc="-34" dirty="0">
                <a:latin typeface="Calibri"/>
                <a:cs typeface="Calibri"/>
              </a:rPr>
              <a:t> </a:t>
            </a:r>
            <a:r>
              <a:rPr sz="2700" b="1" spc="-4" dirty="0">
                <a:latin typeface="Calibri"/>
                <a:cs typeface="Calibri"/>
              </a:rPr>
              <a:t>(ab*)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E476C-0786-B2E7-2CC3-A35F022D9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23</a:t>
            </a:fld>
            <a:endParaRPr lang="x-non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488" y="1369217"/>
            <a:ext cx="5915025" cy="517930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9"/>
              </a:spcBef>
            </a:pPr>
            <a:r>
              <a:rPr b="1" dirty="0"/>
              <a:t>E</a:t>
            </a:r>
            <a:r>
              <a:rPr b="1" spc="-64" dirty="0"/>
              <a:t>x</a:t>
            </a:r>
            <a:r>
              <a:rPr b="1" dirty="0"/>
              <a:t>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71488" y="2226469"/>
            <a:ext cx="7072312" cy="3643466"/>
          </a:xfrm>
          <a:prstGeom prst="rect">
            <a:avLst/>
          </a:prstGeom>
        </p:spPr>
        <p:txBody>
          <a:bodyPr vert="horz" wrap="square" lIns="0" tIns="73819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581"/>
              </a:spcBef>
              <a:buFont typeface="Arial MT"/>
              <a:buChar char="•"/>
              <a:tabLst>
                <a:tab pos="180975" algn="l"/>
              </a:tabLst>
            </a:pPr>
            <a:r>
              <a:rPr spc="-15" dirty="0"/>
              <a:t>Every </a:t>
            </a:r>
            <a:r>
              <a:rPr spc="-8" dirty="0"/>
              <a:t>String</a:t>
            </a:r>
            <a:r>
              <a:rPr spc="15" dirty="0"/>
              <a:t> </a:t>
            </a:r>
            <a:r>
              <a:rPr spc="-11" dirty="0"/>
              <a:t>contains</a:t>
            </a:r>
            <a:r>
              <a:rPr spc="15" dirty="0"/>
              <a:t> </a:t>
            </a:r>
            <a:r>
              <a:rPr spc="-23" dirty="0"/>
              <a:t>‘a’</a:t>
            </a:r>
            <a:r>
              <a:rPr dirty="0"/>
              <a:t> </a:t>
            </a:r>
            <a:r>
              <a:rPr b="1" spc="-4" dirty="0">
                <a:latin typeface="Calibri"/>
                <a:cs typeface="Calibri"/>
              </a:rPr>
              <a:t>or</a:t>
            </a:r>
            <a:r>
              <a:rPr b="1" spc="11" dirty="0">
                <a:latin typeface="Calibri"/>
                <a:cs typeface="Calibri"/>
              </a:rPr>
              <a:t> </a:t>
            </a:r>
            <a:r>
              <a:rPr spc="-56" dirty="0"/>
              <a:t>‘b’,</a:t>
            </a:r>
            <a:r>
              <a:rPr spc="15" dirty="0"/>
              <a:t> </a:t>
            </a:r>
            <a:r>
              <a:rPr spc="-4" dirty="0"/>
              <a:t>if ∑</a:t>
            </a:r>
            <a:r>
              <a:rPr spc="4" dirty="0"/>
              <a:t> </a:t>
            </a:r>
            <a:r>
              <a:rPr spc="-4" dirty="0"/>
              <a:t>= {a,b}</a:t>
            </a:r>
          </a:p>
          <a:p>
            <a:pPr marL="180975">
              <a:lnSpc>
                <a:spcPct val="100000"/>
              </a:lnSpc>
              <a:spcBef>
                <a:spcPts val="506"/>
              </a:spcBef>
              <a:buFont typeface="Arial MT"/>
              <a:buChar char="•"/>
              <a:tabLst>
                <a:tab pos="180975" algn="l"/>
              </a:tabLst>
            </a:pPr>
            <a:r>
              <a:rPr spc="-4" dirty="0"/>
              <a:t>L</a:t>
            </a:r>
            <a:r>
              <a:rPr spc="-15" dirty="0"/>
              <a:t> </a:t>
            </a:r>
            <a:r>
              <a:rPr spc="-4" dirty="0"/>
              <a:t>=</a:t>
            </a:r>
            <a:r>
              <a:rPr spc="4" dirty="0"/>
              <a:t> </a:t>
            </a:r>
            <a:r>
              <a:rPr spc="-4" dirty="0"/>
              <a:t>{</a:t>
            </a:r>
            <a:r>
              <a:rPr spc="-15" dirty="0"/>
              <a:t> </a:t>
            </a:r>
            <a:r>
              <a:rPr dirty="0"/>
              <a:t>a,</a:t>
            </a:r>
            <a:r>
              <a:rPr spc="-11" dirty="0"/>
              <a:t> </a:t>
            </a:r>
            <a:r>
              <a:rPr spc="-8" dirty="0"/>
              <a:t>b}</a:t>
            </a:r>
          </a:p>
          <a:p>
            <a:pPr marL="3010376">
              <a:lnSpc>
                <a:spcPct val="100000"/>
              </a:lnSpc>
              <a:spcBef>
                <a:spcPts val="379"/>
              </a:spcBef>
            </a:pPr>
            <a:r>
              <a:rPr sz="2700" b="1" dirty="0">
                <a:latin typeface="Calibri"/>
                <a:cs typeface="Calibri"/>
              </a:rPr>
              <a:t>R.E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=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(</a:t>
            </a:r>
            <a:r>
              <a:rPr sz="2700" b="1" spc="-23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</a:t>
            </a:r>
            <a:r>
              <a:rPr sz="2700" b="1" spc="-11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+</a:t>
            </a:r>
            <a:r>
              <a:rPr sz="2700" b="1" spc="-23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b)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450" dirty="0">
              <a:latin typeface="Calibri"/>
              <a:cs typeface="Calibri"/>
            </a:endParaRPr>
          </a:p>
          <a:p>
            <a:pPr marL="180975">
              <a:lnSpc>
                <a:spcPct val="100000"/>
              </a:lnSpc>
              <a:buFont typeface="Arial MT"/>
              <a:buChar char="•"/>
              <a:tabLst>
                <a:tab pos="180975" algn="l"/>
              </a:tabLst>
            </a:pPr>
            <a:r>
              <a:rPr spc="-15" dirty="0"/>
              <a:t>Every</a:t>
            </a:r>
            <a:r>
              <a:rPr spc="-11" dirty="0"/>
              <a:t> </a:t>
            </a:r>
            <a:r>
              <a:rPr spc="-8" dirty="0"/>
              <a:t>String</a:t>
            </a:r>
            <a:r>
              <a:rPr spc="15" dirty="0"/>
              <a:t> </a:t>
            </a:r>
            <a:r>
              <a:rPr spc="-11" dirty="0"/>
              <a:t>contains</a:t>
            </a:r>
            <a:r>
              <a:rPr spc="15" dirty="0"/>
              <a:t> </a:t>
            </a:r>
            <a:r>
              <a:rPr spc="-15" dirty="0"/>
              <a:t>any</a:t>
            </a:r>
            <a:r>
              <a:rPr dirty="0"/>
              <a:t> </a:t>
            </a:r>
            <a:r>
              <a:rPr spc="-4" dirty="0"/>
              <a:t>no</a:t>
            </a:r>
            <a:r>
              <a:rPr spc="8" dirty="0"/>
              <a:t> </a:t>
            </a:r>
            <a:r>
              <a:rPr spc="-4" dirty="0"/>
              <a:t>of</a:t>
            </a:r>
            <a:r>
              <a:rPr dirty="0"/>
              <a:t> </a:t>
            </a:r>
            <a:r>
              <a:rPr spc="-19" dirty="0"/>
              <a:t>‘a’</a:t>
            </a:r>
            <a:r>
              <a:rPr spc="4" dirty="0"/>
              <a:t> </a:t>
            </a:r>
            <a:r>
              <a:rPr b="1" spc="-4" dirty="0">
                <a:latin typeface="Calibri"/>
                <a:cs typeface="Calibri"/>
              </a:rPr>
              <a:t>or</a:t>
            </a:r>
            <a:r>
              <a:rPr b="1" dirty="0">
                <a:latin typeface="Calibri"/>
                <a:cs typeface="Calibri"/>
              </a:rPr>
              <a:t> </a:t>
            </a:r>
            <a:r>
              <a:rPr spc="-15" dirty="0"/>
              <a:t>any</a:t>
            </a:r>
            <a:r>
              <a:rPr dirty="0"/>
              <a:t> </a:t>
            </a:r>
            <a:r>
              <a:rPr spc="-4" dirty="0"/>
              <a:t>no</a:t>
            </a:r>
            <a:r>
              <a:rPr spc="4" dirty="0"/>
              <a:t> </a:t>
            </a:r>
            <a:r>
              <a:rPr spc="-4" dirty="0"/>
              <a:t>of</a:t>
            </a:r>
            <a:r>
              <a:rPr dirty="0"/>
              <a:t> </a:t>
            </a:r>
            <a:r>
              <a:rPr spc="-56" dirty="0"/>
              <a:t>‘b’,</a:t>
            </a:r>
            <a:r>
              <a:rPr spc="26" dirty="0"/>
              <a:t> </a:t>
            </a:r>
            <a:r>
              <a:rPr spc="-4" dirty="0"/>
              <a:t>if</a:t>
            </a:r>
            <a:r>
              <a:rPr dirty="0"/>
              <a:t> </a:t>
            </a:r>
            <a:r>
              <a:rPr spc="-4" dirty="0"/>
              <a:t>∑ =</a:t>
            </a:r>
            <a:r>
              <a:rPr spc="8" dirty="0"/>
              <a:t> </a:t>
            </a:r>
            <a:r>
              <a:rPr spc="-4" dirty="0"/>
              <a:t>{a,b}</a:t>
            </a:r>
          </a:p>
          <a:p>
            <a:pPr marL="18097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180975" algn="l"/>
              </a:tabLst>
            </a:pPr>
            <a:r>
              <a:rPr spc="-4" dirty="0"/>
              <a:t>L =</a:t>
            </a:r>
            <a:r>
              <a:rPr spc="11" dirty="0"/>
              <a:t> </a:t>
            </a:r>
            <a:r>
              <a:rPr spc="-4" dirty="0"/>
              <a:t>{^,</a:t>
            </a:r>
            <a:r>
              <a:rPr spc="4" dirty="0"/>
              <a:t> </a:t>
            </a:r>
            <a:r>
              <a:rPr spc="-4" dirty="0"/>
              <a:t>a, b,</a:t>
            </a:r>
            <a:r>
              <a:rPr spc="19" dirty="0"/>
              <a:t> </a:t>
            </a:r>
            <a:r>
              <a:rPr spc="-4" dirty="0"/>
              <a:t>aa,</a:t>
            </a:r>
            <a:r>
              <a:rPr dirty="0"/>
              <a:t> </a:t>
            </a:r>
            <a:r>
              <a:rPr spc="-4" dirty="0"/>
              <a:t>ab,ba,</a:t>
            </a:r>
            <a:r>
              <a:rPr spc="11" dirty="0"/>
              <a:t> </a:t>
            </a:r>
            <a:r>
              <a:rPr spc="-8" dirty="0"/>
              <a:t>bb,</a:t>
            </a:r>
            <a:r>
              <a:rPr spc="19" dirty="0"/>
              <a:t> </a:t>
            </a:r>
            <a:r>
              <a:rPr spc="-4" dirty="0"/>
              <a:t>aaa,</a:t>
            </a:r>
            <a:r>
              <a:rPr spc="-11" dirty="0"/>
              <a:t> </a:t>
            </a:r>
            <a:r>
              <a:rPr spc="-4" dirty="0"/>
              <a:t>aab,</a:t>
            </a:r>
            <a:r>
              <a:rPr spc="8" dirty="0"/>
              <a:t> </a:t>
            </a:r>
            <a:r>
              <a:rPr spc="-4" dirty="0"/>
              <a:t>aba, baa,</a:t>
            </a:r>
            <a:r>
              <a:rPr spc="8" dirty="0"/>
              <a:t> </a:t>
            </a:r>
            <a:r>
              <a:rPr spc="-4" dirty="0"/>
              <a:t>bbb,…..}</a:t>
            </a:r>
          </a:p>
          <a:p>
            <a:pPr>
              <a:lnSpc>
                <a:spcPct val="100000"/>
              </a:lnSpc>
              <a:spcBef>
                <a:spcPts val="19"/>
              </a:spcBef>
            </a:pPr>
            <a:endParaRPr sz="2775" dirty="0"/>
          </a:p>
          <a:p>
            <a:pPr marL="2925603">
              <a:lnSpc>
                <a:spcPct val="100000"/>
              </a:lnSpc>
            </a:pPr>
            <a:r>
              <a:rPr sz="2700" b="1" dirty="0">
                <a:latin typeface="Calibri"/>
                <a:cs typeface="Calibri"/>
              </a:rPr>
              <a:t>R.E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=</a:t>
            </a:r>
            <a:r>
              <a:rPr sz="2700" b="1" spc="-23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(</a:t>
            </a:r>
            <a:r>
              <a:rPr sz="2700" b="1" spc="-11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a</a:t>
            </a:r>
            <a:r>
              <a:rPr sz="2700" b="1" spc="-11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+</a:t>
            </a:r>
            <a:r>
              <a:rPr sz="2700" b="1" spc="-19" dirty="0">
                <a:latin typeface="Calibri"/>
                <a:cs typeface="Calibri"/>
              </a:rPr>
              <a:t> </a:t>
            </a:r>
            <a:r>
              <a:rPr sz="2700" b="1" spc="-4" dirty="0">
                <a:latin typeface="Calibri"/>
                <a:cs typeface="Calibri"/>
              </a:rPr>
              <a:t>b)*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11019-6414-9926-5E7B-D953F35C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x-none" smtClean="0"/>
              <a:t>24</a:t>
            </a:fld>
            <a:endParaRPr lang="x-non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314507"/>
            <a:ext cx="1716881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b="1" spc="-34" dirty="0"/>
              <a:t>Example</a:t>
            </a:r>
            <a:r>
              <a:rPr sz="3300" spc="-131" dirty="0"/>
              <a:t> 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687704" y="2202142"/>
            <a:ext cx="7516178" cy="109405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Every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string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contains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any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number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1" dirty="0">
                <a:solidFill>
                  <a:prstClr val="black"/>
                </a:solidFill>
                <a:latin typeface="Calibri"/>
                <a:cs typeface="Calibri"/>
              </a:rPr>
              <a:t>“</a:t>
            </a:r>
            <a:r>
              <a:rPr sz="2100" spc="-4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100" spc="-41" dirty="0">
                <a:solidFill>
                  <a:prstClr val="black"/>
                </a:solidFill>
                <a:latin typeface="Calibri"/>
                <a:cs typeface="Calibri"/>
              </a:rPr>
              <a:t>’s”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followed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by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 ∑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{a,b}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spcBef>
                <a:spcPts val="41"/>
              </a:spcBef>
              <a:buFont typeface="Arial MT"/>
              <a:buChar char="•"/>
            </a:pPr>
            <a:endParaRPr sz="28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L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 </a:t>
            </a:r>
            <a:r>
              <a:rPr sz="2100" spc="-8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aaa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aaaa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….}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2559" y="4104570"/>
            <a:ext cx="1718786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R.E</a:t>
            </a:r>
            <a:r>
              <a:rPr sz="2700" b="1" spc="-3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700" b="1" spc="-3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700" b="1" spc="-4" dirty="0">
                <a:solidFill>
                  <a:prstClr val="black"/>
                </a:solidFill>
                <a:latin typeface="Calibri"/>
                <a:cs typeface="Calibri"/>
              </a:rPr>
              <a:t>(a*</a:t>
            </a:r>
            <a:r>
              <a:rPr sz="2700" b="1" spc="-4" dirty="0">
                <a:solidFill>
                  <a:srgbClr val="FF0000"/>
                </a:solidFill>
                <a:latin typeface="Calibri"/>
                <a:cs typeface="Calibri"/>
              </a:rPr>
              <a:t>bb</a:t>
            </a:r>
            <a:r>
              <a:rPr sz="2700" b="1" spc="-4" dirty="0">
                <a:solidFill>
                  <a:prstClr val="black"/>
                </a:solidFill>
                <a:latin typeface="Calibri"/>
                <a:cs typeface="Calibri"/>
              </a:rPr>
              <a:t>)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611306-71EC-8603-5871-CE9EE51847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314507"/>
            <a:ext cx="1716881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b="1" spc="-34" dirty="0"/>
              <a:t>Example</a:t>
            </a:r>
            <a:r>
              <a:rPr sz="3300" spc="-131" dirty="0"/>
              <a:t> </a:t>
            </a:r>
            <a:endParaRPr sz="3300" dirty="0"/>
          </a:p>
        </p:txBody>
      </p:sp>
      <p:sp>
        <p:nvSpPr>
          <p:cNvPr id="3" name="object 3"/>
          <p:cNvSpPr txBox="1"/>
          <p:nvPr/>
        </p:nvSpPr>
        <p:spPr>
          <a:xfrm>
            <a:off x="687705" y="2202142"/>
            <a:ext cx="5816441" cy="109405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Every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string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contains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any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number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56" dirty="0">
                <a:solidFill>
                  <a:prstClr val="black"/>
                </a:solidFill>
                <a:latin typeface="Calibri"/>
                <a:cs typeface="Calibri"/>
              </a:rPr>
              <a:t>“</a:t>
            </a:r>
            <a:r>
              <a:rPr sz="2100" spc="-56" dirty="0">
                <a:solidFill>
                  <a:srgbClr val="FF0000"/>
                </a:solidFill>
                <a:latin typeface="Calibri"/>
                <a:cs typeface="Calibri"/>
              </a:rPr>
              <a:t>ab</a:t>
            </a:r>
            <a:r>
              <a:rPr sz="2100" spc="-56" dirty="0">
                <a:solidFill>
                  <a:prstClr val="black"/>
                </a:solidFill>
                <a:latin typeface="Calibri"/>
                <a:cs typeface="Calibri"/>
              </a:rPr>
              <a:t>”,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{a,b}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spcBef>
                <a:spcPts val="41"/>
              </a:spcBef>
              <a:buFont typeface="Arial MT"/>
              <a:buChar char="•"/>
            </a:pPr>
            <a:endParaRPr sz="28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L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^,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srgbClr val="00AF50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srgbClr val="00AF50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srgbClr val="4471C4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srgbClr val="00AF50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srgbClr val="4471C4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srgbClr val="6F2F9F"/>
                </a:solidFill>
                <a:latin typeface="Calibri"/>
                <a:cs typeface="Calibri"/>
              </a:rPr>
              <a:t>ab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….}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05142" y="4104570"/>
            <a:ext cx="15340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R.E</a:t>
            </a:r>
            <a:r>
              <a:rPr sz="2700" b="1" spc="-3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700" b="1" spc="-4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700" b="1" spc="-4" dirty="0">
                <a:solidFill>
                  <a:prstClr val="black"/>
                </a:solidFill>
                <a:latin typeface="Calibri"/>
                <a:cs typeface="Calibri"/>
              </a:rPr>
              <a:t>(</a:t>
            </a:r>
            <a:r>
              <a:rPr sz="2700" b="1" spc="-4" dirty="0">
                <a:solidFill>
                  <a:srgbClr val="FF0000"/>
                </a:solidFill>
                <a:latin typeface="Calibri"/>
                <a:cs typeface="Calibri"/>
              </a:rPr>
              <a:t>ab</a:t>
            </a:r>
            <a:r>
              <a:rPr sz="2700" b="1" spc="-4" dirty="0">
                <a:solidFill>
                  <a:prstClr val="black"/>
                </a:solidFill>
                <a:latin typeface="Calibri"/>
                <a:cs typeface="Calibri"/>
              </a:rPr>
              <a:t>)*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CA876-AD3E-0316-7248-BEFB4416948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314507"/>
            <a:ext cx="1716881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b="1" spc="-34" dirty="0"/>
              <a:t>Example</a:t>
            </a:r>
            <a:r>
              <a:rPr sz="3300" b="1" spc="-131" dirty="0"/>
              <a:t> </a:t>
            </a:r>
            <a:endParaRPr sz="33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7705" y="2202142"/>
            <a:ext cx="7631906" cy="1397338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180975" marR="3810" indent="-171450" defTabSz="685800">
              <a:lnSpc>
                <a:spcPts val="2273"/>
              </a:lnSpc>
              <a:spcBef>
                <a:spcPts val="356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Every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string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contains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any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number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1" dirty="0">
                <a:solidFill>
                  <a:prstClr val="black"/>
                </a:solidFill>
                <a:latin typeface="Calibri"/>
                <a:cs typeface="Calibri"/>
              </a:rPr>
              <a:t>“</a:t>
            </a:r>
            <a:r>
              <a:rPr sz="2100" spc="-41" dirty="0">
                <a:solidFill>
                  <a:srgbClr val="FF0000"/>
                </a:solidFill>
                <a:latin typeface="Calibri"/>
                <a:cs typeface="Calibri"/>
              </a:rPr>
              <a:t>a’s</a:t>
            </a:r>
            <a:r>
              <a:rPr sz="2100" spc="-41" dirty="0">
                <a:solidFill>
                  <a:prstClr val="black"/>
                </a:solidFill>
                <a:latin typeface="Calibri"/>
                <a:cs typeface="Calibri"/>
              </a:rPr>
              <a:t>”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followed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by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any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no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56" dirty="0">
                <a:solidFill>
                  <a:prstClr val="black"/>
                </a:solidFill>
                <a:latin typeface="Calibri"/>
                <a:cs typeface="Calibri"/>
              </a:rPr>
              <a:t>“</a:t>
            </a:r>
            <a:r>
              <a:rPr sz="2100" spc="-56" dirty="0">
                <a:solidFill>
                  <a:srgbClr val="92D050"/>
                </a:solidFill>
                <a:latin typeface="Calibri"/>
                <a:cs typeface="Calibri"/>
              </a:rPr>
              <a:t>b’s</a:t>
            </a:r>
            <a:r>
              <a:rPr sz="2100" spc="-56" dirty="0">
                <a:solidFill>
                  <a:prstClr val="black"/>
                </a:solidFill>
                <a:latin typeface="Calibri"/>
                <a:cs typeface="Calibri"/>
              </a:rPr>
              <a:t>”, </a:t>
            </a:r>
            <a:r>
              <a:rPr sz="2100" spc="-46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 ∑ =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{a,b}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buFont typeface="Arial MT"/>
              <a:buChar char="•"/>
            </a:pPr>
            <a:endParaRPr sz="28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L =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 ^,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92D050"/>
                </a:solidFill>
                <a:latin typeface="Calibri"/>
                <a:cs typeface="Calibri"/>
              </a:rPr>
              <a:t>b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100" spc="-4" dirty="0">
                <a:solidFill>
                  <a:srgbClr val="92D050"/>
                </a:solidFill>
                <a:latin typeface="Calibri"/>
                <a:cs typeface="Calibri"/>
              </a:rPr>
              <a:t>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srgbClr val="92D050"/>
                </a:solidFill>
                <a:latin typeface="Calibri"/>
                <a:cs typeface="Calibri"/>
              </a:rPr>
              <a:t>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100" spc="-8" dirty="0">
                <a:solidFill>
                  <a:srgbClr val="92D050"/>
                </a:solidFill>
                <a:latin typeface="Calibri"/>
                <a:cs typeface="Calibri"/>
              </a:rPr>
              <a:t>bb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aaa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92D050"/>
                </a:solidFill>
                <a:latin typeface="Calibri"/>
                <a:cs typeface="Calibri"/>
              </a:rPr>
              <a:t>bbb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aaa</a:t>
            </a:r>
            <a:r>
              <a:rPr sz="2100" spc="-4" dirty="0">
                <a:solidFill>
                  <a:srgbClr val="92D050"/>
                </a:solidFill>
                <a:latin typeface="Calibri"/>
                <a:cs typeface="Calibri"/>
              </a:rPr>
              <a:t>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srgbClr val="92D050"/>
                </a:solidFill>
                <a:latin typeface="Calibri"/>
                <a:cs typeface="Calibri"/>
              </a:rPr>
              <a:t>bb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100" spc="-8" dirty="0">
                <a:solidFill>
                  <a:srgbClr val="92D050"/>
                </a:solidFill>
                <a:latin typeface="Calibri"/>
                <a:cs typeface="Calibri"/>
              </a:rPr>
              <a:t>bbb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srgbClr val="92D050"/>
                </a:solidFill>
                <a:latin typeface="Calibri"/>
                <a:cs typeface="Calibri"/>
              </a:rPr>
              <a:t>bbbb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….}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0556" y="4475416"/>
            <a:ext cx="1783556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R.E</a:t>
            </a:r>
            <a:r>
              <a:rPr sz="2700" b="1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700" b="1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700" b="1" spc="-4" dirty="0">
                <a:solidFill>
                  <a:prstClr val="black"/>
                </a:solidFill>
                <a:latin typeface="Calibri"/>
                <a:cs typeface="Calibri"/>
              </a:rPr>
              <a:t>(a*</a:t>
            </a:r>
            <a:r>
              <a:rPr sz="2700" b="1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b*)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FDAEC6-ABB0-0D4E-01C9-EA646AB4D4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314507"/>
            <a:ext cx="1716881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b="1" spc="-34" dirty="0"/>
              <a:t>Example</a:t>
            </a:r>
            <a:r>
              <a:rPr sz="3300" b="1" spc="-131" dirty="0"/>
              <a:t> </a:t>
            </a:r>
            <a:endParaRPr sz="33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7705" y="2202142"/>
            <a:ext cx="5632132" cy="109405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Every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string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contains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even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number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 </a:t>
            </a: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a’s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 =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{a}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spcBef>
                <a:spcPts val="41"/>
              </a:spcBef>
              <a:buFont typeface="Arial MT"/>
              <a:buChar char="•"/>
            </a:pPr>
            <a:endParaRPr sz="28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L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 ^,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srgbClr val="92D050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srgbClr val="92D050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srgbClr val="5B9BD4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srgbClr val="92D050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srgbClr val="5B9BD4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srgbClr val="6F2F9F"/>
                </a:solidFill>
                <a:latin typeface="Calibri"/>
                <a:cs typeface="Calibri"/>
              </a:rPr>
              <a:t>aa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….}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1999" y="4653724"/>
            <a:ext cx="1519238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R.E</a:t>
            </a:r>
            <a:r>
              <a:rPr sz="2700" b="1" spc="-3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700" b="1" spc="-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700" b="1" spc="-8" dirty="0">
                <a:solidFill>
                  <a:prstClr val="black"/>
                </a:solidFill>
                <a:latin typeface="Calibri"/>
                <a:cs typeface="Calibri"/>
              </a:rPr>
              <a:t>(</a:t>
            </a:r>
            <a:r>
              <a:rPr sz="2700" b="1" spc="-8" dirty="0">
                <a:solidFill>
                  <a:srgbClr val="FF0000"/>
                </a:solidFill>
                <a:latin typeface="Calibri"/>
                <a:cs typeface="Calibri"/>
              </a:rPr>
              <a:t>aa</a:t>
            </a:r>
            <a:r>
              <a:rPr sz="2700" b="1" spc="-8" dirty="0">
                <a:solidFill>
                  <a:prstClr val="black"/>
                </a:solidFill>
                <a:latin typeface="Calibri"/>
                <a:cs typeface="Calibri"/>
              </a:rPr>
              <a:t>)*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86FB5-D8D9-385D-7349-E5C7C904CFE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3B14CE66-0D03-4DC8-8C5E-29C17BD6E05E}"/>
              </a:ext>
            </a:extLst>
          </p:cNvPr>
          <p:cNvGrpSpPr/>
          <p:nvPr/>
        </p:nvGrpSpPr>
        <p:grpSpPr>
          <a:xfrm>
            <a:off x="2002346" y="2215802"/>
            <a:ext cx="5622798" cy="2778156"/>
            <a:chOff x="2002346" y="2215802"/>
            <a:chExt cx="5622798" cy="2778156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D323AC5-B851-4A38-82AF-83F793CB7460}"/>
                </a:ext>
              </a:extLst>
            </p:cNvPr>
            <p:cNvGrpSpPr/>
            <p:nvPr/>
          </p:nvGrpSpPr>
          <p:grpSpPr>
            <a:xfrm>
              <a:off x="2539318" y="2215802"/>
              <a:ext cx="5085826" cy="2778156"/>
              <a:chOff x="2539318" y="2215802"/>
              <a:chExt cx="5085826" cy="2778156"/>
            </a:xfrm>
          </p:grpSpPr>
          <p:grpSp>
            <p:nvGrpSpPr>
              <p:cNvPr id="3" name="object 3"/>
              <p:cNvGrpSpPr/>
              <p:nvPr/>
            </p:nvGrpSpPr>
            <p:grpSpPr>
              <a:xfrm>
                <a:off x="2539318" y="2215802"/>
                <a:ext cx="3546634" cy="1982629"/>
                <a:chOff x="3378453" y="1820926"/>
                <a:chExt cx="4728845" cy="2643505"/>
              </a:xfrm>
            </p:grpSpPr>
            <p:sp>
              <p:nvSpPr>
                <p:cNvPr id="4" name="object 4"/>
                <p:cNvSpPr/>
                <p:nvPr/>
              </p:nvSpPr>
              <p:spPr>
                <a:xfrm>
                  <a:off x="7536179" y="4102608"/>
                  <a:ext cx="564515" cy="35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515" h="353695">
                      <a:moveTo>
                        <a:pt x="564388" y="0"/>
                      </a:moveTo>
                      <a:lnTo>
                        <a:pt x="564388" y="221615"/>
                      </a:lnTo>
                      <a:lnTo>
                        <a:pt x="0" y="221615"/>
                      </a:lnTo>
                      <a:lnTo>
                        <a:pt x="0" y="353187"/>
                      </a:lnTo>
                    </a:path>
                  </a:pathLst>
                </a:custGeom>
                <a:ln w="12192">
                  <a:solidFill>
                    <a:srgbClr val="528BC1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5" name="object 5"/>
                <p:cNvSpPr/>
                <p:nvPr/>
              </p:nvSpPr>
              <p:spPr>
                <a:xfrm>
                  <a:off x="4175759" y="2727960"/>
                  <a:ext cx="3924935" cy="47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934" h="473075">
                      <a:moveTo>
                        <a:pt x="2058924" y="0"/>
                      </a:moveTo>
                      <a:lnTo>
                        <a:pt x="2058924" y="341122"/>
                      </a:lnTo>
                      <a:lnTo>
                        <a:pt x="3924935" y="341122"/>
                      </a:lnTo>
                      <a:lnTo>
                        <a:pt x="3924935" y="472693"/>
                      </a:lnTo>
                    </a:path>
                    <a:path w="3924934" h="473075">
                      <a:moveTo>
                        <a:pt x="2057907" y="0"/>
                      </a:moveTo>
                      <a:lnTo>
                        <a:pt x="2057907" y="329818"/>
                      </a:lnTo>
                      <a:lnTo>
                        <a:pt x="0" y="329818"/>
                      </a:lnTo>
                      <a:lnTo>
                        <a:pt x="0" y="461390"/>
                      </a:lnTo>
                    </a:path>
                  </a:pathLst>
                </a:custGeom>
                <a:ln w="12192">
                  <a:solidFill>
                    <a:srgbClr val="467AA9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6" name="object 6"/>
                <p:cNvSpPr/>
                <p:nvPr/>
              </p:nvSpPr>
              <p:spPr>
                <a:xfrm>
                  <a:off x="5524499" y="1827276"/>
                  <a:ext cx="141922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1064">
                      <a:moveTo>
                        <a:pt x="1328801" y="0"/>
                      </a:moveTo>
                      <a:lnTo>
                        <a:pt x="90042" y="0"/>
                      </a:lnTo>
                      <a:lnTo>
                        <a:pt x="55024" y="7086"/>
                      </a:lnTo>
                      <a:lnTo>
                        <a:pt x="26400" y="26400"/>
                      </a:lnTo>
                      <a:lnTo>
                        <a:pt x="7086" y="55024"/>
                      </a:lnTo>
                      <a:lnTo>
                        <a:pt x="0" y="90043"/>
                      </a:lnTo>
                      <a:lnTo>
                        <a:pt x="0" y="810640"/>
                      </a:lnTo>
                      <a:lnTo>
                        <a:pt x="7086" y="845659"/>
                      </a:lnTo>
                      <a:lnTo>
                        <a:pt x="26400" y="874283"/>
                      </a:lnTo>
                      <a:lnTo>
                        <a:pt x="55024" y="893597"/>
                      </a:lnTo>
                      <a:lnTo>
                        <a:pt x="90042" y="900684"/>
                      </a:lnTo>
                      <a:lnTo>
                        <a:pt x="1328801" y="900684"/>
                      </a:lnTo>
                      <a:lnTo>
                        <a:pt x="1363819" y="893597"/>
                      </a:lnTo>
                      <a:lnTo>
                        <a:pt x="1392443" y="874283"/>
                      </a:lnTo>
                      <a:lnTo>
                        <a:pt x="1411757" y="845659"/>
                      </a:lnTo>
                      <a:lnTo>
                        <a:pt x="1418844" y="810640"/>
                      </a:lnTo>
                      <a:lnTo>
                        <a:pt x="1418844" y="90043"/>
                      </a:lnTo>
                      <a:lnTo>
                        <a:pt x="1411757" y="55024"/>
                      </a:lnTo>
                      <a:lnTo>
                        <a:pt x="1392443" y="26400"/>
                      </a:lnTo>
                      <a:lnTo>
                        <a:pt x="1363819" y="7086"/>
                      </a:lnTo>
                      <a:lnTo>
                        <a:pt x="1328801" y="0"/>
                      </a:lnTo>
                      <a:close/>
                    </a:path>
                  </a:pathLst>
                </a:custGeom>
                <a:solidFill>
                  <a:srgbClr val="5B9BD4"/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7" name="object 7"/>
                <p:cNvSpPr/>
                <p:nvPr/>
              </p:nvSpPr>
              <p:spPr>
                <a:xfrm>
                  <a:off x="5524499" y="1827276"/>
                  <a:ext cx="141922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1064">
                      <a:moveTo>
                        <a:pt x="0" y="90043"/>
                      </a:moveTo>
                      <a:lnTo>
                        <a:pt x="7086" y="55024"/>
                      </a:lnTo>
                      <a:lnTo>
                        <a:pt x="26400" y="26400"/>
                      </a:lnTo>
                      <a:lnTo>
                        <a:pt x="55024" y="7086"/>
                      </a:lnTo>
                      <a:lnTo>
                        <a:pt x="90042" y="0"/>
                      </a:lnTo>
                      <a:lnTo>
                        <a:pt x="1328801" y="0"/>
                      </a:lnTo>
                      <a:lnTo>
                        <a:pt x="1363819" y="7086"/>
                      </a:lnTo>
                      <a:lnTo>
                        <a:pt x="1392443" y="26400"/>
                      </a:lnTo>
                      <a:lnTo>
                        <a:pt x="1411757" y="55024"/>
                      </a:lnTo>
                      <a:lnTo>
                        <a:pt x="1418844" y="90043"/>
                      </a:lnTo>
                      <a:lnTo>
                        <a:pt x="1418844" y="810640"/>
                      </a:lnTo>
                      <a:lnTo>
                        <a:pt x="1411757" y="845659"/>
                      </a:lnTo>
                      <a:lnTo>
                        <a:pt x="1392443" y="874283"/>
                      </a:lnTo>
                      <a:lnTo>
                        <a:pt x="1363819" y="893597"/>
                      </a:lnTo>
                      <a:lnTo>
                        <a:pt x="1328801" y="900684"/>
                      </a:lnTo>
                      <a:lnTo>
                        <a:pt x="90042" y="900684"/>
                      </a:lnTo>
                      <a:lnTo>
                        <a:pt x="55024" y="893597"/>
                      </a:lnTo>
                      <a:lnTo>
                        <a:pt x="26400" y="874283"/>
                      </a:lnTo>
                      <a:lnTo>
                        <a:pt x="7086" y="845659"/>
                      </a:lnTo>
                      <a:lnTo>
                        <a:pt x="0" y="810640"/>
                      </a:lnTo>
                      <a:lnTo>
                        <a:pt x="0" y="90043"/>
                      </a:lnTo>
                      <a:close/>
                    </a:path>
                  </a:pathLst>
                </a:custGeom>
                <a:ln w="12192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8" name="object 8"/>
                <p:cNvSpPr/>
                <p:nvPr/>
              </p:nvSpPr>
              <p:spPr>
                <a:xfrm>
                  <a:off x="5681471" y="1976628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1330198" y="0"/>
                      </a:moveTo>
                      <a:lnTo>
                        <a:pt x="90169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5" y="875791"/>
                      </a:lnTo>
                      <a:lnTo>
                        <a:pt x="55078" y="895119"/>
                      </a:lnTo>
                      <a:lnTo>
                        <a:pt x="90169" y="902208"/>
                      </a:lnTo>
                      <a:lnTo>
                        <a:pt x="1330198" y="902208"/>
                      </a:lnTo>
                      <a:lnTo>
                        <a:pt x="1365289" y="895119"/>
                      </a:lnTo>
                      <a:lnTo>
                        <a:pt x="1393952" y="875791"/>
                      </a:lnTo>
                      <a:lnTo>
                        <a:pt x="1413279" y="847129"/>
                      </a:lnTo>
                      <a:lnTo>
                        <a:pt x="1420368" y="812038"/>
                      </a:lnTo>
                      <a:lnTo>
                        <a:pt x="1420368" y="90170"/>
                      </a:lnTo>
                      <a:lnTo>
                        <a:pt x="1413279" y="55078"/>
                      </a:lnTo>
                      <a:lnTo>
                        <a:pt x="1393952" y="26416"/>
                      </a:lnTo>
                      <a:lnTo>
                        <a:pt x="1365289" y="7088"/>
                      </a:lnTo>
                      <a:lnTo>
                        <a:pt x="1330198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9" name="object 9"/>
                <p:cNvSpPr/>
                <p:nvPr/>
              </p:nvSpPr>
              <p:spPr>
                <a:xfrm>
                  <a:off x="5681471" y="1976628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69" y="0"/>
                      </a:lnTo>
                      <a:lnTo>
                        <a:pt x="1330198" y="0"/>
                      </a:lnTo>
                      <a:lnTo>
                        <a:pt x="1365289" y="7088"/>
                      </a:lnTo>
                      <a:lnTo>
                        <a:pt x="1393952" y="26416"/>
                      </a:lnTo>
                      <a:lnTo>
                        <a:pt x="1413279" y="55078"/>
                      </a:lnTo>
                      <a:lnTo>
                        <a:pt x="1420368" y="90170"/>
                      </a:lnTo>
                      <a:lnTo>
                        <a:pt x="1420368" y="812038"/>
                      </a:lnTo>
                      <a:lnTo>
                        <a:pt x="1413279" y="847129"/>
                      </a:lnTo>
                      <a:lnTo>
                        <a:pt x="1393952" y="875791"/>
                      </a:lnTo>
                      <a:lnTo>
                        <a:pt x="1365289" y="895119"/>
                      </a:lnTo>
                      <a:lnTo>
                        <a:pt x="1330198" y="902208"/>
                      </a:lnTo>
                      <a:lnTo>
                        <a:pt x="90169" y="902208"/>
                      </a:lnTo>
                      <a:lnTo>
                        <a:pt x="55078" y="895119"/>
                      </a:lnTo>
                      <a:lnTo>
                        <a:pt x="26415" y="875791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0" name="object 10"/>
                <p:cNvSpPr/>
                <p:nvPr/>
              </p:nvSpPr>
              <p:spPr>
                <a:xfrm>
                  <a:off x="3384803" y="4091940"/>
                  <a:ext cx="2000885" cy="366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885" h="366395">
                      <a:moveTo>
                        <a:pt x="790956" y="0"/>
                      </a:moveTo>
                      <a:lnTo>
                        <a:pt x="790956" y="234442"/>
                      </a:lnTo>
                      <a:lnTo>
                        <a:pt x="2000885" y="234442"/>
                      </a:lnTo>
                      <a:lnTo>
                        <a:pt x="2000885" y="365887"/>
                      </a:lnTo>
                    </a:path>
                    <a:path w="2000885" h="366395">
                      <a:moveTo>
                        <a:pt x="790829" y="0"/>
                      </a:moveTo>
                      <a:lnTo>
                        <a:pt x="790829" y="234442"/>
                      </a:lnTo>
                      <a:lnTo>
                        <a:pt x="0" y="234442"/>
                      </a:lnTo>
                      <a:lnTo>
                        <a:pt x="0" y="365887"/>
                      </a:lnTo>
                    </a:path>
                  </a:pathLst>
                </a:custGeom>
                <a:ln w="12192">
                  <a:solidFill>
                    <a:srgbClr val="528BC1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24" name="object 24"/>
              <p:cNvGrpSpPr/>
              <p:nvPr/>
            </p:nvGrpSpPr>
            <p:grpSpPr>
              <a:xfrm>
                <a:off x="3501962" y="4195763"/>
                <a:ext cx="1193959" cy="798195"/>
                <a:chOff x="4669282" y="4451350"/>
                <a:chExt cx="1591945" cy="1064260"/>
              </a:xfrm>
            </p:grpSpPr>
            <p:sp>
              <p:nvSpPr>
                <p:cNvPr id="25" name="object 25"/>
                <p:cNvSpPr/>
                <p:nvPr/>
              </p:nvSpPr>
              <p:spPr>
                <a:xfrm>
                  <a:off x="4675632" y="4457700"/>
                  <a:ext cx="142049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1064">
                      <a:moveTo>
                        <a:pt x="1330325" y="0"/>
                      </a:moveTo>
                      <a:lnTo>
                        <a:pt x="90042" y="0"/>
                      </a:lnTo>
                      <a:lnTo>
                        <a:pt x="55024" y="7086"/>
                      </a:lnTo>
                      <a:lnTo>
                        <a:pt x="26400" y="26400"/>
                      </a:lnTo>
                      <a:lnTo>
                        <a:pt x="7086" y="55024"/>
                      </a:lnTo>
                      <a:lnTo>
                        <a:pt x="0" y="90043"/>
                      </a:lnTo>
                      <a:lnTo>
                        <a:pt x="0" y="810641"/>
                      </a:lnTo>
                      <a:lnTo>
                        <a:pt x="7086" y="845659"/>
                      </a:lnTo>
                      <a:lnTo>
                        <a:pt x="26400" y="874283"/>
                      </a:lnTo>
                      <a:lnTo>
                        <a:pt x="55024" y="893597"/>
                      </a:lnTo>
                      <a:lnTo>
                        <a:pt x="90042" y="900684"/>
                      </a:lnTo>
                      <a:lnTo>
                        <a:pt x="1330325" y="900684"/>
                      </a:lnTo>
                      <a:lnTo>
                        <a:pt x="1365343" y="893597"/>
                      </a:lnTo>
                      <a:lnTo>
                        <a:pt x="1393967" y="874283"/>
                      </a:lnTo>
                      <a:lnTo>
                        <a:pt x="1413281" y="845659"/>
                      </a:lnTo>
                      <a:lnTo>
                        <a:pt x="1420367" y="810641"/>
                      </a:lnTo>
                      <a:lnTo>
                        <a:pt x="1420367" y="90043"/>
                      </a:lnTo>
                      <a:lnTo>
                        <a:pt x="1413281" y="55024"/>
                      </a:lnTo>
                      <a:lnTo>
                        <a:pt x="1393967" y="26400"/>
                      </a:lnTo>
                      <a:lnTo>
                        <a:pt x="1365343" y="7086"/>
                      </a:lnTo>
                      <a:lnTo>
                        <a:pt x="1330325" y="0"/>
                      </a:lnTo>
                      <a:close/>
                    </a:path>
                  </a:pathLst>
                </a:custGeom>
                <a:solidFill>
                  <a:srgbClr val="5B9BD4"/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26" name="object 26"/>
                <p:cNvSpPr/>
                <p:nvPr/>
              </p:nvSpPr>
              <p:spPr>
                <a:xfrm>
                  <a:off x="4675632" y="4457700"/>
                  <a:ext cx="142049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1064">
                      <a:moveTo>
                        <a:pt x="0" y="90043"/>
                      </a:moveTo>
                      <a:lnTo>
                        <a:pt x="7086" y="55024"/>
                      </a:lnTo>
                      <a:lnTo>
                        <a:pt x="26400" y="26400"/>
                      </a:lnTo>
                      <a:lnTo>
                        <a:pt x="55024" y="7086"/>
                      </a:lnTo>
                      <a:lnTo>
                        <a:pt x="90042" y="0"/>
                      </a:lnTo>
                      <a:lnTo>
                        <a:pt x="1330325" y="0"/>
                      </a:lnTo>
                      <a:lnTo>
                        <a:pt x="1365343" y="7086"/>
                      </a:lnTo>
                      <a:lnTo>
                        <a:pt x="1393967" y="26400"/>
                      </a:lnTo>
                      <a:lnTo>
                        <a:pt x="1413281" y="55024"/>
                      </a:lnTo>
                      <a:lnTo>
                        <a:pt x="1420367" y="90043"/>
                      </a:lnTo>
                      <a:lnTo>
                        <a:pt x="1420367" y="810641"/>
                      </a:lnTo>
                      <a:lnTo>
                        <a:pt x="1413281" y="845659"/>
                      </a:lnTo>
                      <a:lnTo>
                        <a:pt x="1393967" y="874283"/>
                      </a:lnTo>
                      <a:lnTo>
                        <a:pt x="1365343" y="893597"/>
                      </a:lnTo>
                      <a:lnTo>
                        <a:pt x="1330325" y="900684"/>
                      </a:lnTo>
                      <a:lnTo>
                        <a:pt x="90042" y="900684"/>
                      </a:lnTo>
                      <a:lnTo>
                        <a:pt x="55024" y="893597"/>
                      </a:lnTo>
                      <a:lnTo>
                        <a:pt x="26400" y="874283"/>
                      </a:lnTo>
                      <a:lnTo>
                        <a:pt x="7086" y="845659"/>
                      </a:lnTo>
                      <a:lnTo>
                        <a:pt x="0" y="810641"/>
                      </a:lnTo>
                      <a:lnTo>
                        <a:pt x="0" y="90043"/>
                      </a:lnTo>
                      <a:close/>
                    </a:path>
                  </a:pathLst>
                </a:custGeom>
                <a:ln w="12192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27" name="object 27"/>
                <p:cNvSpPr/>
                <p:nvPr/>
              </p:nvSpPr>
              <p:spPr>
                <a:xfrm>
                  <a:off x="4834128" y="4607052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1330198" y="0"/>
                      </a:moveTo>
                      <a:lnTo>
                        <a:pt x="90170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6" y="875792"/>
                      </a:lnTo>
                      <a:lnTo>
                        <a:pt x="55078" y="895119"/>
                      </a:lnTo>
                      <a:lnTo>
                        <a:pt x="90170" y="902208"/>
                      </a:lnTo>
                      <a:lnTo>
                        <a:pt x="1330198" y="902208"/>
                      </a:lnTo>
                      <a:lnTo>
                        <a:pt x="1365289" y="895119"/>
                      </a:lnTo>
                      <a:lnTo>
                        <a:pt x="1393952" y="875792"/>
                      </a:lnTo>
                      <a:lnTo>
                        <a:pt x="1413279" y="847129"/>
                      </a:lnTo>
                      <a:lnTo>
                        <a:pt x="1420368" y="812038"/>
                      </a:lnTo>
                      <a:lnTo>
                        <a:pt x="1420368" y="90170"/>
                      </a:lnTo>
                      <a:lnTo>
                        <a:pt x="1413279" y="55078"/>
                      </a:lnTo>
                      <a:lnTo>
                        <a:pt x="1393952" y="26415"/>
                      </a:lnTo>
                      <a:lnTo>
                        <a:pt x="1365289" y="7088"/>
                      </a:lnTo>
                      <a:lnTo>
                        <a:pt x="1330198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28" name="object 28"/>
                <p:cNvSpPr/>
                <p:nvPr/>
              </p:nvSpPr>
              <p:spPr>
                <a:xfrm>
                  <a:off x="4834128" y="4607052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70" y="0"/>
                      </a:lnTo>
                      <a:lnTo>
                        <a:pt x="1330198" y="0"/>
                      </a:lnTo>
                      <a:lnTo>
                        <a:pt x="1365289" y="7088"/>
                      </a:lnTo>
                      <a:lnTo>
                        <a:pt x="1393952" y="26415"/>
                      </a:lnTo>
                      <a:lnTo>
                        <a:pt x="1413279" y="55078"/>
                      </a:lnTo>
                      <a:lnTo>
                        <a:pt x="1420368" y="90170"/>
                      </a:lnTo>
                      <a:lnTo>
                        <a:pt x="1420368" y="812038"/>
                      </a:lnTo>
                      <a:lnTo>
                        <a:pt x="1413279" y="847129"/>
                      </a:lnTo>
                      <a:lnTo>
                        <a:pt x="1393952" y="875792"/>
                      </a:lnTo>
                      <a:lnTo>
                        <a:pt x="1365289" y="895119"/>
                      </a:lnTo>
                      <a:lnTo>
                        <a:pt x="1330198" y="902208"/>
                      </a:lnTo>
                      <a:lnTo>
                        <a:pt x="90170" y="902208"/>
                      </a:lnTo>
                      <a:lnTo>
                        <a:pt x="55078" y="895119"/>
                      </a:lnTo>
                      <a:lnTo>
                        <a:pt x="26416" y="875792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30" name="object 30"/>
              <p:cNvGrpSpPr/>
              <p:nvPr/>
            </p:nvGrpSpPr>
            <p:grpSpPr>
              <a:xfrm>
                <a:off x="5537645" y="3253930"/>
                <a:ext cx="1192530" cy="798195"/>
                <a:chOff x="7383526" y="3195573"/>
                <a:chExt cx="1590040" cy="1064260"/>
              </a:xfrm>
            </p:grpSpPr>
            <p:sp>
              <p:nvSpPr>
                <p:cNvPr id="31" name="object 31"/>
                <p:cNvSpPr/>
                <p:nvPr/>
              </p:nvSpPr>
              <p:spPr>
                <a:xfrm>
                  <a:off x="7389876" y="3201923"/>
                  <a:ext cx="142049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1064">
                      <a:moveTo>
                        <a:pt x="1330325" y="0"/>
                      </a:moveTo>
                      <a:lnTo>
                        <a:pt x="90043" y="0"/>
                      </a:lnTo>
                      <a:lnTo>
                        <a:pt x="55024" y="7086"/>
                      </a:lnTo>
                      <a:lnTo>
                        <a:pt x="26400" y="26400"/>
                      </a:lnTo>
                      <a:lnTo>
                        <a:pt x="7086" y="55024"/>
                      </a:lnTo>
                      <a:lnTo>
                        <a:pt x="0" y="90042"/>
                      </a:lnTo>
                      <a:lnTo>
                        <a:pt x="0" y="810640"/>
                      </a:lnTo>
                      <a:lnTo>
                        <a:pt x="7086" y="845659"/>
                      </a:lnTo>
                      <a:lnTo>
                        <a:pt x="26400" y="874283"/>
                      </a:lnTo>
                      <a:lnTo>
                        <a:pt x="55024" y="893597"/>
                      </a:lnTo>
                      <a:lnTo>
                        <a:pt x="90043" y="900683"/>
                      </a:lnTo>
                      <a:lnTo>
                        <a:pt x="1330325" y="900683"/>
                      </a:lnTo>
                      <a:lnTo>
                        <a:pt x="1365343" y="893597"/>
                      </a:lnTo>
                      <a:lnTo>
                        <a:pt x="1393967" y="874283"/>
                      </a:lnTo>
                      <a:lnTo>
                        <a:pt x="1413281" y="845659"/>
                      </a:lnTo>
                      <a:lnTo>
                        <a:pt x="1420368" y="810640"/>
                      </a:lnTo>
                      <a:lnTo>
                        <a:pt x="1420368" y="90042"/>
                      </a:lnTo>
                      <a:lnTo>
                        <a:pt x="1413281" y="55024"/>
                      </a:lnTo>
                      <a:lnTo>
                        <a:pt x="1393967" y="26400"/>
                      </a:lnTo>
                      <a:lnTo>
                        <a:pt x="1365343" y="7086"/>
                      </a:lnTo>
                      <a:lnTo>
                        <a:pt x="1330325" y="0"/>
                      </a:lnTo>
                      <a:close/>
                    </a:path>
                  </a:pathLst>
                </a:custGeom>
                <a:solidFill>
                  <a:srgbClr val="5B9BD4"/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32" name="object 32"/>
                <p:cNvSpPr/>
                <p:nvPr/>
              </p:nvSpPr>
              <p:spPr>
                <a:xfrm>
                  <a:off x="7389876" y="3201923"/>
                  <a:ext cx="142049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1064">
                      <a:moveTo>
                        <a:pt x="0" y="90042"/>
                      </a:moveTo>
                      <a:lnTo>
                        <a:pt x="7086" y="55024"/>
                      </a:lnTo>
                      <a:lnTo>
                        <a:pt x="26400" y="26400"/>
                      </a:lnTo>
                      <a:lnTo>
                        <a:pt x="55024" y="7086"/>
                      </a:lnTo>
                      <a:lnTo>
                        <a:pt x="90043" y="0"/>
                      </a:lnTo>
                      <a:lnTo>
                        <a:pt x="1330325" y="0"/>
                      </a:lnTo>
                      <a:lnTo>
                        <a:pt x="1365343" y="7086"/>
                      </a:lnTo>
                      <a:lnTo>
                        <a:pt x="1393967" y="26400"/>
                      </a:lnTo>
                      <a:lnTo>
                        <a:pt x="1413281" y="55024"/>
                      </a:lnTo>
                      <a:lnTo>
                        <a:pt x="1420368" y="90042"/>
                      </a:lnTo>
                      <a:lnTo>
                        <a:pt x="1420368" y="810640"/>
                      </a:lnTo>
                      <a:lnTo>
                        <a:pt x="1413281" y="845659"/>
                      </a:lnTo>
                      <a:lnTo>
                        <a:pt x="1393967" y="874283"/>
                      </a:lnTo>
                      <a:lnTo>
                        <a:pt x="1365343" y="893597"/>
                      </a:lnTo>
                      <a:lnTo>
                        <a:pt x="1330325" y="900683"/>
                      </a:lnTo>
                      <a:lnTo>
                        <a:pt x="90043" y="900683"/>
                      </a:lnTo>
                      <a:lnTo>
                        <a:pt x="55024" y="893597"/>
                      </a:lnTo>
                      <a:lnTo>
                        <a:pt x="26400" y="874283"/>
                      </a:lnTo>
                      <a:lnTo>
                        <a:pt x="7086" y="845659"/>
                      </a:lnTo>
                      <a:lnTo>
                        <a:pt x="0" y="810640"/>
                      </a:lnTo>
                      <a:lnTo>
                        <a:pt x="0" y="90042"/>
                      </a:lnTo>
                      <a:close/>
                    </a:path>
                  </a:pathLst>
                </a:custGeom>
                <a:ln w="12192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33" name="object 33"/>
                <p:cNvSpPr/>
                <p:nvPr/>
              </p:nvSpPr>
              <p:spPr>
                <a:xfrm>
                  <a:off x="7548372" y="3351275"/>
                  <a:ext cx="141922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2335">
                      <a:moveTo>
                        <a:pt x="1328674" y="0"/>
                      </a:moveTo>
                      <a:lnTo>
                        <a:pt x="90170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5" y="875792"/>
                      </a:lnTo>
                      <a:lnTo>
                        <a:pt x="55078" y="895119"/>
                      </a:lnTo>
                      <a:lnTo>
                        <a:pt x="90170" y="902207"/>
                      </a:lnTo>
                      <a:lnTo>
                        <a:pt x="1328674" y="902207"/>
                      </a:lnTo>
                      <a:lnTo>
                        <a:pt x="1363765" y="895119"/>
                      </a:lnTo>
                      <a:lnTo>
                        <a:pt x="1392427" y="875792"/>
                      </a:lnTo>
                      <a:lnTo>
                        <a:pt x="1411755" y="847129"/>
                      </a:lnTo>
                      <a:lnTo>
                        <a:pt x="1418844" y="812038"/>
                      </a:lnTo>
                      <a:lnTo>
                        <a:pt x="1418844" y="90170"/>
                      </a:lnTo>
                      <a:lnTo>
                        <a:pt x="1411755" y="55078"/>
                      </a:lnTo>
                      <a:lnTo>
                        <a:pt x="1392427" y="26416"/>
                      </a:lnTo>
                      <a:lnTo>
                        <a:pt x="1363765" y="7088"/>
                      </a:lnTo>
                      <a:lnTo>
                        <a:pt x="1328674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34" name="object 34"/>
                <p:cNvSpPr/>
                <p:nvPr/>
              </p:nvSpPr>
              <p:spPr>
                <a:xfrm>
                  <a:off x="7548372" y="3351275"/>
                  <a:ext cx="141922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70" y="0"/>
                      </a:lnTo>
                      <a:lnTo>
                        <a:pt x="1328674" y="0"/>
                      </a:lnTo>
                      <a:lnTo>
                        <a:pt x="1363765" y="7088"/>
                      </a:lnTo>
                      <a:lnTo>
                        <a:pt x="1392427" y="26416"/>
                      </a:lnTo>
                      <a:lnTo>
                        <a:pt x="1411755" y="55078"/>
                      </a:lnTo>
                      <a:lnTo>
                        <a:pt x="1418844" y="90170"/>
                      </a:lnTo>
                      <a:lnTo>
                        <a:pt x="1418844" y="812038"/>
                      </a:lnTo>
                      <a:lnTo>
                        <a:pt x="1411755" y="847129"/>
                      </a:lnTo>
                      <a:lnTo>
                        <a:pt x="1392427" y="875792"/>
                      </a:lnTo>
                      <a:lnTo>
                        <a:pt x="1363765" y="895119"/>
                      </a:lnTo>
                      <a:lnTo>
                        <a:pt x="1328674" y="902207"/>
                      </a:lnTo>
                      <a:lnTo>
                        <a:pt x="90170" y="902207"/>
                      </a:lnTo>
                      <a:lnTo>
                        <a:pt x="55078" y="895119"/>
                      </a:lnTo>
                      <a:lnTo>
                        <a:pt x="26415" y="875792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36" name="object 36"/>
              <p:cNvGrpSpPr/>
              <p:nvPr/>
            </p:nvGrpSpPr>
            <p:grpSpPr>
              <a:xfrm>
                <a:off x="5114734" y="4194620"/>
                <a:ext cx="1192530" cy="798195"/>
                <a:chOff x="6819645" y="4449826"/>
                <a:chExt cx="1590040" cy="1064260"/>
              </a:xfrm>
            </p:grpSpPr>
            <p:pic>
              <p:nvPicPr>
                <p:cNvPr id="37" name="object 37"/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6825995" y="4456176"/>
                  <a:ext cx="1418844" cy="902208"/>
                </a:xfrm>
                <a:prstGeom prst="rect">
                  <a:avLst/>
                </a:prstGeom>
              </p:spPr>
            </p:pic>
            <p:sp>
              <p:nvSpPr>
                <p:cNvPr id="38" name="object 38"/>
                <p:cNvSpPr/>
                <p:nvPr/>
              </p:nvSpPr>
              <p:spPr>
                <a:xfrm>
                  <a:off x="6825995" y="4456176"/>
                  <a:ext cx="141922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2335">
                      <a:moveTo>
                        <a:pt x="0" y="90169"/>
                      </a:moveTo>
                      <a:lnTo>
                        <a:pt x="7088" y="55078"/>
                      </a:lnTo>
                      <a:lnTo>
                        <a:pt x="26416" y="26415"/>
                      </a:lnTo>
                      <a:lnTo>
                        <a:pt x="55078" y="7088"/>
                      </a:lnTo>
                      <a:lnTo>
                        <a:pt x="90170" y="0"/>
                      </a:lnTo>
                      <a:lnTo>
                        <a:pt x="1328674" y="0"/>
                      </a:lnTo>
                      <a:lnTo>
                        <a:pt x="1363765" y="7088"/>
                      </a:lnTo>
                      <a:lnTo>
                        <a:pt x="1392427" y="26415"/>
                      </a:lnTo>
                      <a:lnTo>
                        <a:pt x="1411755" y="55078"/>
                      </a:lnTo>
                      <a:lnTo>
                        <a:pt x="1418844" y="90169"/>
                      </a:lnTo>
                      <a:lnTo>
                        <a:pt x="1418844" y="812038"/>
                      </a:lnTo>
                      <a:lnTo>
                        <a:pt x="1411755" y="847129"/>
                      </a:lnTo>
                      <a:lnTo>
                        <a:pt x="1392427" y="875792"/>
                      </a:lnTo>
                      <a:lnTo>
                        <a:pt x="1363765" y="895119"/>
                      </a:lnTo>
                      <a:lnTo>
                        <a:pt x="1328674" y="902208"/>
                      </a:lnTo>
                      <a:lnTo>
                        <a:pt x="90170" y="902208"/>
                      </a:lnTo>
                      <a:lnTo>
                        <a:pt x="55078" y="895119"/>
                      </a:lnTo>
                      <a:lnTo>
                        <a:pt x="26415" y="875791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69"/>
                      </a:lnTo>
                      <a:close/>
                    </a:path>
                  </a:pathLst>
                </a:custGeom>
                <a:ln w="12192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39" name="object 39"/>
                <p:cNvSpPr/>
                <p:nvPr/>
              </p:nvSpPr>
              <p:spPr>
                <a:xfrm>
                  <a:off x="6982967" y="4605528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1330198" y="0"/>
                      </a:moveTo>
                      <a:lnTo>
                        <a:pt x="90170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5" y="875792"/>
                      </a:lnTo>
                      <a:lnTo>
                        <a:pt x="55078" y="895119"/>
                      </a:lnTo>
                      <a:lnTo>
                        <a:pt x="90170" y="902208"/>
                      </a:lnTo>
                      <a:lnTo>
                        <a:pt x="1330198" y="902208"/>
                      </a:lnTo>
                      <a:lnTo>
                        <a:pt x="1365289" y="895119"/>
                      </a:lnTo>
                      <a:lnTo>
                        <a:pt x="1393951" y="875792"/>
                      </a:lnTo>
                      <a:lnTo>
                        <a:pt x="1413279" y="847129"/>
                      </a:lnTo>
                      <a:lnTo>
                        <a:pt x="1420367" y="812038"/>
                      </a:lnTo>
                      <a:lnTo>
                        <a:pt x="1420367" y="90170"/>
                      </a:lnTo>
                      <a:lnTo>
                        <a:pt x="1413279" y="55078"/>
                      </a:lnTo>
                      <a:lnTo>
                        <a:pt x="1393951" y="26415"/>
                      </a:lnTo>
                      <a:lnTo>
                        <a:pt x="1365289" y="7088"/>
                      </a:lnTo>
                      <a:lnTo>
                        <a:pt x="1330198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40" name="object 40"/>
                <p:cNvSpPr/>
                <p:nvPr/>
              </p:nvSpPr>
              <p:spPr>
                <a:xfrm>
                  <a:off x="6982967" y="4605528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70" y="0"/>
                      </a:lnTo>
                      <a:lnTo>
                        <a:pt x="1330198" y="0"/>
                      </a:lnTo>
                      <a:lnTo>
                        <a:pt x="1365289" y="7088"/>
                      </a:lnTo>
                      <a:lnTo>
                        <a:pt x="1393951" y="26415"/>
                      </a:lnTo>
                      <a:lnTo>
                        <a:pt x="1413279" y="55078"/>
                      </a:lnTo>
                      <a:lnTo>
                        <a:pt x="1420367" y="90170"/>
                      </a:lnTo>
                      <a:lnTo>
                        <a:pt x="1420367" y="812038"/>
                      </a:lnTo>
                      <a:lnTo>
                        <a:pt x="1413279" y="847129"/>
                      </a:lnTo>
                      <a:lnTo>
                        <a:pt x="1393951" y="875792"/>
                      </a:lnTo>
                      <a:lnTo>
                        <a:pt x="1365289" y="895119"/>
                      </a:lnTo>
                      <a:lnTo>
                        <a:pt x="1330198" y="902208"/>
                      </a:lnTo>
                      <a:lnTo>
                        <a:pt x="90170" y="902208"/>
                      </a:lnTo>
                      <a:lnTo>
                        <a:pt x="55078" y="895119"/>
                      </a:lnTo>
                      <a:lnTo>
                        <a:pt x="26415" y="875792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42" name="object 42"/>
              <p:cNvGrpSpPr/>
              <p:nvPr/>
            </p:nvGrpSpPr>
            <p:grpSpPr>
              <a:xfrm>
                <a:off x="6437376" y="4200525"/>
                <a:ext cx="1187768" cy="793433"/>
                <a:chOff x="8583168" y="4457700"/>
                <a:chExt cx="1583690" cy="1057910"/>
              </a:xfrm>
            </p:grpSpPr>
            <p:sp>
              <p:nvSpPr>
                <p:cNvPr id="43" name="object 43"/>
                <p:cNvSpPr/>
                <p:nvPr/>
              </p:nvSpPr>
              <p:spPr>
                <a:xfrm>
                  <a:off x="8583168" y="4457700"/>
                  <a:ext cx="141922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1064">
                      <a:moveTo>
                        <a:pt x="1328801" y="0"/>
                      </a:moveTo>
                      <a:lnTo>
                        <a:pt x="90042" y="0"/>
                      </a:lnTo>
                      <a:lnTo>
                        <a:pt x="55024" y="7086"/>
                      </a:lnTo>
                      <a:lnTo>
                        <a:pt x="26400" y="26400"/>
                      </a:lnTo>
                      <a:lnTo>
                        <a:pt x="7086" y="55024"/>
                      </a:lnTo>
                      <a:lnTo>
                        <a:pt x="0" y="90043"/>
                      </a:lnTo>
                      <a:lnTo>
                        <a:pt x="0" y="810641"/>
                      </a:lnTo>
                      <a:lnTo>
                        <a:pt x="7086" y="845659"/>
                      </a:lnTo>
                      <a:lnTo>
                        <a:pt x="26400" y="874283"/>
                      </a:lnTo>
                      <a:lnTo>
                        <a:pt x="55024" y="893597"/>
                      </a:lnTo>
                      <a:lnTo>
                        <a:pt x="90042" y="900684"/>
                      </a:lnTo>
                      <a:lnTo>
                        <a:pt x="1328801" y="900684"/>
                      </a:lnTo>
                      <a:lnTo>
                        <a:pt x="1363819" y="893597"/>
                      </a:lnTo>
                      <a:lnTo>
                        <a:pt x="1392443" y="874283"/>
                      </a:lnTo>
                      <a:lnTo>
                        <a:pt x="1411757" y="845659"/>
                      </a:lnTo>
                      <a:lnTo>
                        <a:pt x="1418843" y="810641"/>
                      </a:lnTo>
                      <a:lnTo>
                        <a:pt x="1418843" y="90043"/>
                      </a:lnTo>
                      <a:lnTo>
                        <a:pt x="1411757" y="55024"/>
                      </a:lnTo>
                      <a:lnTo>
                        <a:pt x="1392443" y="26400"/>
                      </a:lnTo>
                      <a:lnTo>
                        <a:pt x="1363819" y="7086"/>
                      </a:lnTo>
                      <a:lnTo>
                        <a:pt x="1328801" y="0"/>
                      </a:lnTo>
                      <a:close/>
                    </a:path>
                  </a:pathLst>
                </a:custGeom>
                <a:solidFill>
                  <a:srgbClr val="5B9BD4"/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44" name="object 44"/>
                <p:cNvSpPr/>
                <p:nvPr/>
              </p:nvSpPr>
              <p:spPr>
                <a:xfrm>
                  <a:off x="8740140" y="4607052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1330198" y="0"/>
                      </a:moveTo>
                      <a:lnTo>
                        <a:pt x="90169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6" y="875792"/>
                      </a:lnTo>
                      <a:lnTo>
                        <a:pt x="55078" y="895119"/>
                      </a:lnTo>
                      <a:lnTo>
                        <a:pt x="90169" y="902208"/>
                      </a:lnTo>
                      <a:lnTo>
                        <a:pt x="1330198" y="902208"/>
                      </a:lnTo>
                      <a:lnTo>
                        <a:pt x="1365289" y="895119"/>
                      </a:lnTo>
                      <a:lnTo>
                        <a:pt x="1393951" y="875792"/>
                      </a:lnTo>
                      <a:lnTo>
                        <a:pt x="1413279" y="847129"/>
                      </a:lnTo>
                      <a:lnTo>
                        <a:pt x="1420367" y="812038"/>
                      </a:lnTo>
                      <a:lnTo>
                        <a:pt x="1420367" y="90170"/>
                      </a:lnTo>
                      <a:lnTo>
                        <a:pt x="1413279" y="55078"/>
                      </a:lnTo>
                      <a:lnTo>
                        <a:pt x="1393951" y="26415"/>
                      </a:lnTo>
                      <a:lnTo>
                        <a:pt x="1365289" y="7088"/>
                      </a:lnTo>
                      <a:lnTo>
                        <a:pt x="1330198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45" name="object 45"/>
                <p:cNvSpPr/>
                <p:nvPr/>
              </p:nvSpPr>
              <p:spPr>
                <a:xfrm>
                  <a:off x="8740140" y="4607052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69" y="0"/>
                      </a:lnTo>
                      <a:lnTo>
                        <a:pt x="1330198" y="0"/>
                      </a:lnTo>
                      <a:lnTo>
                        <a:pt x="1365289" y="7088"/>
                      </a:lnTo>
                      <a:lnTo>
                        <a:pt x="1393951" y="26415"/>
                      </a:lnTo>
                      <a:lnTo>
                        <a:pt x="1413279" y="55078"/>
                      </a:lnTo>
                      <a:lnTo>
                        <a:pt x="1420367" y="90170"/>
                      </a:lnTo>
                      <a:lnTo>
                        <a:pt x="1420367" y="812038"/>
                      </a:lnTo>
                      <a:lnTo>
                        <a:pt x="1413279" y="847129"/>
                      </a:lnTo>
                      <a:lnTo>
                        <a:pt x="1393951" y="875792"/>
                      </a:lnTo>
                      <a:lnTo>
                        <a:pt x="1365289" y="895119"/>
                      </a:lnTo>
                      <a:lnTo>
                        <a:pt x="1330198" y="902208"/>
                      </a:lnTo>
                      <a:lnTo>
                        <a:pt x="90169" y="902208"/>
                      </a:lnTo>
                      <a:lnTo>
                        <a:pt x="55078" y="895119"/>
                      </a:lnTo>
                      <a:lnTo>
                        <a:pt x="26416" y="875792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</p:grpSp>
        <p:grpSp>
          <p:nvGrpSpPr>
            <p:cNvPr id="18" name="object 18"/>
            <p:cNvGrpSpPr/>
            <p:nvPr/>
          </p:nvGrpSpPr>
          <p:grpSpPr>
            <a:xfrm>
              <a:off x="2002346" y="4195763"/>
              <a:ext cx="1192530" cy="798195"/>
              <a:chOff x="2669794" y="4451350"/>
              <a:chExt cx="1590040" cy="1064260"/>
            </a:xfrm>
          </p:grpSpPr>
          <p:sp>
            <p:nvSpPr>
              <p:cNvPr id="19" name="object 19"/>
              <p:cNvSpPr/>
              <p:nvPr/>
            </p:nvSpPr>
            <p:spPr>
              <a:xfrm>
                <a:off x="2676144" y="4457700"/>
                <a:ext cx="1419225" cy="901065"/>
              </a:xfrm>
              <a:custGeom>
                <a:avLst/>
                <a:gdLst/>
                <a:ahLst/>
                <a:cxnLst/>
                <a:rect l="l" t="t" r="r" b="b"/>
                <a:pathLst>
                  <a:path w="1419225" h="901064">
                    <a:moveTo>
                      <a:pt x="1328801" y="0"/>
                    </a:moveTo>
                    <a:lnTo>
                      <a:pt x="90043" y="0"/>
                    </a:lnTo>
                    <a:lnTo>
                      <a:pt x="55024" y="7086"/>
                    </a:lnTo>
                    <a:lnTo>
                      <a:pt x="26400" y="26400"/>
                    </a:lnTo>
                    <a:lnTo>
                      <a:pt x="7086" y="55024"/>
                    </a:lnTo>
                    <a:lnTo>
                      <a:pt x="0" y="90043"/>
                    </a:lnTo>
                    <a:lnTo>
                      <a:pt x="0" y="810641"/>
                    </a:lnTo>
                    <a:lnTo>
                      <a:pt x="7086" y="845659"/>
                    </a:lnTo>
                    <a:lnTo>
                      <a:pt x="26400" y="874283"/>
                    </a:lnTo>
                    <a:lnTo>
                      <a:pt x="55024" y="893597"/>
                    </a:lnTo>
                    <a:lnTo>
                      <a:pt x="90043" y="900684"/>
                    </a:lnTo>
                    <a:lnTo>
                      <a:pt x="1328801" y="900684"/>
                    </a:lnTo>
                    <a:lnTo>
                      <a:pt x="1363819" y="893597"/>
                    </a:lnTo>
                    <a:lnTo>
                      <a:pt x="1392443" y="874283"/>
                    </a:lnTo>
                    <a:lnTo>
                      <a:pt x="1411757" y="845659"/>
                    </a:lnTo>
                    <a:lnTo>
                      <a:pt x="1418844" y="810641"/>
                    </a:lnTo>
                    <a:lnTo>
                      <a:pt x="1418844" y="90043"/>
                    </a:lnTo>
                    <a:lnTo>
                      <a:pt x="1411757" y="55024"/>
                    </a:lnTo>
                    <a:lnTo>
                      <a:pt x="1392443" y="26400"/>
                    </a:lnTo>
                    <a:lnTo>
                      <a:pt x="1363819" y="7086"/>
                    </a:lnTo>
                    <a:lnTo>
                      <a:pt x="1328801" y="0"/>
                    </a:lnTo>
                    <a:close/>
                  </a:path>
                </a:pathLst>
              </a:custGeom>
              <a:solidFill>
                <a:srgbClr val="5B9BD4"/>
              </a:solidFill>
            </p:spPr>
            <p:txBody>
              <a:bodyPr wrap="square" lIns="0" tIns="0" rIns="0" bIns="0" rtlCol="0"/>
              <a:lstStyle/>
              <a:p>
                <a:pPr defTabSz="685800"/>
                <a:endParaRPr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2676144" y="4457700"/>
                <a:ext cx="1419225" cy="901065"/>
              </a:xfrm>
              <a:custGeom>
                <a:avLst/>
                <a:gdLst/>
                <a:ahLst/>
                <a:cxnLst/>
                <a:rect l="l" t="t" r="r" b="b"/>
                <a:pathLst>
                  <a:path w="1419225" h="901064">
                    <a:moveTo>
                      <a:pt x="0" y="90043"/>
                    </a:moveTo>
                    <a:lnTo>
                      <a:pt x="7086" y="55024"/>
                    </a:lnTo>
                    <a:lnTo>
                      <a:pt x="26400" y="26400"/>
                    </a:lnTo>
                    <a:lnTo>
                      <a:pt x="55024" y="7086"/>
                    </a:lnTo>
                    <a:lnTo>
                      <a:pt x="90043" y="0"/>
                    </a:lnTo>
                    <a:lnTo>
                      <a:pt x="1328801" y="0"/>
                    </a:lnTo>
                    <a:lnTo>
                      <a:pt x="1363819" y="7086"/>
                    </a:lnTo>
                    <a:lnTo>
                      <a:pt x="1392443" y="26400"/>
                    </a:lnTo>
                    <a:lnTo>
                      <a:pt x="1411757" y="55024"/>
                    </a:lnTo>
                    <a:lnTo>
                      <a:pt x="1418844" y="90043"/>
                    </a:lnTo>
                    <a:lnTo>
                      <a:pt x="1418844" y="810641"/>
                    </a:lnTo>
                    <a:lnTo>
                      <a:pt x="1411757" y="845659"/>
                    </a:lnTo>
                    <a:lnTo>
                      <a:pt x="1392443" y="874283"/>
                    </a:lnTo>
                    <a:lnTo>
                      <a:pt x="1363819" y="893597"/>
                    </a:lnTo>
                    <a:lnTo>
                      <a:pt x="1328801" y="900684"/>
                    </a:lnTo>
                    <a:lnTo>
                      <a:pt x="90043" y="900684"/>
                    </a:lnTo>
                    <a:lnTo>
                      <a:pt x="55024" y="893597"/>
                    </a:lnTo>
                    <a:lnTo>
                      <a:pt x="26400" y="874283"/>
                    </a:lnTo>
                    <a:lnTo>
                      <a:pt x="7086" y="845659"/>
                    </a:lnTo>
                    <a:lnTo>
                      <a:pt x="0" y="810641"/>
                    </a:lnTo>
                    <a:lnTo>
                      <a:pt x="0" y="90043"/>
                    </a:lnTo>
                    <a:close/>
                  </a:path>
                </a:pathLst>
              </a:custGeom>
              <a:ln w="12192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pPr defTabSz="685800"/>
                <a:endParaRPr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2833116" y="4607052"/>
                <a:ext cx="1420495" cy="902335"/>
              </a:xfrm>
              <a:custGeom>
                <a:avLst/>
                <a:gdLst/>
                <a:ahLst/>
                <a:cxnLst/>
                <a:rect l="l" t="t" r="r" b="b"/>
                <a:pathLst>
                  <a:path w="1420495" h="902335">
                    <a:moveTo>
                      <a:pt x="1330197" y="0"/>
                    </a:moveTo>
                    <a:lnTo>
                      <a:pt x="90169" y="0"/>
                    </a:lnTo>
                    <a:lnTo>
                      <a:pt x="55078" y="7088"/>
                    </a:lnTo>
                    <a:lnTo>
                      <a:pt x="26415" y="26416"/>
                    </a:lnTo>
                    <a:lnTo>
                      <a:pt x="7088" y="55078"/>
                    </a:lnTo>
                    <a:lnTo>
                      <a:pt x="0" y="90170"/>
                    </a:lnTo>
                    <a:lnTo>
                      <a:pt x="0" y="812038"/>
                    </a:lnTo>
                    <a:lnTo>
                      <a:pt x="7088" y="847129"/>
                    </a:lnTo>
                    <a:lnTo>
                      <a:pt x="26415" y="875792"/>
                    </a:lnTo>
                    <a:lnTo>
                      <a:pt x="55078" y="895119"/>
                    </a:lnTo>
                    <a:lnTo>
                      <a:pt x="90169" y="902208"/>
                    </a:lnTo>
                    <a:lnTo>
                      <a:pt x="1330197" y="902208"/>
                    </a:lnTo>
                    <a:lnTo>
                      <a:pt x="1365289" y="895119"/>
                    </a:lnTo>
                    <a:lnTo>
                      <a:pt x="1393951" y="875792"/>
                    </a:lnTo>
                    <a:lnTo>
                      <a:pt x="1413279" y="847129"/>
                    </a:lnTo>
                    <a:lnTo>
                      <a:pt x="1420368" y="812038"/>
                    </a:lnTo>
                    <a:lnTo>
                      <a:pt x="1420368" y="90170"/>
                    </a:lnTo>
                    <a:lnTo>
                      <a:pt x="1413279" y="55078"/>
                    </a:lnTo>
                    <a:lnTo>
                      <a:pt x="1393951" y="26415"/>
                    </a:lnTo>
                    <a:lnTo>
                      <a:pt x="1365289" y="7088"/>
                    </a:lnTo>
                    <a:lnTo>
                      <a:pt x="1330197" y="0"/>
                    </a:lnTo>
                    <a:close/>
                  </a:path>
                </a:pathLst>
              </a:custGeom>
              <a:solidFill>
                <a:srgbClr val="FFFFFF">
                  <a:alpha val="90194"/>
                </a:srgbClr>
              </a:solidFill>
            </p:spPr>
            <p:txBody>
              <a:bodyPr wrap="square" lIns="0" tIns="0" rIns="0" bIns="0" rtlCol="0"/>
              <a:lstStyle/>
              <a:p>
                <a:pPr defTabSz="685800"/>
                <a:endParaRPr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2833116" y="4607052"/>
                <a:ext cx="1420495" cy="902335"/>
              </a:xfrm>
              <a:custGeom>
                <a:avLst/>
                <a:gdLst/>
                <a:ahLst/>
                <a:cxnLst/>
                <a:rect l="l" t="t" r="r" b="b"/>
                <a:pathLst>
                  <a:path w="1420495" h="902335">
                    <a:moveTo>
                      <a:pt x="0" y="90170"/>
                    </a:moveTo>
                    <a:lnTo>
                      <a:pt x="7088" y="55078"/>
                    </a:lnTo>
                    <a:lnTo>
                      <a:pt x="26415" y="26416"/>
                    </a:lnTo>
                    <a:lnTo>
                      <a:pt x="55078" y="7088"/>
                    </a:lnTo>
                    <a:lnTo>
                      <a:pt x="90169" y="0"/>
                    </a:lnTo>
                    <a:lnTo>
                      <a:pt x="1330197" y="0"/>
                    </a:lnTo>
                    <a:lnTo>
                      <a:pt x="1365289" y="7088"/>
                    </a:lnTo>
                    <a:lnTo>
                      <a:pt x="1393951" y="26415"/>
                    </a:lnTo>
                    <a:lnTo>
                      <a:pt x="1413279" y="55078"/>
                    </a:lnTo>
                    <a:lnTo>
                      <a:pt x="1420368" y="90170"/>
                    </a:lnTo>
                    <a:lnTo>
                      <a:pt x="1420368" y="812038"/>
                    </a:lnTo>
                    <a:lnTo>
                      <a:pt x="1413279" y="847129"/>
                    </a:lnTo>
                    <a:lnTo>
                      <a:pt x="1393951" y="875792"/>
                    </a:lnTo>
                    <a:lnTo>
                      <a:pt x="1365289" y="895119"/>
                    </a:lnTo>
                    <a:lnTo>
                      <a:pt x="1330197" y="902208"/>
                    </a:lnTo>
                    <a:lnTo>
                      <a:pt x="90169" y="902208"/>
                    </a:lnTo>
                    <a:lnTo>
                      <a:pt x="55078" y="895119"/>
                    </a:lnTo>
                    <a:lnTo>
                      <a:pt x="26415" y="875792"/>
                    </a:lnTo>
                    <a:lnTo>
                      <a:pt x="7088" y="847129"/>
                    </a:lnTo>
                    <a:lnTo>
                      <a:pt x="0" y="812038"/>
                    </a:lnTo>
                    <a:lnTo>
                      <a:pt x="0" y="90170"/>
                    </a:lnTo>
                    <a:close/>
                  </a:path>
                </a:pathLst>
              </a:custGeom>
              <a:ln w="12192">
                <a:solidFill>
                  <a:srgbClr val="5B9BD4"/>
                </a:solidFill>
              </a:ln>
            </p:spPr>
            <p:txBody>
              <a:bodyPr wrap="square" lIns="0" tIns="0" rIns="0" bIns="0" rtlCol="0"/>
              <a:lstStyle/>
              <a:p>
                <a:pPr defTabSz="685800"/>
                <a:endParaRPr sz="135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234" y="516486"/>
            <a:ext cx="8343566" cy="70259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b="1" u="sng" spc="-30" dirty="0"/>
              <a:t>Categories</a:t>
            </a:r>
            <a:r>
              <a:rPr b="1" u="sng" spc="-79" dirty="0"/>
              <a:t> </a:t>
            </a:r>
            <a:r>
              <a:rPr b="1" u="sng" spc="-11" dirty="0"/>
              <a:t>of</a:t>
            </a:r>
            <a:r>
              <a:rPr b="1" u="sng" spc="-56" dirty="0"/>
              <a:t> </a:t>
            </a:r>
            <a:r>
              <a:rPr b="1" u="sng" spc="-23" dirty="0"/>
              <a:t>Finite</a:t>
            </a:r>
            <a:r>
              <a:rPr b="1" u="sng" spc="-83" dirty="0"/>
              <a:t> </a:t>
            </a:r>
            <a:r>
              <a:rPr b="1" u="sng" spc="-41" dirty="0"/>
              <a:t>State</a:t>
            </a:r>
            <a:r>
              <a:rPr b="1" u="sng" spc="-79" dirty="0"/>
              <a:t> </a:t>
            </a:r>
            <a:r>
              <a:rPr b="1" u="sng" spc="-26" dirty="0"/>
              <a:t>Machines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88288" y="2510981"/>
            <a:ext cx="411956" cy="27555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725" b="1" spc="-30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SM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94420" y="3244787"/>
            <a:ext cx="1193959" cy="798195"/>
            <a:chOff x="3459226" y="3183382"/>
            <a:chExt cx="1591945" cy="1064260"/>
          </a:xfrm>
        </p:grpSpPr>
        <p:sp>
          <p:nvSpPr>
            <p:cNvPr id="13" name="object 13"/>
            <p:cNvSpPr/>
            <p:nvPr/>
          </p:nvSpPr>
          <p:spPr>
            <a:xfrm>
              <a:off x="3465576" y="318973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5"/>
                  </a:lnTo>
                  <a:lnTo>
                    <a:pt x="7088" y="55078"/>
                  </a:lnTo>
                  <a:lnTo>
                    <a:pt x="0" y="90169"/>
                  </a:lnTo>
                  <a:lnTo>
                    <a:pt x="0" y="812037"/>
                  </a:lnTo>
                  <a:lnTo>
                    <a:pt x="7088" y="847129"/>
                  </a:lnTo>
                  <a:lnTo>
                    <a:pt x="26416" y="875791"/>
                  </a:lnTo>
                  <a:lnTo>
                    <a:pt x="55078" y="895119"/>
                  </a:lnTo>
                  <a:lnTo>
                    <a:pt x="90170" y="902207"/>
                  </a:lnTo>
                  <a:lnTo>
                    <a:pt x="1330198" y="902207"/>
                  </a:lnTo>
                  <a:lnTo>
                    <a:pt x="1365289" y="895119"/>
                  </a:lnTo>
                  <a:lnTo>
                    <a:pt x="1393952" y="875791"/>
                  </a:lnTo>
                  <a:lnTo>
                    <a:pt x="1413279" y="847129"/>
                  </a:lnTo>
                  <a:lnTo>
                    <a:pt x="1420368" y="812037"/>
                  </a:lnTo>
                  <a:lnTo>
                    <a:pt x="1420368" y="90169"/>
                  </a:lnTo>
                  <a:lnTo>
                    <a:pt x="1413279" y="55078"/>
                  </a:lnTo>
                  <a:lnTo>
                    <a:pt x="1393952" y="26415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65576" y="318973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69"/>
                  </a:moveTo>
                  <a:lnTo>
                    <a:pt x="7088" y="55078"/>
                  </a:lnTo>
                  <a:lnTo>
                    <a:pt x="26416" y="26415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2" y="26415"/>
                  </a:lnTo>
                  <a:lnTo>
                    <a:pt x="1413279" y="55078"/>
                  </a:lnTo>
                  <a:lnTo>
                    <a:pt x="1420368" y="90169"/>
                  </a:lnTo>
                  <a:lnTo>
                    <a:pt x="1420368" y="812037"/>
                  </a:lnTo>
                  <a:lnTo>
                    <a:pt x="1413279" y="847129"/>
                  </a:lnTo>
                  <a:lnTo>
                    <a:pt x="1393952" y="875791"/>
                  </a:lnTo>
                  <a:lnTo>
                    <a:pt x="1365289" y="895119"/>
                  </a:lnTo>
                  <a:lnTo>
                    <a:pt x="1330198" y="902207"/>
                  </a:lnTo>
                  <a:lnTo>
                    <a:pt x="90170" y="902207"/>
                  </a:lnTo>
                  <a:lnTo>
                    <a:pt x="55078" y="895119"/>
                  </a:lnTo>
                  <a:lnTo>
                    <a:pt x="26416" y="875791"/>
                  </a:lnTo>
                  <a:lnTo>
                    <a:pt x="7088" y="847129"/>
                  </a:lnTo>
                  <a:lnTo>
                    <a:pt x="0" y="812037"/>
                  </a:lnTo>
                  <a:lnTo>
                    <a:pt x="0" y="9016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624072" y="3340608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1330325" y="0"/>
                  </a:moveTo>
                  <a:lnTo>
                    <a:pt x="90042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2"/>
                  </a:lnTo>
                  <a:lnTo>
                    <a:pt x="0" y="810640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2" y="900683"/>
                  </a:lnTo>
                  <a:lnTo>
                    <a:pt x="1330325" y="900683"/>
                  </a:lnTo>
                  <a:lnTo>
                    <a:pt x="1365343" y="893597"/>
                  </a:lnTo>
                  <a:lnTo>
                    <a:pt x="1393967" y="874283"/>
                  </a:lnTo>
                  <a:lnTo>
                    <a:pt x="1413281" y="845659"/>
                  </a:lnTo>
                  <a:lnTo>
                    <a:pt x="1420367" y="810640"/>
                  </a:lnTo>
                  <a:lnTo>
                    <a:pt x="1420367" y="90042"/>
                  </a:lnTo>
                  <a:lnTo>
                    <a:pt x="1413281" y="55024"/>
                  </a:lnTo>
                  <a:lnTo>
                    <a:pt x="1393967" y="26400"/>
                  </a:lnTo>
                  <a:lnTo>
                    <a:pt x="1365343" y="7086"/>
                  </a:lnTo>
                  <a:lnTo>
                    <a:pt x="133032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624072" y="3340608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0" y="90042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2" y="0"/>
                  </a:lnTo>
                  <a:lnTo>
                    <a:pt x="1330325" y="0"/>
                  </a:lnTo>
                  <a:lnTo>
                    <a:pt x="1365343" y="7086"/>
                  </a:lnTo>
                  <a:lnTo>
                    <a:pt x="1393967" y="26400"/>
                  </a:lnTo>
                  <a:lnTo>
                    <a:pt x="1413281" y="55024"/>
                  </a:lnTo>
                  <a:lnTo>
                    <a:pt x="1420367" y="90042"/>
                  </a:lnTo>
                  <a:lnTo>
                    <a:pt x="1420367" y="810640"/>
                  </a:lnTo>
                  <a:lnTo>
                    <a:pt x="1413281" y="845659"/>
                  </a:lnTo>
                  <a:lnTo>
                    <a:pt x="1393967" y="874283"/>
                  </a:lnTo>
                  <a:lnTo>
                    <a:pt x="1365343" y="893597"/>
                  </a:lnTo>
                  <a:lnTo>
                    <a:pt x="1330325" y="900683"/>
                  </a:lnTo>
                  <a:lnTo>
                    <a:pt x="90042" y="900683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0"/>
                  </a:lnTo>
                  <a:lnTo>
                    <a:pt x="0" y="90042"/>
                  </a:lnTo>
                  <a:close/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13316" y="3413093"/>
            <a:ext cx="672941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9525" marR="3810" indent="103823" defTabSz="685800">
              <a:lnSpc>
                <a:spcPts val="1898"/>
              </a:lnSpc>
              <a:spcBef>
                <a:spcPts val="28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With 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40674" y="4484275"/>
            <a:ext cx="632460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Moo</a:t>
            </a:r>
            <a:r>
              <a:rPr sz="1725" b="1" spc="-23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e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64293" y="4484275"/>
            <a:ext cx="588169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latin typeface="Calibri"/>
                <a:cs typeface="Calibri"/>
              </a:rPr>
              <a:t>M</a:t>
            </a:r>
            <a:r>
              <a:rPr sz="1725" b="1" dirty="0">
                <a:latin typeface="Calibri"/>
                <a:cs typeface="Calibri"/>
              </a:rPr>
              <a:t>ealy</a:t>
            </a:r>
            <a:endParaRPr sz="1725" dirty="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04916" y="3421571"/>
            <a:ext cx="776764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60484" marR="3810" indent="-51435" defTabSz="685800">
              <a:lnSpc>
                <a:spcPts val="1898"/>
              </a:lnSpc>
              <a:spcBef>
                <a:spcPts val="285"/>
              </a:spcBef>
            </a:pPr>
            <a:r>
              <a:rPr sz="1725" b="1" spc="-4" dirty="0">
                <a:solidFill>
                  <a:srgbClr val="FF0000"/>
                </a:solidFill>
                <a:latin typeface="Calibri"/>
                <a:cs typeface="Calibri"/>
              </a:rPr>
              <a:t>Without  </a:t>
            </a:r>
            <a:r>
              <a:rPr sz="1725" b="1" dirty="0">
                <a:solidFill>
                  <a:srgbClr val="FF0000"/>
                </a:solidFill>
                <a:latin typeface="Calibri"/>
                <a:cs typeface="Calibri"/>
              </a:rPr>
              <a:t>Output</a:t>
            </a:r>
            <a:endParaRPr sz="1725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81841" y="4483132"/>
            <a:ext cx="378619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D</a:t>
            </a:r>
            <a:r>
              <a:rPr sz="1725" b="1" spc="-101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896004" y="4484275"/>
            <a:ext cx="384334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725" b="1" spc="-105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070473" y="4099941"/>
            <a:ext cx="508635" cy="181928"/>
          </a:xfrm>
          <a:custGeom>
            <a:avLst/>
            <a:gdLst/>
            <a:ahLst/>
            <a:cxnLst/>
            <a:rect l="l" t="t" r="r" b="b"/>
            <a:pathLst>
              <a:path w="678179" h="242570">
                <a:moveTo>
                  <a:pt x="0" y="0"/>
                </a:moveTo>
                <a:lnTo>
                  <a:pt x="677290" y="0"/>
                </a:lnTo>
              </a:path>
              <a:path w="678179" h="242570">
                <a:moveTo>
                  <a:pt x="678179" y="0"/>
                </a:moveTo>
                <a:lnTo>
                  <a:pt x="678179" y="242062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338B469-618E-49E7-9B03-F7D1A7A9C71E}"/>
              </a:ext>
            </a:extLst>
          </p:cNvPr>
          <p:cNvGrpSpPr/>
          <p:nvPr/>
        </p:nvGrpSpPr>
        <p:grpSpPr>
          <a:xfrm>
            <a:off x="2002346" y="2214659"/>
            <a:ext cx="5622798" cy="2778156"/>
            <a:chOff x="2002346" y="2215802"/>
            <a:chExt cx="5622798" cy="2778156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187CEE45-E902-4E2D-8F1E-566936DD02F4}"/>
                </a:ext>
              </a:extLst>
            </p:cNvPr>
            <p:cNvGrpSpPr/>
            <p:nvPr/>
          </p:nvGrpSpPr>
          <p:grpSpPr>
            <a:xfrm>
              <a:off x="2539318" y="2215802"/>
              <a:ext cx="5085826" cy="2778156"/>
              <a:chOff x="2539318" y="2215802"/>
              <a:chExt cx="5085826" cy="2778156"/>
            </a:xfrm>
          </p:grpSpPr>
          <p:grpSp>
            <p:nvGrpSpPr>
              <p:cNvPr id="84" name="object 3">
                <a:extLst>
                  <a:ext uri="{FF2B5EF4-FFF2-40B4-BE49-F238E27FC236}">
                    <a16:creationId xmlns:a16="http://schemas.microsoft.com/office/drawing/2014/main" id="{94EAA64C-89AF-4A73-915B-D1D71A53836A}"/>
                  </a:ext>
                </a:extLst>
              </p:cNvPr>
              <p:cNvGrpSpPr/>
              <p:nvPr/>
            </p:nvGrpSpPr>
            <p:grpSpPr>
              <a:xfrm>
                <a:off x="2539318" y="2215802"/>
                <a:ext cx="3546634" cy="1982629"/>
                <a:chOff x="3378453" y="1820926"/>
                <a:chExt cx="4728845" cy="2643505"/>
              </a:xfrm>
            </p:grpSpPr>
            <p:sp>
              <p:nvSpPr>
                <p:cNvPr id="104" name="object 4">
                  <a:extLst>
                    <a:ext uri="{FF2B5EF4-FFF2-40B4-BE49-F238E27FC236}">
                      <a16:creationId xmlns:a16="http://schemas.microsoft.com/office/drawing/2014/main" id="{A2842377-B9C4-434F-8EB3-25E32C2BBB99}"/>
                    </a:ext>
                  </a:extLst>
                </p:cNvPr>
                <p:cNvSpPr/>
                <p:nvPr/>
              </p:nvSpPr>
              <p:spPr>
                <a:xfrm>
                  <a:off x="7536179" y="4102608"/>
                  <a:ext cx="564515" cy="3536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4515" h="353695">
                      <a:moveTo>
                        <a:pt x="564388" y="0"/>
                      </a:moveTo>
                      <a:lnTo>
                        <a:pt x="564388" y="221615"/>
                      </a:lnTo>
                      <a:lnTo>
                        <a:pt x="0" y="221615"/>
                      </a:lnTo>
                      <a:lnTo>
                        <a:pt x="0" y="353187"/>
                      </a:lnTo>
                    </a:path>
                  </a:pathLst>
                </a:custGeom>
                <a:ln w="12192">
                  <a:solidFill>
                    <a:srgbClr val="528BC1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05" name="object 5">
                  <a:extLst>
                    <a:ext uri="{FF2B5EF4-FFF2-40B4-BE49-F238E27FC236}">
                      <a16:creationId xmlns:a16="http://schemas.microsoft.com/office/drawing/2014/main" id="{188FD78C-50BC-4043-908C-46589F0CBA2B}"/>
                    </a:ext>
                  </a:extLst>
                </p:cNvPr>
                <p:cNvSpPr/>
                <p:nvPr/>
              </p:nvSpPr>
              <p:spPr>
                <a:xfrm>
                  <a:off x="4175759" y="2727960"/>
                  <a:ext cx="3924935" cy="473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934" h="473075">
                      <a:moveTo>
                        <a:pt x="2058924" y="0"/>
                      </a:moveTo>
                      <a:lnTo>
                        <a:pt x="2058924" y="341122"/>
                      </a:lnTo>
                      <a:lnTo>
                        <a:pt x="3924935" y="341122"/>
                      </a:lnTo>
                      <a:lnTo>
                        <a:pt x="3924935" y="472693"/>
                      </a:lnTo>
                    </a:path>
                    <a:path w="3924934" h="473075">
                      <a:moveTo>
                        <a:pt x="2057907" y="0"/>
                      </a:moveTo>
                      <a:lnTo>
                        <a:pt x="2057907" y="329818"/>
                      </a:lnTo>
                      <a:lnTo>
                        <a:pt x="0" y="329818"/>
                      </a:lnTo>
                      <a:lnTo>
                        <a:pt x="0" y="461390"/>
                      </a:lnTo>
                    </a:path>
                  </a:pathLst>
                </a:custGeom>
                <a:ln w="12192">
                  <a:solidFill>
                    <a:srgbClr val="467AA9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06" name="object 6">
                  <a:extLst>
                    <a:ext uri="{FF2B5EF4-FFF2-40B4-BE49-F238E27FC236}">
                      <a16:creationId xmlns:a16="http://schemas.microsoft.com/office/drawing/2014/main" id="{064B4E85-920C-440E-A260-7973165FE55F}"/>
                    </a:ext>
                  </a:extLst>
                </p:cNvPr>
                <p:cNvSpPr/>
                <p:nvPr/>
              </p:nvSpPr>
              <p:spPr>
                <a:xfrm>
                  <a:off x="5524499" y="1827276"/>
                  <a:ext cx="141922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1064">
                      <a:moveTo>
                        <a:pt x="1328801" y="0"/>
                      </a:moveTo>
                      <a:lnTo>
                        <a:pt x="90042" y="0"/>
                      </a:lnTo>
                      <a:lnTo>
                        <a:pt x="55024" y="7086"/>
                      </a:lnTo>
                      <a:lnTo>
                        <a:pt x="26400" y="26400"/>
                      </a:lnTo>
                      <a:lnTo>
                        <a:pt x="7086" y="55024"/>
                      </a:lnTo>
                      <a:lnTo>
                        <a:pt x="0" y="90043"/>
                      </a:lnTo>
                      <a:lnTo>
                        <a:pt x="0" y="810640"/>
                      </a:lnTo>
                      <a:lnTo>
                        <a:pt x="7086" y="845659"/>
                      </a:lnTo>
                      <a:lnTo>
                        <a:pt x="26400" y="874283"/>
                      </a:lnTo>
                      <a:lnTo>
                        <a:pt x="55024" y="893597"/>
                      </a:lnTo>
                      <a:lnTo>
                        <a:pt x="90042" y="900684"/>
                      </a:lnTo>
                      <a:lnTo>
                        <a:pt x="1328801" y="900684"/>
                      </a:lnTo>
                      <a:lnTo>
                        <a:pt x="1363819" y="893597"/>
                      </a:lnTo>
                      <a:lnTo>
                        <a:pt x="1392443" y="874283"/>
                      </a:lnTo>
                      <a:lnTo>
                        <a:pt x="1411757" y="845659"/>
                      </a:lnTo>
                      <a:lnTo>
                        <a:pt x="1418844" y="810640"/>
                      </a:lnTo>
                      <a:lnTo>
                        <a:pt x="1418844" y="90043"/>
                      </a:lnTo>
                      <a:lnTo>
                        <a:pt x="1411757" y="55024"/>
                      </a:lnTo>
                      <a:lnTo>
                        <a:pt x="1392443" y="26400"/>
                      </a:lnTo>
                      <a:lnTo>
                        <a:pt x="1363819" y="7086"/>
                      </a:lnTo>
                      <a:lnTo>
                        <a:pt x="1328801" y="0"/>
                      </a:lnTo>
                      <a:close/>
                    </a:path>
                  </a:pathLst>
                </a:custGeom>
                <a:solidFill>
                  <a:srgbClr val="5B9BD4"/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07" name="object 7">
                  <a:extLst>
                    <a:ext uri="{FF2B5EF4-FFF2-40B4-BE49-F238E27FC236}">
                      <a16:creationId xmlns:a16="http://schemas.microsoft.com/office/drawing/2014/main" id="{C75714F5-5882-4A96-A133-0B76B536E109}"/>
                    </a:ext>
                  </a:extLst>
                </p:cNvPr>
                <p:cNvSpPr/>
                <p:nvPr/>
              </p:nvSpPr>
              <p:spPr>
                <a:xfrm>
                  <a:off x="5524499" y="1827276"/>
                  <a:ext cx="141922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1064">
                      <a:moveTo>
                        <a:pt x="0" y="90043"/>
                      </a:moveTo>
                      <a:lnTo>
                        <a:pt x="7086" y="55024"/>
                      </a:lnTo>
                      <a:lnTo>
                        <a:pt x="26400" y="26400"/>
                      </a:lnTo>
                      <a:lnTo>
                        <a:pt x="55024" y="7086"/>
                      </a:lnTo>
                      <a:lnTo>
                        <a:pt x="90042" y="0"/>
                      </a:lnTo>
                      <a:lnTo>
                        <a:pt x="1328801" y="0"/>
                      </a:lnTo>
                      <a:lnTo>
                        <a:pt x="1363819" y="7086"/>
                      </a:lnTo>
                      <a:lnTo>
                        <a:pt x="1392443" y="26400"/>
                      </a:lnTo>
                      <a:lnTo>
                        <a:pt x="1411757" y="55024"/>
                      </a:lnTo>
                      <a:lnTo>
                        <a:pt x="1418844" y="90043"/>
                      </a:lnTo>
                      <a:lnTo>
                        <a:pt x="1418844" y="810640"/>
                      </a:lnTo>
                      <a:lnTo>
                        <a:pt x="1411757" y="845659"/>
                      </a:lnTo>
                      <a:lnTo>
                        <a:pt x="1392443" y="874283"/>
                      </a:lnTo>
                      <a:lnTo>
                        <a:pt x="1363819" y="893597"/>
                      </a:lnTo>
                      <a:lnTo>
                        <a:pt x="1328801" y="900684"/>
                      </a:lnTo>
                      <a:lnTo>
                        <a:pt x="90042" y="900684"/>
                      </a:lnTo>
                      <a:lnTo>
                        <a:pt x="55024" y="893597"/>
                      </a:lnTo>
                      <a:lnTo>
                        <a:pt x="26400" y="874283"/>
                      </a:lnTo>
                      <a:lnTo>
                        <a:pt x="7086" y="845659"/>
                      </a:lnTo>
                      <a:lnTo>
                        <a:pt x="0" y="810640"/>
                      </a:lnTo>
                      <a:lnTo>
                        <a:pt x="0" y="90043"/>
                      </a:lnTo>
                      <a:close/>
                    </a:path>
                  </a:pathLst>
                </a:custGeom>
                <a:ln w="12192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08" name="object 8">
                  <a:extLst>
                    <a:ext uri="{FF2B5EF4-FFF2-40B4-BE49-F238E27FC236}">
                      <a16:creationId xmlns:a16="http://schemas.microsoft.com/office/drawing/2014/main" id="{6F18CAD8-AE8C-41F5-99B1-EE5D755932CE}"/>
                    </a:ext>
                  </a:extLst>
                </p:cNvPr>
                <p:cNvSpPr/>
                <p:nvPr/>
              </p:nvSpPr>
              <p:spPr>
                <a:xfrm>
                  <a:off x="5681471" y="1976628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1330198" y="0"/>
                      </a:moveTo>
                      <a:lnTo>
                        <a:pt x="90169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5" y="875791"/>
                      </a:lnTo>
                      <a:lnTo>
                        <a:pt x="55078" y="895119"/>
                      </a:lnTo>
                      <a:lnTo>
                        <a:pt x="90169" y="902208"/>
                      </a:lnTo>
                      <a:lnTo>
                        <a:pt x="1330198" y="902208"/>
                      </a:lnTo>
                      <a:lnTo>
                        <a:pt x="1365289" y="895119"/>
                      </a:lnTo>
                      <a:lnTo>
                        <a:pt x="1393952" y="875791"/>
                      </a:lnTo>
                      <a:lnTo>
                        <a:pt x="1413279" y="847129"/>
                      </a:lnTo>
                      <a:lnTo>
                        <a:pt x="1420368" y="812038"/>
                      </a:lnTo>
                      <a:lnTo>
                        <a:pt x="1420368" y="90170"/>
                      </a:lnTo>
                      <a:lnTo>
                        <a:pt x="1413279" y="55078"/>
                      </a:lnTo>
                      <a:lnTo>
                        <a:pt x="1393952" y="26416"/>
                      </a:lnTo>
                      <a:lnTo>
                        <a:pt x="1365289" y="7088"/>
                      </a:lnTo>
                      <a:lnTo>
                        <a:pt x="1330198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09" name="object 9">
                  <a:extLst>
                    <a:ext uri="{FF2B5EF4-FFF2-40B4-BE49-F238E27FC236}">
                      <a16:creationId xmlns:a16="http://schemas.microsoft.com/office/drawing/2014/main" id="{3CBD1BFA-025C-46FB-87C2-638D7C019053}"/>
                    </a:ext>
                  </a:extLst>
                </p:cNvPr>
                <p:cNvSpPr/>
                <p:nvPr/>
              </p:nvSpPr>
              <p:spPr>
                <a:xfrm>
                  <a:off x="5681471" y="1976628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69" y="0"/>
                      </a:lnTo>
                      <a:lnTo>
                        <a:pt x="1330198" y="0"/>
                      </a:lnTo>
                      <a:lnTo>
                        <a:pt x="1365289" y="7088"/>
                      </a:lnTo>
                      <a:lnTo>
                        <a:pt x="1393952" y="26416"/>
                      </a:lnTo>
                      <a:lnTo>
                        <a:pt x="1413279" y="55078"/>
                      </a:lnTo>
                      <a:lnTo>
                        <a:pt x="1420368" y="90170"/>
                      </a:lnTo>
                      <a:lnTo>
                        <a:pt x="1420368" y="812038"/>
                      </a:lnTo>
                      <a:lnTo>
                        <a:pt x="1413279" y="847129"/>
                      </a:lnTo>
                      <a:lnTo>
                        <a:pt x="1393952" y="875791"/>
                      </a:lnTo>
                      <a:lnTo>
                        <a:pt x="1365289" y="895119"/>
                      </a:lnTo>
                      <a:lnTo>
                        <a:pt x="1330198" y="902208"/>
                      </a:lnTo>
                      <a:lnTo>
                        <a:pt x="90169" y="902208"/>
                      </a:lnTo>
                      <a:lnTo>
                        <a:pt x="55078" y="895119"/>
                      </a:lnTo>
                      <a:lnTo>
                        <a:pt x="26415" y="875791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10" name="object 10">
                  <a:extLst>
                    <a:ext uri="{FF2B5EF4-FFF2-40B4-BE49-F238E27FC236}">
                      <a16:creationId xmlns:a16="http://schemas.microsoft.com/office/drawing/2014/main" id="{78C47455-CE2B-4673-8F29-0D634765888A}"/>
                    </a:ext>
                  </a:extLst>
                </p:cNvPr>
                <p:cNvSpPr/>
                <p:nvPr/>
              </p:nvSpPr>
              <p:spPr>
                <a:xfrm>
                  <a:off x="3384803" y="4091940"/>
                  <a:ext cx="2000885" cy="366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885" h="366395">
                      <a:moveTo>
                        <a:pt x="790956" y="0"/>
                      </a:moveTo>
                      <a:lnTo>
                        <a:pt x="790956" y="234442"/>
                      </a:lnTo>
                      <a:lnTo>
                        <a:pt x="2000885" y="234442"/>
                      </a:lnTo>
                      <a:lnTo>
                        <a:pt x="2000885" y="365887"/>
                      </a:lnTo>
                    </a:path>
                    <a:path w="2000885" h="366395">
                      <a:moveTo>
                        <a:pt x="790829" y="0"/>
                      </a:moveTo>
                      <a:lnTo>
                        <a:pt x="790829" y="234442"/>
                      </a:lnTo>
                      <a:lnTo>
                        <a:pt x="0" y="234442"/>
                      </a:lnTo>
                      <a:lnTo>
                        <a:pt x="0" y="365887"/>
                      </a:lnTo>
                    </a:path>
                  </a:pathLst>
                </a:custGeom>
                <a:ln w="12192">
                  <a:solidFill>
                    <a:srgbClr val="528BC1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85" name="object 24">
                <a:extLst>
                  <a:ext uri="{FF2B5EF4-FFF2-40B4-BE49-F238E27FC236}">
                    <a16:creationId xmlns:a16="http://schemas.microsoft.com/office/drawing/2014/main" id="{D43D2CFA-D1E8-4FB7-AC48-360244CF34EB}"/>
                  </a:ext>
                </a:extLst>
              </p:cNvPr>
              <p:cNvGrpSpPr/>
              <p:nvPr/>
            </p:nvGrpSpPr>
            <p:grpSpPr>
              <a:xfrm>
                <a:off x="3501962" y="4195763"/>
                <a:ext cx="1193959" cy="798195"/>
                <a:chOff x="4669282" y="4451350"/>
                <a:chExt cx="1591945" cy="1064260"/>
              </a:xfrm>
            </p:grpSpPr>
            <p:sp>
              <p:nvSpPr>
                <p:cNvPr id="100" name="object 25">
                  <a:extLst>
                    <a:ext uri="{FF2B5EF4-FFF2-40B4-BE49-F238E27FC236}">
                      <a16:creationId xmlns:a16="http://schemas.microsoft.com/office/drawing/2014/main" id="{55EE09A2-BDD4-4583-B46E-0868A2CAD0F0}"/>
                    </a:ext>
                  </a:extLst>
                </p:cNvPr>
                <p:cNvSpPr/>
                <p:nvPr/>
              </p:nvSpPr>
              <p:spPr>
                <a:xfrm>
                  <a:off x="4675632" y="4457700"/>
                  <a:ext cx="142049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1064">
                      <a:moveTo>
                        <a:pt x="1330325" y="0"/>
                      </a:moveTo>
                      <a:lnTo>
                        <a:pt x="90042" y="0"/>
                      </a:lnTo>
                      <a:lnTo>
                        <a:pt x="55024" y="7086"/>
                      </a:lnTo>
                      <a:lnTo>
                        <a:pt x="26400" y="26400"/>
                      </a:lnTo>
                      <a:lnTo>
                        <a:pt x="7086" y="55024"/>
                      </a:lnTo>
                      <a:lnTo>
                        <a:pt x="0" y="90043"/>
                      </a:lnTo>
                      <a:lnTo>
                        <a:pt x="0" y="810641"/>
                      </a:lnTo>
                      <a:lnTo>
                        <a:pt x="7086" y="845659"/>
                      </a:lnTo>
                      <a:lnTo>
                        <a:pt x="26400" y="874283"/>
                      </a:lnTo>
                      <a:lnTo>
                        <a:pt x="55024" y="893597"/>
                      </a:lnTo>
                      <a:lnTo>
                        <a:pt x="90042" y="900684"/>
                      </a:lnTo>
                      <a:lnTo>
                        <a:pt x="1330325" y="900684"/>
                      </a:lnTo>
                      <a:lnTo>
                        <a:pt x="1365343" y="893597"/>
                      </a:lnTo>
                      <a:lnTo>
                        <a:pt x="1393967" y="874283"/>
                      </a:lnTo>
                      <a:lnTo>
                        <a:pt x="1413281" y="845659"/>
                      </a:lnTo>
                      <a:lnTo>
                        <a:pt x="1420367" y="810641"/>
                      </a:lnTo>
                      <a:lnTo>
                        <a:pt x="1420367" y="90043"/>
                      </a:lnTo>
                      <a:lnTo>
                        <a:pt x="1413281" y="55024"/>
                      </a:lnTo>
                      <a:lnTo>
                        <a:pt x="1393967" y="26400"/>
                      </a:lnTo>
                      <a:lnTo>
                        <a:pt x="1365343" y="7086"/>
                      </a:lnTo>
                      <a:lnTo>
                        <a:pt x="1330325" y="0"/>
                      </a:lnTo>
                      <a:close/>
                    </a:path>
                  </a:pathLst>
                </a:custGeom>
                <a:solidFill>
                  <a:srgbClr val="5B9BD4"/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01" name="object 26">
                  <a:extLst>
                    <a:ext uri="{FF2B5EF4-FFF2-40B4-BE49-F238E27FC236}">
                      <a16:creationId xmlns:a16="http://schemas.microsoft.com/office/drawing/2014/main" id="{AE5537CC-FCF3-4B32-9AAD-CADDEA4E0593}"/>
                    </a:ext>
                  </a:extLst>
                </p:cNvPr>
                <p:cNvSpPr/>
                <p:nvPr/>
              </p:nvSpPr>
              <p:spPr>
                <a:xfrm>
                  <a:off x="4675632" y="4457700"/>
                  <a:ext cx="142049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1064">
                      <a:moveTo>
                        <a:pt x="0" y="90043"/>
                      </a:moveTo>
                      <a:lnTo>
                        <a:pt x="7086" y="55024"/>
                      </a:lnTo>
                      <a:lnTo>
                        <a:pt x="26400" y="26400"/>
                      </a:lnTo>
                      <a:lnTo>
                        <a:pt x="55024" y="7086"/>
                      </a:lnTo>
                      <a:lnTo>
                        <a:pt x="90042" y="0"/>
                      </a:lnTo>
                      <a:lnTo>
                        <a:pt x="1330325" y="0"/>
                      </a:lnTo>
                      <a:lnTo>
                        <a:pt x="1365343" y="7086"/>
                      </a:lnTo>
                      <a:lnTo>
                        <a:pt x="1393967" y="26400"/>
                      </a:lnTo>
                      <a:lnTo>
                        <a:pt x="1413281" y="55024"/>
                      </a:lnTo>
                      <a:lnTo>
                        <a:pt x="1420367" y="90043"/>
                      </a:lnTo>
                      <a:lnTo>
                        <a:pt x="1420367" y="810641"/>
                      </a:lnTo>
                      <a:lnTo>
                        <a:pt x="1413281" y="845659"/>
                      </a:lnTo>
                      <a:lnTo>
                        <a:pt x="1393967" y="874283"/>
                      </a:lnTo>
                      <a:lnTo>
                        <a:pt x="1365343" y="893597"/>
                      </a:lnTo>
                      <a:lnTo>
                        <a:pt x="1330325" y="900684"/>
                      </a:lnTo>
                      <a:lnTo>
                        <a:pt x="90042" y="900684"/>
                      </a:lnTo>
                      <a:lnTo>
                        <a:pt x="55024" y="893597"/>
                      </a:lnTo>
                      <a:lnTo>
                        <a:pt x="26400" y="874283"/>
                      </a:lnTo>
                      <a:lnTo>
                        <a:pt x="7086" y="845659"/>
                      </a:lnTo>
                      <a:lnTo>
                        <a:pt x="0" y="810641"/>
                      </a:lnTo>
                      <a:lnTo>
                        <a:pt x="0" y="90043"/>
                      </a:lnTo>
                      <a:close/>
                    </a:path>
                  </a:pathLst>
                </a:custGeom>
                <a:ln w="12192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02" name="object 27">
                  <a:extLst>
                    <a:ext uri="{FF2B5EF4-FFF2-40B4-BE49-F238E27FC236}">
                      <a16:creationId xmlns:a16="http://schemas.microsoft.com/office/drawing/2014/main" id="{77B502D4-1458-40C7-BE97-BDD1BEB4EF89}"/>
                    </a:ext>
                  </a:extLst>
                </p:cNvPr>
                <p:cNvSpPr/>
                <p:nvPr/>
              </p:nvSpPr>
              <p:spPr>
                <a:xfrm>
                  <a:off x="4834128" y="4607052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1330198" y="0"/>
                      </a:moveTo>
                      <a:lnTo>
                        <a:pt x="90170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6" y="875792"/>
                      </a:lnTo>
                      <a:lnTo>
                        <a:pt x="55078" y="895119"/>
                      </a:lnTo>
                      <a:lnTo>
                        <a:pt x="90170" y="902208"/>
                      </a:lnTo>
                      <a:lnTo>
                        <a:pt x="1330198" y="902208"/>
                      </a:lnTo>
                      <a:lnTo>
                        <a:pt x="1365289" y="895119"/>
                      </a:lnTo>
                      <a:lnTo>
                        <a:pt x="1393952" y="875792"/>
                      </a:lnTo>
                      <a:lnTo>
                        <a:pt x="1413279" y="847129"/>
                      </a:lnTo>
                      <a:lnTo>
                        <a:pt x="1420368" y="812038"/>
                      </a:lnTo>
                      <a:lnTo>
                        <a:pt x="1420368" y="90170"/>
                      </a:lnTo>
                      <a:lnTo>
                        <a:pt x="1413279" y="55078"/>
                      </a:lnTo>
                      <a:lnTo>
                        <a:pt x="1393952" y="26415"/>
                      </a:lnTo>
                      <a:lnTo>
                        <a:pt x="1365289" y="7088"/>
                      </a:lnTo>
                      <a:lnTo>
                        <a:pt x="1330198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103" name="object 28">
                  <a:extLst>
                    <a:ext uri="{FF2B5EF4-FFF2-40B4-BE49-F238E27FC236}">
                      <a16:creationId xmlns:a16="http://schemas.microsoft.com/office/drawing/2014/main" id="{0E9FBF7E-9367-44DB-9F94-83F93450F8F9}"/>
                    </a:ext>
                  </a:extLst>
                </p:cNvPr>
                <p:cNvSpPr/>
                <p:nvPr/>
              </p:nvSpPr>
              <p:spPr>
                <a:xfrm>
                  <a:off x="4834128" y="4607052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70" y="0"/>
                      </a:lnTo>
                      <a:lnTo>
                        <a:pt x="1330198" y="0"/>
                      </a:lnTo>
                      <a:lnTo>
                        <a:pt x="1365289" y="7088"/>
                      </a:lnTo>
                      <a:lnTo>
                        <a:pt x="1393952" y="26415"/>
                      </a:lnTo>
                      <a:lnTo>
                        <a:pt x="1413279" y="55078"/>
                      </a:lnTo>
                      <a:lnTo>
                        <a:pt x="1420368" y="90170"/>
                      </a:lnTo>
                      <a:lnTo>
                        <a:pt x="1420368" y="812038"/>
                      </a:lnTo>
                      <a:lnTo>
                        <a:pt x="1413279" y="847129"/>
                      </a:lnTo>
                      <a:lnTo>
                        <a:pt x="1393952" y="875792"/>
                      </a:lnTo>
                      <a:lnTo>
                        <a:pt x="1365289" y="895119"/>
                      </a:lnTo>
                      <a:lnTo>
                        <a:pt x="1330198" y="902208"/>
                      </a:lnTo>
                      <a:lnTo>
                        <a:pt x="90170" y="902208"/>
                      </a:lnTo>
                      <a:lnTo>
                        <a:pt x="55078" y="895119"/>
                      </a:lnTo>
                      <a:lnTo>
                        <a:pt x="26416" y="875792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86" name="object 30">
                <a:extLst>
                  <a:ext uri="{FF2B5EF4-FFF2-40B4-BE49-F238E27FC236}">
                    <a16:creationId xmlns:a16="http://schemas.microsoft.com/office/drawing/2014/main" id="{1E5A1CA8-D44F-424F-BF36-1003132BAEFF}"/>
                  </a:ext>
                </a:extLst>
              </p:cNvPr>
              <p:cNvGrpSpPr/>
              <p:nvPr/>
            </p:nvGrpSpPr>
            <p:grpSpPr>
              <a:xfrm>
                <a:off x="5537645" y="3253930"/>
                <a:ext cx="1192530" cy="798195"/>
                <a:chOff x="7383526" y="3195573"/>
                <a:chExt cx="1590040" cy="1064260"/>
              </a:xfrm>
            </p:grpSpPr>
            <p:sp>
              <p:nvSpPr>
                <p:cNvPr id="96" name="object 31">
                  <a:extLst>
                    <a:ext uri="{FF2B5EF4-FFF2-40B4-BE49-F238E27FC236}">
                      <a16:creationId xmlns:a16="http://schemas.microsoft.com/office/drawing/2014/main" id="{1D7837E0-2B7C-4A2D-A994-A85361265A74}"/>
                    </a:ext>
                  </a:extLst>
                </p:cNvPr>
                <p:cNvSpPr/>
                <p:nvPr/>
              </p:nvSpPr>
              <p:spPr>
                <a:xfrm>
                  <a:off x="7389876" y="3201923"/>
                  <a:ext cx="142049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1064">
                      <a:moveTo>
                        <a:pt x="1330325" y="0"/>
                      </a:moveTo>
                      <a:lnTo>
                        <a:pt x="90043" y="0"/>
                      </a:lnTo>
                      <a:lnTo>
                        <a:pt x="55024" y="7086"/>
                      </a:lnTo>
                      <a:lnTo>
                        <a:pt x="26400" y="26400"/>
                      </a:lnTo>
                      <a:lnTo>
                        <a:pt x="7086" y="55024"/>
                      </a:lnTo>
                      <a:lnTo>
                        <a:pt x="0" y="90042"/>
                      </a:lnTo>
                      <a:lnTo>
                        <a:pt x="0" y="810640"/>
                      </a:lnTo>
                      <a:lnTo>
                        <a:pt x="7086" y="845659"/>
                      </a:lnTo>
                      <a:lnTo>
                        <a:pt x="26400" y="874283"/>
                      </a:lnTo>
                      <a:lnTo>
                        <a:pt x="55024" y="893597"/>
                      </a:lnTo>
                      <a:lnTo>
                        <a:pt x="90043" y="900683"/>
                      </a:lnTo>
                      <a:lnTo>
                        <a:pt x="1330325" y="900683"/>
                      </a:lnTo>
                      <a:lnTo>
                        <a:pt x="1365343" y="893597"/>
                      </a:lnTo>
                      <a:lnTo>
                        <a:pt x="1393967" y="874283"/>
                      </a:lnTo>
                      <a:lnTo>
                        <a:pt x="1413281" y="845659"/>
                      </a:lnTo>
                      <a:lnTo>
                        <a:pt x="1420368" y="810640"/>
                      </a:lnTo>
                      <a:lnTo>
                        <a:pt x="1420368" y="90042"/>
                      </a:lnTo>
                      <a:lnTo>
                        <a:pt x="1413281" y="55024"/>
                      </a:lnTo>
                      <a:lnTo>
                        <a:pt x="1393967" y="26400"/>
                      </a:lnTo>
                      <a:lnTo>
                        <a:pt x="1365343" y="7086"/>
                      </a:lnTo>
                      <a:lnTo>
                        <a:pt x="1330325" y="0"/>
                      </a:lnTo>
                      <a:close/>
                    </a:path>
                  </a:pathLst>
                </a:custGeom>
                <a:solidFill>
                  <a:srgbClr val="5B9BD4"/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97" name="object 32">
                  <a:extLst>
                    <a:ext uri="{FF2B5EF4-FFF2-40B4-BE49-F238E27FC236}">
                      <a16:creationId xmlns:a16="http://schemas.microsoft.com/office/drawing/2014/main" id="{1A0AFFA6-59BC-4917-BE0E-BFFAA17D367A}"/>
                    </a:ext>
                  </a:extLst>
                </p:cNvPr>
                <p:cNvSpPr/>
                <p:nvPr/>
              </p:nvSpPr>
              <p:spPr>
                <a:xfrm>
                  <a:off x="7389876" y="3201923"/>
                  <a:ext cx="142049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1064">
                      <a:moveTo>
                        <a:pt x="0" y="90042"/>
                      </a:moveTo>
                      <a:lnTo>
                        <a:pt x="7086" y="55024"/>
                      </a:lnTo>
                      <a:lnTo>
                        <a:pt x="26400" y="26400"/>
                      </a:lnTo>
                      <a:lnTo>
                        <a:pt x="55024" y="7086"/>
                      </a:lnTo>
                      <a:lnTo>
                        <a:pt x="90043" y="0"/>
                      </a:lnTo>
                      <a:lnTo>
                        <a:pt x="1330325" y="0"/>
                      </a:lnTo>
                      <a:lnTo>
                        <a:pt x="1365343" y="7086"/>
                      </a:lnTo>
                      <a:lnTo>
                        <a:pt x="1393967" y="26400"/>
                      </a:lnTo>
                      <a:lnTo>
                        <a:pt x="1413281" y="55024"/>
                      </a:lnTo>
                      <a:lnTo>
                        <a:pt x="1420368" y="90042"/>
                      </a:lnTo>
                      <a:lnTo>
                        <a:pt x="1420368" y="810640"/>
                      </a:lnTo>
                      <a:lnTo>
                        <a:pt x="1413281" y="845659"/>
                      </a:lnTo>
                      <a:lnTo>
                        <a:pt x="1393967" y="874283"/>
                      </a:lnTo>
                      <a:lnTo>
                        <a:pt x="1365343" y="893597"/>
                      </a:lnTo>
                      <a:lnTo>
                        <a:pt x="1330325" y="900683"/>
                      </a:lnTo>
                      <a:lnTo>
                        <a:pt x="90043" y="900683"/>
                      </a:lnTo>
                      <a:lnTo>
                        <a:pt x="55024" y="893597"/>
                      </a:lnTo>
                      <a:lnTo>
                        <a:pt x="26400" y="874283"/>
                      </a:lnTo>
                      <a:lnTo>
                        <a:pt x="7086" y="845659"/>
                      </a:lnTo>
                      <a:lnTo>
                        <a:pt x="0" y="810640"/>
                      </a:lnTo>
                      <a:lnTo>
                        <a:pt x="0" y="90042"/>
                      </a:lnTo>
                      <a:close/>
                    </a:path>
                  </a:pathLst>
                </a:custGeom>
                <a:ln w="12192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98" name="object 33">
                  <a:extLst>
                    <a:ext uri="{FF2B5EF4-FFF2-40B4-BE49-F238E27FC236}">
                      <a16:creationId xmlns:a16="http://schemas.microsoft.com/office/drawing/2014/main" id="{C9D74ACA-77CF-4337-A66C-DD8E0A225595}"/>
                    </a:ext>
                  </a:extLst>
                </p:cNvPr>
                <p:cNvSpPr/>
                <p:nvPr/>
              </p:nvSpPr>
              <p:spPr>
                <a:xfrm>
                  <a:off x="7548372" y="3351275"/>
                  <a:ext cx="141922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2335">
                      <a:moveTo>
                        <a:pt x="1328674" y="0"/>
                      </a:moveTo>
                      <a:lnTo>
                        <a:pt x="90170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5" y="875792"/>
                      </a:lnTo>
                      <a:lnTo>
                        <a:pt x="55078" y="895119"/>
                      </a:lnTo>
                      <a:lnTo>
                        <a:pt x="90170" y="902207"/>
                      </a:lnTo>
                      <a:lnTo>
                        <a:pt x="1328674" y="902207"/>
                      </a:lnTo>
                      <a:lnTo>
                        <a:pt x="1363765" y="895119"/>
                      </a:lnTo>
                      <a:lnTo>
                        <a:pt x="1392427" y="875792"/>
                      </a:lnTo>
                      <a:lnTo>
                        <a:pt x="1411755" y="847129"/>
                      </a:lnTo>
                      <a:lnTo>
                        <a:pt x="1418844" y="812038"/>
                      </a:lnTo>
                      <a:lnTo>
                        <a:pt x="1418844" y="90170"/>
                      </a:lnTo>
                      <a:lnTo>
                        <a:pt x="1411755" y="55078"/>
                      </a:lnTo>
                      <a:lnTo>
                        <a:pt x="1392427" y="26416"/>
                      </a:lnTo>
                      <a:lnTo>
                        <a:pt x="1363765" y="7088"/>
                      </a:lnTo>
                      <a:lnTo>
                        <a:pt x="1328674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99" name="object 34">
                  <a:extLst>
                    <a:ext uri="{FF2B5EF4-FFF2-40B4-BE49-F238E27FC236}">
                      <a16:creationId xmlns:a16="http://schemas.microsoft.com/office/drawing/2014/main" id="{0802FFC9-722D-4B90-A2AE-F1E608EFE223}"/>
                    </a:ext>
                  </a:extLst>
                </p:cNvPr>
                <p:cNvSpPr/>
                <p:nvPr/>
              </p:nvSpPr>
              <p:spPr>
                <a:xfrm>
                  <a:off x="7548372" y="3351275"/>
                  <a:ext cx="141922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70" y="0"/>
                      </a:lnTo>
                      <a:lnTo>
                        <a:pt x="1328674" y="0"/>
                      </a:lnTo>
                      <a:lnTo>
                        <a:pt x="1363765" y="7088"/>
                      </a:lnTo>
                      <a:lnTo>
                        <a:pt x="1392427" y="26416"/>
                      </a:lnTo>
                      <a:lnTo>
                        <a:pt x="1411755" y="55078"/>
                      </a:lnTo>
                      <a:lnTo>
                        <a:pt x="1418844" y="90170"/>
                      </a:lnTo>
                      <a:lnTo>
                        <a:pt x="1418844" y="812038"/>
                      </a:lnTo>
                      <a:lnTo>
                        <a:pt x="1411755" y="847129"/>
                      </a:lnTo>
                      <a:lnTo>
                        <a:pt x="1392427" y="875792"/>
                      </a:lnTo>
                      <a:lnTo>
                        <a:pt x="1363765" y="895119"/>
                      </a:lnTo>
                      <a:lnTo>
                        <a:pt x="1328674" y="902207"/>
                      </a:lnTo>
                      <a:lnTo>
                        <a:pt x="90170" y="902207"/>
                      </a:lnTo>
                      <a:lnTo>
                        <a:pt x="55078" y="895119"/>
                      </a:lnTo>
                      <a:lnTo>
                        <a:pt x="26415" y="875792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87" name="object 36">
                <a:extLst>
                  <a:ext uri="{FF2B5EF4-FFF2-40B4-BE49-F238E27FC236}">
                    <a16:creationId xmlns:a16="http://schemas.microsoft.com/office/drawing/2014/main" id="{34296031-915E-4A19-97EF-AC565AF9DB39}"/>
                  </a:ext>
                </a:extLst>
              </p:cNvPr>
              <p:cNvGrpSpPr/>
              <p:nvPr/>
            </p:nvGrpSpPr>
            <p:grpSpPr>
              <a:xfrm>
                <a:off x="5114734" y="4194620"/>
                <a:ext cx="1192530" cy="798195"/>
                <a:chOff x="6819645" y="4449826"/>
                <a:chExt cx="1590040" cy="1064260"/>
              </a:xfrm>
            </p:grpSpPr>
            <p:pic>
              <p:nvPicPr>
                <p:cNvPr id="92" name="object 37">
                  <a:extLst>
                    <a:ext uri="{FF2B5EF4-FFF2-40B4-BE49-F238E27FC236}">
                      <a16:creationId xmlns:a16="http://schemas.microsoft.com/office/drawing/2014/main" id="{B273E252-2C31-4AF8-ACE0-DD9A80773410}"/>
                    </a:ext>
                  </a:extLst>
                </p:cNvPr>
                <p:cNvPicPr/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6825995" y="4456176"/>
                  <a:ext cx="1418844" cy="902208"/>
                </a:xfrm>
                <a:prstGeom prst="rect">
                  <a:avLst/>
                </a:prstGeom>
              </p:spPr>
            </p:pic>
            <p:sp>
              <p:nvSpPr>
                <p:cNvPr id="93" name="object 38">
                  <a:extLst>
                    <a:ext uri="{FF2B5EF4-FFF2-40B4-BE49-F238E27FC236}">
                      <a16:creationId xmlns:a16="http://schemas.microsoft.com/office/drawing/2014/main" id="{CC8E949D-551C-4076-8DF4-0CB37013225F}"/>
                    </a:ext>
                  </a:extLst>
                </p:cNvPr>
                <p:cNvSpPr/>
                <p:nvPr/>
              </p:nvSpPr>
              <p:spPr>
                <a:xfrm>
                  <a:off x="6825995" y="4456176"/>
                  <a:ext cx="141922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2335">
                      <a:moveTo>
                        <a:pt x="0" y="90169"/>
                      </a:moveTo>
                      <a:lnTo>
                        <a:pt x="7088" y="55078"/>
                      </a:lnTo>
                      <a:lnTo>
                        <a:pt x="26416" y="26415"/>
                      </a:lnTo>
                      <a:lnTo>
                        <a:pt x="55078" y="7088"/>
                      </a:lnTo>
                      <a:lnTo>
                        <a:pt x="90170" y="0"/>
                      </a:lnTo>
                      <a:lnTo>
                        <a:pt x="1328674" y="0"/>
                      </a:lnTo>
                      <a:lnTo>
                        <a:pt x="1363765" y="7088"/>
                      </a:lnTo>
                      <a:lnTo>
                        <a:pt x="1392427" y="26415"/>
                      </a:lnTo>
                      <a:lnTo>
                        <a:pt x="1411755" y="55078"/>
                      </a:lnTo>
                      <a:lnTo>
                        <a:pt x="1418844" y="90169"/>
                      </a:lnTo>
                      <a:lnTo>
                        <a:pt x="1418844" y="812038"/>
                      </a:lnTo>
                      <a:lnTo>
                        <a:pt x="1411755" y="847129"/>
                      </a:lnTo>
                      <a:lnTo>
                        <a:pt x="1392427" y="875792"/>
                      </a:lnTo>
                      <a:lnTo>
                        <a:pt x="1363765" y="895119"/>
                      </a:lnTo>
                      <a:lnTo>
                        <a:pt x="1328674" y="902208"/>
                      </a:lnTo>
                      <a:lnTo>
                        <a:pt x="90170" y="902208"/>
                      </a:lnTo>
                      <a:lnTo>
                        <a:pt x="55078" y="895119"/>
                      </a:lnTo>
                      <a:lnTo>
                        <a:pt x="26415" y="875791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69"/>
                      </a:lnTo>
                      <a:close/>
                    </a:path>
                  </a:pathLst>
                </a:custGeom>
                <a:ln w="12192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94" name="object 39">
                  <a:extLst>
                    <a:ext uri="{FF2B5EF4-FFF2-40B4-BE49-F238E27FC236}">
                      <a16:creationId xmlns:a16="http://schemas.microsoft.com/office/drawing/2014/main" id="{68F6CB84-4A1E-47E3-B7DD-9993879C7373}"/>
                    </a:ext>
                  </a:extLst>
                </p:cNvPr>
                <p:cNvSpPr/>
                <p:nvPr/>
              </p:nvSpPr>
              <p:spPr>
                <a:xfrm>
                  <a:off x="6982967" y="4605528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1330198" y="0"/>
                      </a:moveTo>
                      <a:lnTo>
                        <a:pt x="90170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5" y="875792"/>
                      </a:lnTo>
                      <a:lnTo>
                        <a:pt x="55078" y="895119"/>
                      </a:lnTo>
                      <a:lnTo>
                        <a:pt x="90170" y="902208"/>
                      </a:lnTo>
                      <a:lnTo>
                        <a:pt x="1330198" y="902208"/>
                      </a:lnTo>
                      <a:lnTo>
                        <a:pt x="1365289" y="895119"/>
                      </a:lnTo>
                      <a:lnTo>
                        <a:pt x="1393951" y="875792"/>
                      </a:lnTo>
                      <a:lnTo>
                        <a:pt x="1413279" y="847129"/>
                      </a:lnTo>
                      <a:lnTo>
                        <a:pt x="1420367" y="812038"/>
                      </a:lnTo>
                      <a:lnTo>
                        <a:pt x="1420367" y="90170"/>
                      </a:lnTo>
                      <a:lnTo>
                        <a:pt x="1413279" y="55078"/>
                      </a:lnTo>
                      <a:lnTo>
                        <a:pt x="1393951" y="26415"/>
                      </a:lnTo>
                      <a:lnTo>
                        <a:pt x="1365289" y="7088"/>
                      </a:lnTo>
                      <a:lnTo>
                        <a:pt x="1330198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95" name="object 40">
                  <a:extLst>
                    <a:ext uri="{FF2B5EF4-FFF2-40B4-BE49-F238E27FC236}">
                      <a16:creationId xmlns:a16="http://schemas.microsoft.com/office/drawing/2014/main" id="{48AD6EF0-28D3-4B79-AF4D-D4A88AFC29A9}"/>
                    </a:ext>
                  </a:extLst>
                </p:cNvPr>
                <p:cNvSpPr/>
                <p:nvPr/>
              </p:nvSpPr>
              <p:spPr>
                <a:xfrm>
                  <a:off x="6982967" y="4605528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70" y="0"/>
                      </a:lnTo>
                      <a:lnTo>
                        <a:pt x="1330198" y="0"/>
                      </a:lnTo>
                      <a:lnTo>
                        <a:pt x="1365289" y="7088"/>
                      </a:lnTo>
                      <a:lnTo>
                        <a:pt x="1393951" y="26415"/>
                      </a:lnTo>
                      <a:lnTo>
                        <a:pt x="1413279" y="55078"/>
                      </a:lnTo>
                      <a:lnTo>
                        <a:pt x="1420367" y="90170"/>
                      </a:lnTo>
                      <a:lnTo>
                        <a:pt x="1420367" y="812038"/>
                      </a:lnTo>
                      <a:lnTo>
                        <a:pt x="1413279" y="847129"/>
                      </a:lnTo>
                      <a:lnTo>
                        <a:pt x="1393951" y="875792"/>
                      </a:lnTo>
                      <a:lnTo>
                        <a:pt x="1365289" y="895119"/>
                      </a:lnTo>
                      <a:lnTo>
                        <a:pt x="1330198" y="902208"/>
                      </a:lnTo>
                      <a:lnTo>
                        <a:pt x="90170" y="902208"/>
                      </a:lnTo>
                      <a:lnTo>
                        <a:pt x="55078" y="895119"/>
                      </a:lnTo>
                      <a:lnTo>
                        <a:pt x="26415" y="875792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88" name="object 42">
                <a:extLst>
                  <a:ext uri="{FF2B5EF4-FFF2-40B4-BE49-F238E27FC236}">
                    <a16:creationId xmlns:a16="http://schemas.microsoft.com/office/drawing/2014/main" id="{D8F43B4D-0868-4EBA-A4E9-D03A58999C5A}"/>
                  </a:ext>
                </a:extLst>
              </p:cNvPr>
              <p:cNvGrpSpPr/>
              <p:nvPr/>
            </p:nvGrpSpPr>
            <p:grpSpPr>
              <a:xfrm>
                <a:off x="6437376" y="4200525"/>
                <a:ext cx="1187768" cy="793433"/>
                <a:chOff x="8583168" y="4457700"/>
                <a:chExt cx="1583690" cy="1057910"/>
              </a:xfrm>
            </p:grpSpPr>
            <p:sp>
              <p:nvSpPr>
                <p:cNvPr id="89" name="object 43">
                  <a:extLst>
                    <a:ext uri="{FF2B5EF4-FFF2-40B4-BE49-F238E27FC236}">
                      <a16:creationId xmlns:a16="http://schemas.microsoft.com/office/drawing/2014/main" id="{32306FAE-EAA1-4D4E-94AF-1D42B9750CA7}"/>
                    </a:ext>
                  </a:extLst>
                </p:cNvPr>
                <p:cNvSpPr/>
                <p:nvPr/>
              </p:nvSpPr>
              <p:spPr>
                <a:xfrm>
                  <a:off x="8583168" y="4457700"/>
                  <a:ext cx="1419225" cy="901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225" h="901064">
                      <a:moveTo>
                        <a:pt x="1328801" y="0"/>
                      </a:moveTo>
                      <a:lnTo>
                        <a:pt x="90042" y="0"/>
                      </a:lnTo>
                      <a:lnTo>
                        <a:pt x="55024" y="7086"/>
                      </a:lnTo>
                      <a:lnTo>
                        <a:pt x="26400" y="26400"/>
                      </a:lnTo>
                      <a:lnTo>
                        <a:pt x="7086" y="55024"/>
                      </a:lnTo>
                      <a:lnTo>
                        <a:pt x="0" y="90043"/>
                      </a:lnTo>
                      <a:lnTo>
                        <a:pt x="0" y="810641"/>
                      </a:lnTo>
                      <a:lnTo>
                        <a:pt x="7086" y="845659"/>
                      </a:lnTo>
                      <a:lnTo>
                        <a:pt x="26400" y="874283"/>
                      </a:lnTo>
                      <a:lnTo>
                        <a:pt x="55024" y="893597"/>
                      </a:lnTo>
                      <a:lnTo>
                        <a:pt x="90042" y="900684"/>
                      </a:lnTo>
                      <a:lnTo>
                        <a:pt x="1328801" y="900684"/>
                      </a:lnTo>
                      <a:lnTo>
                        <a:pt x="1363819" y="893597"/>
                      </a:lnTo>
                      <a:lnTo>
                        <a:pt x="1392443" y="874283"/>
                      </a:lnTo>
                      <a:lnTo>
                        <a:pt x="1411757" y="845659"/>
                      </a:lnTo>
                      <a:lnTo>
                        <a:pt x="1418843" y="810641"/>
                      </a:lnTo>
                      <a:lnTo>
                        <a:pt x="1418843" y="90043"/>
                      </a:lnTo>
                      <a:lnTo>
                        <a:pt x="1411757" y="55024"/>
                      </a:lnTo>
                      <a:lnTo>
                        <a:pt x="1392443" y="26400"/>
                      </a:lnTo>
                      <a:lnTo>
                        <a:pt x="1363819" y="7086"/>
                      </a:lnTo>
                      <a:lnTo>
                        <a:pt x="1328801" y="0"/>
                      </a:lnTo>
                      <a:close/>
                    </a:path>
                  </a:pathLst>
                </a:custGeom>
                <a:solidFill>
                  <a:srgbClr val="5B9BD4"/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90" name="object 44">
                  <a:extLst>
                    <a:ext uri="{FF2B5EF4-FFF2-40B4-BE49-F238E27FC236}">
                      <a16:creationId xmlns:a16="http://schemas.microsoft.com/office/drawing/2014/main" id="{87527F57-3FC5-4EB6-B23D-8EDD852A5CF5}"/>
                    </a:ext>
                  </a:extLst>
                </p:cNvPr>
                <p:cNvSpPr/>
                <p:nvPr/>
              </p:nvSpPr>
              <p:spPr>
                <a:xfrm>
                  <a:off x="8740140" y="4607052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1330198" y="0"/>
                      </a:moveTo>
                      <a:lnTo>
                        <a:pt x="90169" y="0"/>
                      </a:lnTo>
                      <a:lnTo>
                        <a:pt x="55078" y="7088"/>
                      </a:lnTo>
                      <a:lnTo>
                        <a:pt x="26416" y="26416"/>
                      </a:lnTo>
                      <a:lnTo>
                        <a:pt x="7088" y="55078"/>
                      </a:lnTo>
                      <a:lnTo>
                        <a:pt x="0" y="90170"/>
                      </a:lnTo>
                      <a:lnTo>
                        <a:pt x="0" y="812038"/>
                      </a:lnTo>
                      <a:lnTo>
                        <a:pt x="7088" y="847129"/>
                      </a:lnTo>
                      <a:lnTo>
                        <a:pt x="26416" y="875792"/>
                      </a:lnTo>
                      <a:lnTo>
                        <a:pt x="55078" y="895119"/>
                      </a:lnTo>
                      <a:lnTo>
                        <a:pt x="90169" y="902208"/>
                      </a:lnTo>
                      <a:lnTo>
                        <a:pt x="1330198" y="902208"/>
                      </a:lnTo>
                      <a:lnTo>
                        <a:pt x="1365289" y="895119"/>
                      </a:lnTo>
                      <a:lnTo>
                        <a:pt x="1393951" y="875792"/>
                      </a:lnTo>
                      <a:lnTo>
                        <a:pt x="1413279" y="847129"/>
                      </a:lnTo>
                      <a:lnTo>
                        <a:pt x="1420367" y="812038"/>
                      </a:lnTo>
                      <a:lnTo>
                        <a:pt x="1420367" y="90170"/>
                      </a:lnTo>
                      <a:lnTo>
                        <a:pt x="1413279" y="55078"/>
                      </a:lnTo>
                      <a:lnTo>
                        <a:pt x="1393951" y="26415"/>
                      </a:lnTo>
                      <a:lnTo>
                        <a:pt x="1365289" y="7088"/>
                      </a:lnTo>
                      <a:lnTo>
                        <a:pt x="1330198" y="0"/>
                      </a:lnTo>
                      <a:close/>
                    </a:path>
                  </a:pathLst>
                </a:custGeom>
                <a:solidFill>
                  <a:srgbClr val="FFFFFF">
                    <a:alpha val="90194"/>
                  </a:srgbClr>
                </a:solidFill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91" name="object 45">
                  <a:extLst>
                    <a:ext uri="{FF2B5EF4-FFF2-40B4-BE49-F238E27FC236}">
                      <a16:creationId xmlns:a16="http://schemas.microsoft.com/office/drawing/2014/main" id="{EE96C131-E671-476F-9216-21A961B8CB36}"/>
                    </a:ext>
                  </a:extLst>
                </p:cNvPr>
                <p:cNvSpPr/>
                <p:nvPr/>
              </p:nvSpPr>
              <p:spPr>
                <a:xfrm>
                  <a:off x="8740140" y="4607052"/>
                  <a:ext cx="1420495" cy="9023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0495" h="902335">
                      <a:moveTo>
                        <a:pt x="0" y="90170"/>
                      </a:moveTo>
                      <a:lnTo>
                        <a:pt x="7088" y="55078"/>
                      </a:lnTo>
                      <a:lnTo>
                        <a:pt x="26416" y="26416"/>
                      </a:lnTo>
                      <a:lnTo>
                        <a:pt x="55078" y="7088"/>
                      </a:lnTo>
                      <a:lnTo>
                        <a:pt x="90169" y="0"/>
                      </a:lnTo>
                      <a:lnTo>
                        <a:pt x="1330198" y="0"/>
                      </a:lnTo>
                      <a:lnTo>
                        <a:pt x="1365289" y="7088"/>
                      </a:lnTo>
                      <a:lnTo>
                        <a:pt x="1393951" y="26415"/>
                      </a:lnTo>
                      <a:lnTo>
                        <a:pt x="1413279" y="55078"/>
                      </a:lnTo>
                      <a:lnTo>
                        <a:pt x="1420367" y="90170"/>
                      </a:lnTo>
                      <a:lnTo>
                        <a:pt x="1420367" y="812038"/>
                      </a:lnTo>
                      <a:lnTo>
                        <a:pt x="1413279" y="847129"/>
                      </a:lnTo>
                      <a:lnTo>
                        <a:pt x="1393951" y="875792"/>
                      </a:lnTo>
                      <a:lnTo>
                        <a:pt x="1365289" y="895119"/>
                      </a:lnTo>
                      <a:lnTo>
                        <a:pt x="1330198" y="902208"/>
                      </a:lnTo>
                      <a:lnTo>
                        <a:pt x="90169" y="902208"/>
                      </a:lnTo>
                      <a:lnTo>
                        <a:pt x="55078" y="895119"/>
                      </a:lnTo>
                      <a:lnTo>
                        <a:pt x="26416" y="875792"/>
                      </a:lnTo>
                      <a:lnTo>
                        <a:pt x="7088" y="847129"/>
                      </a:lnTo>
                      <a:lnTo>
                        <a:pt x="0" y="812038"/>
                      </a:lnTo>
                      <a:lnTo>
                        <a:pt x="0" y="90170"/>
                      </a:lnTo>
                      <a:close/>
                    </a:path>
                  </a:pathLst>
                </a:custGeom>
                <a:ln w="12192">
                  <a:solidFill>
                    <a:srgbClr val="5B9BD4"/>
                  </a:solidFill>
                </a:ln>
              </p:spPr>
              <p:txBody>
                <a:bodyPr wrap="square" lIns="0" tIns="0" rIns="0" bIns="0" rtlCol="0"/>
                <a:lstStyle/>
                <a:p>
                  <a:pPr defTabSz="685800"/>
                  <a:endParaRPr sz="135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</p:grpSp>
        <p:grpSp>
          <p:nvGrpSpPr>
            <p:cNvPr id="79" name="object 18">
              <a:extLst>
                <a:ext uri="{FF2B5EF4-FFF2-40B4-BE49-F238E27FC236}">
                  <a16:creationId xmlns:a16="http://schemas.microsoft.com/office/drawing/2014/main" id="{1D22863B-34CE-47D0-8D67-95829E77332F}"/>
                </a:ext>
              </a:extLst>
            </p:cNvPr>
            <p:cNvGrpSpPr/>
            <p:nvPr/>
          </p:nvGrpSpPr>
          <p:grpSpPr>
            <a:xfrm>
              <a:off x="2002346" y="4195763"/>
              <a:ext cx="1192530" cy="798195"/>
              <a:chOff x="2669794" y="4451350"/>
              <a:chExt cx="1590040" cy="1064260"/>
            </a:xfrm>
          </p:grpSpPr>
          <p:sp>
            <p:nvSpPr>
              <p:cNvPr id="80" name="object 19">
                <a:extLst>
                  <a:ext uri="{FF2B5EF4-FFF2-40B4-BE49-F238E27FC236}">
                    <a16:creationId xmlns:a16="http://schemas.microsoft.com/office/drawing/2014/main" id="{F7440AF5-A56C-4C32-A9D2-A7061D7A92BB}"/>
                  </a:ext>
                </a:extLst>
              </p:cNvPr>
              <p:cNvSpPr/>
              <p:nvPr/>
            </p:nvSpPr>
            <p:spPr>
              <a:xfrm>
                <a:off x="2676144" y="4457700"/>
                <a:ext cx="1419225" cy="901065"/>
              </a:xfrm>
              <a:custGeom>
                <a:avLst/>
                <a:gdLst/>
                <a:ahLst/>
                <a:cxnLst/>
                <a:rect l="l" t="t" r="r" b="b"/>
                <a:pathLst>
                  <a:path w="1419225" h="901064">
                    <a:moveTo>
                      <a:pt x="1328801" y="0"/>
                    </a:moveTo>
                    <a:lnTo>
                      <a:pt x="90043" y="0"/>
                    </a:lnTo>
                    <a:lnTo>
                      <a:pt x="55024" y="7086"/>
                    </a:lnTo>
                    <a:lnTo>
                      <a:pt x="26400" y="26400"/>
                    </a:lnTo>
                    <a:lnTo>
                      <a:pt x="7086" y="55024"/>
                    </a:lnTo>
                    <a:lnTo>
                      <a:pt x="0" y="90043"/>
                    </a:lnTo>
                    <a:lnTo>
                      <a:pt x="0" y="810641"/>
                    </a:lnTo>
                    <a:lnTo>
                      <a:pt x="7086" y="845659"/>
                    </a:lnTo>
                    <a:lnTo>
                      <a:pt x="26400" y="874283"/>
                    </a:lnTo>
                    <a:lnTo>
                      <a:pt x="55024" y="893597"/>
                    </a:lnTo>
                    <a:lnTo>
                      <a:pt x="90043" y="900684"/>
                    </a:lnTo>
                    <a:lnTo>
                      <a:pt x="1328801" y="900684"/>
                    </a:lnTo>
                    <a:lnTo>
                      <a:pt x="1363819" y="893597"/>
                    </a:lnTo>
                    <a:lnTo>
                      <a:pt x="1392443" y="874283"/>
                    </a:lnTo>
                    <a:lnTo>
                      <a:pt x="1411757" y="845659"/>
                    </a:lnTo>
                    <a:lnTo>
                      <a:pt x="1418844" y="810641"/>
                    </a:lnTo>
                    <a:lnTo>
                      <a:pt x="1418844" y="90043"/>
                    </a:lnTo>
                    <a:lnTo>
                      <a:pt x="1411757" y="55024"/>
                    </a:lnTo>
                    <a:lnTo>
                      <a:pt x="1392443" y="26400"/>
                    </a:lnTo>
                    <a:lnTo>
                      <a:pt x="1363819" y="7086"/>
                    </a:lnTo>
                    <a:lnTo>
                      <a:pt x="1328801" y="0"/>
                    </a:lnTo>
                    <a:close/>
                  </a:path>
                </a:pathLst>
              </a:custGeom>
              <a:solidFill>
                <a:srgbClr val="5B9BD4"/>
              </a:solidFill>
            </p:spPr>
            <p:txBody>
              <a:bodyPr wrap="square" lIns="0" tIns="0" rIns="0" bIns="0" rtlCol="0"/>
              <a:lstStyle/>
              <a:p>
                <a:pPr defTabSz="685800"/>
                <a:endParaRPr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1" name="object 20">
                <a:extLst>
                  <a:ext uri="{FF2B5EF4-FFF2-40B4-BE49-F238E27FC236}">
                    <a16:creationId xmlns:a16="http://schemas.microsoft.com/office/drawing/2014/main" id="{45172DBD-1B9A-4A7D-B3FC-AAA335607675}"/>
                  </a:ext>
                </a:extLst>
              </p:cNvPr>
              <p:cNvSpPr/>
              <p:nvPr/>
            </p:nvSpPr>
            <p:spPr>
              <a:xfrm>
                <a:off x="2676144" y="4457700"/>
                <a:ext cx="1419225" cy="901065"/>
              </a:xfrm>
              <a:custGeom>
                <a:avLst/>
                <a:gdLst/>
                <a:ahLst/>
                <a:cxnLst/>
                <a:rect l="l" t="t" r="r" b="b"/>
                <a:pathLst>
                  <a:path w="1419225" h="901064">
                    <a:moveTo>
                      <a:pt x="0" y="90043"/>
                    </a:moveTo>
                    <a:lnTo>
                      <a:pt x="7086" y="55024"/>
                    </a:lnTo>
                    <a:lnTo>
                      <a:pt x="26400" y="26400"/>
                    </a:lnTo>
                    <a:lnTo>
                      <a:pt x="55024" y="7086"/>
                    </a:lnTo>
                    <a:lnTo>
                      <a:pt x="90043" y="0"/>
                    </a:lnTo>
                    <a:lnTo>
                      <a:pt x="1328801" y="0"/>
                    </a:lnTo>
                    <a:lnTo>
                      <a:pt x="1363819" y="7086"/>
                    </a:lnTo>
                    <a:lnTo>
                      <a:pt x="1392443" y="26400"/>
                    </a:lnTo>
                    <a:lnTo>
                      <a:pt x="1411757" y="55024"/>
                    </a:lnTo>
                    <a:lnTo>
                      <a:pt x="1418844" y="90043"/>
                    </a:lnTo>
                    <a:lnTo>
                      <a:pt x="1418844" y="810641"/>
                    </a:lnTo>
                    <a:lnTo>
                      <a:pt x="1411757" y="845659"/>
                    </a:lnTo>
                    <a:lnTo>
                      <a:pt x="1392443" y="874283"/>
                    </a:lnTo>
                    <a:lnTo>
                      <a:pt x="1363819" y="893597"/>
                    </a:lnTo>
                    <a:lnTo>
                      <a:pt x="1328801" y="900684"/>
                    </a:lnTo>
                    <a:lnTo>
                      <a:pt x="90043" y="900684"/>
                    </a:lnTo>
                    <a:lnTo>
                      <a:pt x="55024" y="893597"/>
                    </a:lnTo>
                    <a:lnTo>
                      <a:pt x="26400" y="874283"/>
                    </a:lnTo>
                    <a:lnTo>
                      <a:pt x="7086" y="845659"/>
                    </a:lnTo>
                    <a:lnTo>
                      <a:pt x="0" y="810641"/>
                    </a:lnTo>
                    <a:lnTo>
                      <a:pt x="0" y="90043"/>
                    </a:lnTo>
                    <a:close/>
                  </a:path>
                </a:pathLst>
              </a:custGeom>
              <a:ln w="12192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pPr defTabSz="685800"/>
                <a:endParaRPr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2" name="object 21">
                <a:extLst>
                  <a:ext uri="{FF2B5EF4-FFF2-40B4-BE49-F238E27FC236}">
                    <a16:creationId xmlns:a16="http://schemas.microsoft.com/office/drawing/2014/main" id="{30EA4E22-5B18-4B12-B92B-EB4BD78743FF}"/>
                  </a:ext>
                </a:extLst>
              </p:cNvPr>
              <p:cNvSpPr/>
              <p:nvPr/>
            </p:nvSpPr>
            <p:spPr>
              <a:xfrm>
                <a:off x="2833116" y="4607052"/>
                <a:ext cx="1420495" cy="902335"/>
              </a:xfrm>
              <a:custGeom>
                <a:avLst/>
                <a:gdLst/>
                <a:ahLst/>
                <a:cxnLst/>
                <a:rect l="l" t="t" r="r" b="b"/>
                <a:pathLst>
                  <a:path w="1420495" h="902335">
                    <a:moveTo>
                      <a:pt x="1330197" y="0"/>
                    </a:moveTo>
                    <a:lnTo>
                      <a:pt x="90169" y="0"/>
                    </a:lnTo>
                    <a:lnTo>
                      <a:pt x="55078" y="7088"/>
                    </a:lnTo>
                    <a:lnTo>
                      <a:pt x="26415" y="26416"/>
                    </a:lnTo>
                    <a:lnTo>
                      <a:pt x="7088" y="55078"/>
                    </a:lnTo>
                    <a:lnTo>
                      <a:pt x="0" y="90170"/>
                    </a:lnTo>
                    <a:lnTo>
                      <a:pt x="0" y="812038"/>
                    </a:lnTo>
                    <a:lnTo>
                      <a:pt x="7088" y="847129"/>
                    </a:lnTo>
                    <a:lnTo>
                      <a:pt x="26415" y="875792"/>
                    </a:lnTo>
                    <a:lnTo>
                      <a:pt x="55078" y="895119"/>
                    </a:lnTo>
                    <a:lnTo>
                      <a:pt x="90169" y="902208"/>
                    </a:lnTo>
                    <a:lnTo>
                      <a:pt x="1330197" y="902208"/>
                    </a:lnTo>
                    <a:lnTo>
                      <a:pt x="1365289" y="895119"/>
                    </a:lnTo>
                    <a:lnTo>
                      <a:pt x="1393951" y="875792"/>
                    </a:lnTo>
                    <a:lnTo>
                      <a:pt x="1413279" y="847129"/>
                    </a:lnTo>
                    <a:lnTo>
                      <a:pt x="1420368" y="812038"/>
                    </a:lnTo>
                    <a:lnTo>
                      <a:pt x="1420368" y="90170"/>
                    </a:lnTo>
                    <a:lnTo>
                      <a:pt x="1413279" y="55078"/>
                    </a:lnTo>
                    <a:lnTo>
                      <a:pt x="1393951" y="26415"/>
                    </a:lnTo>
                    <a:lnTo>
                      <a:pt x="1365289" y="7088"/>
                    </a:lnTo>
                    <a:lnTo>
                      <a:pt x="1330197" y="0"/>
                    </a:lnTo>
                    <a:close/>
                  </a:path>
                </a:pathLst>
              </a:custGeom>
              <a:solidFill>
                <a:srgbClr val="FFFFFF">
                  <a:alpha val="90194"/>
                </a:srgbClr>
              </a:solidFill>
            </p:spPr>
            <p:txBody>
              <a:bodyPr wrap="square" lIns="0" tIns="0" rIns="0" bIns="0" rtlCol="0"/>
              <a:lstStyle/>
              <a:p>
                <a:pPr defTabSz="685800"/>
                <a:endParaRPr sz="135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83" name="object 22">
                <a:extLst>
                  <a:ext uri="{FF2B5EF4-FFF2-40B4-BE49-F238E27FC236}">
                    <a16:creationId xmlns:a16="http://schemas.microsoft.com/office/drawing/2014/main" id="{839F7B38-F3EA-4998-B4D7-6A3E692795E0}"/>
                  </a:ext>
                </a:extLst>
              </p:cNvPr>
              <p:cNvSpPr/>
              <p:nvPr/>
            </p:nvSpPr>
            <p:spPr>
              <a:xfrm>
                <a:off x="2833116" y="4607052"/>
                <a:ext cx="1420495" cy="902335"/>
              </a:xfrm>
              <a:custGeom>
                <a:avLst/>
                <a:gdLst/>
                <a:ahLst/>
                <a:cxnLst/>
                <a:rect l="l" t="t" r="r" b="b"/>
                <a:pathLst>
                  <a:path w="1420495" h="902335">
                    <a:moveTo>
                      <a:pt x="0" y="90170"/>
                    </a:moveTo>
                    <a:lnTo>
                      <a:pt x="7088" y="55078"/>
                    </a:lnTo>
                    <a:lnTo>
                      <a:pt x="26415" y="26416"/>
                    </a:lnTo>
                    <a:lnTo>
                      <a:pt x="55078" y="7088"/>
                    </a:lnTo>
                    <a:lnTo>
                      <a:pt x="90169" y="0"/>
                    </a:lnTo>
                    <a:lnTo>
                      <a:pt x="1330197" y="0"/>
                    </a:lnTo>
                    <a:lnTo>
                      <a:pt x="1365289" y="7088"/>
                    </a:lnTo>
                    <a:lnTo>
                      <a:pt x="1393951" y="26415"/>
                    </a:lnTo>
                    <a:lnTo>
                      <a:pt x="1413279" y="55078"/>
                    </a:lnTo>
                    <a:lnTo>
                      <a:pt x="1420368" y="90170"/>
                    </a:lnTo>
                    <a:lnTo>
                      <a:pt x="1420368" y="812038"/>
                    </a:lnTo>
                    <a:lnTo>
                      <a:pt x="1413279" y="847129"/>
                    </a:lnTo>
                    <a:lnTo>
                      <a:pt x="1393951" y="875792"/>
                    </a:lnTo>
                    <a:lnTo>
                      <a:pt x="1365289" y="895119"/>
                    </a:lnTo>
                    <a:lnTo>
                      <a:pt x="1330197" y="902208"/>
                    </a:lnTo>
                    <a:lnTo>
                      <a:pt x="90169" y="902208"/>
                    </a:lnTo>
                    <a:lnTo>
                      <a:pt x="55078" y="895119"/>
                    </a:lnTo>
                    <a:lnTo>
                      <a:pt x="26415" y="875792"/>
                    </a:lnTo>
                    <a:lnTo>
                      <a:pt x="7088" y="847129"/>
                    </a:lnTo>
                    <a:lnTo>
                      <a:pt x="0" y="812038"/>
                    </a:lnTo>
                    <a:lnTo>
                      <a:pt x="0" y="90170"/>
                    </a:lnTo>
                    <a:close/>
                  </a:path>
                </a:pathLst>
              </a:custGeom>
              <a:ln w="12192">
                <a:solidFill>
                  <a:srgbClr val="5B9BD4"/>
                </a:solidFill>
              </a:ln>
            </p:spPr>
            <p:txBody>
              <a:bodyPr wrap="square" lIns="0" tIns="0" rIns="0" bIns="0" rtlCol="0"/>
              <a:lstStyle/>
              <a:p>
                <a:pPr defTabSz="685800"/>
                <a:endParaRPr sz="135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sp>
        <p:nvSpPr>
          <p:cNvPr id="111" name="object 11">
            <a:extLst>
              <a:ext uri="{FF2B5EF4-FFF2-40B4-BE49-F238E27FC236}">
                <a16:creationId xmlns:a16="http://schemas.microsoft.com/office/drawing/2014/main" id="{748EAA62-41EE-49FF-A086-67BB3A3089B1}"/>
              </a:ext>
            </a:extLst>
          </p:cNvPr>
          <p:cNvSpPr txBox="1"/>
          <p:nvPr/>
        </p:nvSpPr>
        <p:spPr>
          <a:xfrm>
            <a:off x="4588288" y="2509838"/>
            <a:ext cx="411956" cy="27555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725" b="1" spc="-30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SM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12" name="object 17">
            <a:extLst>
              <a:ext uri="{FF2B5EF4-FFF2-40B4-BE49-F238E27FC236}">
                <a16:creationId xmlns:a16="http://schemas.microsoft.com/office/drawing/2014/main" id="{2B46318A-BE57-40B9-86A9-2E6D0F0195A7}"/>
              </a:ext>
            </a:extLst>
          </p:cNvPr>
          <p:cNvSpPr txBox="1"/>
          <p:nvPr/>
        </p:nvSpPr>
        <p:spPr>
          <a:xfrm>
            <a:off x="2913316" y="3411950"/>
            <a:ext cx="672941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9525" marR="3810" indent="103823" defTabSz="685800">
              <a:lnSpc>
                <a:spcPts val="1898"/>
              </a:lnSpc>
              <a:spcBef>
                <a:spcPts val="28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With 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13" name="object 23">
            <a:extLst>
              <a:ext uri="{FF2B5EF4-FFF2-40B4-BE49-F238E27FC236}">
                <a16:creationId xmlns:a16="http://schemas.microsoft.com/office/drawing/2014/main" id="{A1B23EF4-2B03-4F91-B077-5B4DEBBF7927}"/>
              </a:ext>
            </a:extLst>
          </p:cNvPr>
          <p:cNvSpPr txBox="1"/>
          <p:nvPr/>
        </p:nvSpPr>
        <p:spPr>
          <a:xfrm>
            <a:off x="2340674" y="4483132"/>
            <a:ext cx="632460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Moo</a:t>
            </a:r>
            <a:r>
              <a:rPr sz="1725" b="1" spc="-23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e</a:t>
            </a:r>
            <a:endParaRPr sz="1725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14" name="object 29">
            <a:extLst>
              <a:ext uri="{FF2B5EF4-FFF2-40B4-BE49-F238E27FC236}">
                <a16:creationId xmlns:a16="http://schemas.microsoft.com/office/drawing/2014/main" id="{71C38BA8-3685-4629-8AC1-1CC70A3DF2C3}"/>
              </a:ext>
            </a:extLst>
          </p:cNvPr>
          <p:cNvSpPr txBox="1"/>
          <p:nvPr/>
        </p:nvSpPr>
        <p:spPr>
          <a:xfrm>
            <a:off x="3864293" y="4483132"/>
            <a:ext cx="588169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latin typeface="Calibri"/>
                <a:cs typeface="Calibri"/>
              </a:rPr>
              <a:t>M</a:t>
            </a:r>
            <a:r>
              <a:rPr sz="1725" b="1" dirty="0">
                <a:latin typeface="Calibri"/>
                <a:cs typeface="Calibri"/>
              </a:rPr>
              <a:t>ealy</a:t>
            </a:r>
            <a:endParaRPr sz="1725" dirty="0">
              <a:latin typeface="Calibri"/>
              <a:cs typeface="Calibri"/>
            </a:endParaRPr>
          </a:p>
        </p:txBody>
      </p:sp>
      <p:sp>
        <p:nvSpPr>
          <p:cNvPr id="115" name="object 35">
            <a:extLst>
              <a:ext uri="{FF2B5EF4-FFF2-40B4-BE49-F238E27FC236}">
                <a16:creationId xmlns:a16="http://schemas.microsoft.com/office/drawing/2014/main" id="{C4C5DD78-AF25-472B-8A42-7D1B49BB2A81}"/>
              </a:ext>
            </a:extLst>
          </p:cNvPr>
          <p:cNvSpPr txBox="1"/>
          <p:nvPr/>
        </p:nvSpPr>
        <p:spPr>
          <a:xfrm>
            <a:off x="5804916" y="3420428"/>
            <a:ext cx="776764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60484" marR="3810" indent="-51435" defTabSz="685800">
              <a:lnSpc>
                <a:spcPts val="1898"/>
              </a:lnSpc>
              <a:spcBef>
                <a:spcPts val="285"/>
              </a:spcBef>
            </a:pPr>
            <a:r>
              <a:rPr sz="1725" b="1" spc="-4" dirty="0">
                <a:latin typeface="Calibri"/>
                <a:cs typeface="Calibri"/>
              </a:rPr>
              <a:t>Without  </a:t>
            </a:r>
            <a:r>
              <a:rPr sz="1725" b="1" dirty="0">
                <a:latin typeface="Calibri"/>
                <a:cs typeface="Calibri"/>
              </a:rPr>
              <a:t>Output</a:t>
            </a:r>
            <a:endParaRPr sz="1725" dirty="0">
              <a:latin typeface="Calibri"/>
              <a:cs typeface="Calibri"/>
            </a:endParaRPr>
          </a:p>
        </p:txBody>
      </p:sp>
      <p:sp>
        <p:nvSpPr>
          <p:cNvPr id="116" name="object 41">
            <a:extLst>
              <a:ext uri="{FF2B5EF4-FFF2-40B4-BE49-F238E27FC236}">
                <a16:creationId xmlns:a16="http://schemas.microsoft.com/office/drawing/2014/main" id="{43E52607-9635-4B30-A6B3-29329C80E69B}"/>
              </a:ext>
            </a:extLst>
          </p:cNvPr>
          <p:cNvSpPr txBox="1"/>
          <p:nvPr/>
        </p:nvSpPr>
        <p:spPr>
          <a:xfrm>
            <a:off x="5581841" y="4481989"/>
            <a:ext cx="378619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D</a:t>
            </a:r>
            <a:r>
              <a:rPr sz="1725" b="1" spc="-101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725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17" name="object 46">
            <a:extLst>
              <a:ext uri="{FF2B5EF4-FFF2-40B4-BE49-F238E27FC236}">
                <a16:creationId xmlns:a16="http://schemas.microsoft.com/office/drawing/2014/main" id="{AD935377-D630-457D-9764-87BEA03B2C38}"/>
              </a:ext>
            </a:extLst>
          </p:cNvPr>
          <p:cNvSpPr txBox="1"/>
          <p:nvPr/>
        </p:nvSpPr>
        <p:spPr>
          <a:xfrm>
            <a:off x="6896004" y="4483132"/>
            <a:ext cx="384334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725" b="1" spc="-105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1BB232D3-09C1-EC59-172D-295F0FFD35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867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609600"/>
            <a:ext cx="7541896" cy="56409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600" b="1" spc="-23" dirty="0"/>
              <a:t>Finite</a:t>
            </a:r>
            <a:r>
              <a:rPr sz="3600" b="1" spc="-113" dirty="0"/>
              <a:t> </a:t>
            </a:r>
            <a:r>
              <a:rPr sz="3600" b="1" spc="-41" dirty="0"/>
              <a:t>Automata</a:t>
            </a:r>
            <a:r>
              <a:rPr lang="en-US" sz="3600" b="1" spc="-41" dirty="0"/>
              <a:t> (FSM without Output)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7704" y="1839726"/>
            <a:ext cx="7768590" cy="3632534"/>
          </a:xfrm>
          <a:prstGeom prst="rect">
            <a:avLst/>
          </a:prstGeom>
        </p:spPr>
        <p:txBody>
          <a:bodyPr vert="horz" wrap="square" lIns="0" tIns="31433" rIns="0" bIns="0" rtlCol="0">
            <a:spAutoFit/>
          </a:bodyPr>
          <a:lstStyle/>
          <a:p>
            <a:pPr marL="180975" indent="-171450" defTabSz="685800">
              <a:spcBef>
                <a:spcPts val="248"/>
              </a:spcBef>
              <a:buFont typeface="Arial MT"/>
              <a:buChar char="•"/>
              <a:tabLst>
                <a:tab pos="180975" algn="l"/>
              </a:tabLst>
            </a:pP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Finite</a:t>
            </a:r>
            <a:r>
              <a:rPr sz="24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11" dirty="0">
                <a:solidFill>
                  <a:prstClr val="black"/>
                </a:solidFill>
                <a:latin typeface="Calibri"/>
                <a:cs typeface="Calibri"/>
              </a:rPr>
              <a:t>Automata</a:t>
            </a:r>
            <a:r>
              <a:rPr sz="24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 an</a:t>
            </a:r>
            <a:r>
              <a:rPr sz="24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other</a:t>
            </a: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method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 defining</a:t>
            </a:r>
            <a:r>
              <a:rPr sz="2400" spc="3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languages</a:t>
            </a:r>
            <a:endParaRPr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marR="4763" indent="-171450" defTabSz="685800">
              <a:lnSpc>
                <a:spcPts val="2303"/>
              </a:lnSpc>
              <a:spcBef>
                <a:spcPts val="731"/>
              </a:spcBef>
              <a:buFont typeface="Arial MT"/>
              <a:buChar char="•"/>
              <a:tabLst>
                <a:tab pos="180975" algn="l"/>
                <a:tab pos="691991" algn="l"/>
                <a:tab pos="982028" algn="l"/>
                <a:tab pos="2252186" algn="l"/>
                <a:tab pos="3374708" algn="l"/>
                <a:tab pos="3786188" algn="l"/>
                <a:tab pos="4942999" algn="l"/>
                <a:tab pos="6919436" algn="l"/>
                <a:tab pos="7317581" algn="l"/>
              </a:tabLst>
            </a:pP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2400" spc="79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sz="2400" spc="-143" dirty="0">
                <a:solidFill>
                  <a:prstClr val="black"/>
                </a:solidFill>
                <a:latin typeface="Calibri"/>
                <a:cs typeface="Calibri"/>
              </a:rPr>
              <a:t>’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s	a	g</a:t>
            </a:r>
            <a:r>
              <a:rPr sz="2400" spc="-45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aphi</a:t>
            </a:r>
            <a:r>
              <a:rPr sz="2400" spc="-15" dirty="0">
                <a:solidFill>
                  <a:prstClr val="black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al	m</a:t>
            </a:r>
            <a:r>
              <a:rPr sz="2400" spc="-15" dirty="0">
                <a:solidFill>
                  <a:prstClr val="black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thod	or	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pic</a:t>
            </a:r>
            <a:r>
              <a:rPr sz="2400" spc="-38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o</a:t>
            </a:r>
            <a:r>
              <a:rPr sz="2400" spc="4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ial	</a:t>
            </a:r>
            <a:r>
              <a:rPr sz="2400" spc="-30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ep</a:t>
            </a:r>
            <a:r>
              <a:rPr sz="2400" spc="-38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2400" spc="-11" dirty="0">
                <a:solidFill>
                  <a:prstClr val="black"/>
                </a:solidFill>
                <a:latin typeface="Calibri"/>
                <a:cs typeface="Calibri"/>
              </a:rPr>
              <a:t>e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se</a:t>
            </a:r>
            <a:r>
              <a:rPr sz="2400" spc="-26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2400" spc="-34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sz="2400" spc="-19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n	of	</a:t>
            </a:r>
            <a:r>
              <a:rPr sz="2400" spc="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400" spc="-49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y  machine.</a:t>
            </a:r>
          </a:p>
          <a:p>
            <a:pPr marL="180975" indent="-171450" defTabSz="685800">
              <a:spcBef>
                <a:spcPts val="203"/>
              </a:spcBef>
              <a:buFont typeface="Arial MT"/>
              <a:buChar char="•"/>
              <a:tabLst>
                <a:tab pos="180975" algn="l"/>
              </a:tabLst>
            </a:pP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Also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known 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as</a:t>
            </a: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 Finite</a:t>
            </a:r>
            <a:r>
              <a:rPr sz="24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US" sz="2400" spc="-11" dirty="0">
                <a:solidFill>
                  <a:prstClr val="black"/>
                </a:solidFill>
                <a:latin typeface="Calibri"/>
                <a:cs typeface="Calibri"/>
              </a:rPr>
              <a:t>Automata</a:t>
            </a:r>
            <a:r>
              <a:rPr sz="24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Machine </a:t>
            </a:r>
            <a:r>
              <a:rPr sz="2400" spc="-30" dirty="0">
                <a:solidFill>
                  <a:prstClr val="black"/>
                </a:solidFill>
                <a:latin typeface="Calibri"/>
                <a:cs typeface="Calibri"/>
              </a:rPr>
              <a:t>(F</a:t>
            </a:r>
            <a:r>
              <a:rPr lang="en-US" sz="2400" spc="-3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prstClr val="black"/>
                </a:solidFill>
                <a:latin typeface="Calibri"/>
                <a:cs typeface="Calibri"/>
              </a:rPr>
              <a:t>M)</a:t>
            </a:r>
            <a:endParaRPr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169"/>
              </a:spcBef>
              <a:buFont typeface="Arial MT"/>
              <a:buChar char="•"/>
              <a:tabLst>
                <a:tab pos="180975" algn="l"/>
              </a:tabLst>
            </a:pPr>
            <a:r>
              <a:rPr sz="2400" spc="-68" dirty="0">
                <a:solidFill>
                  <a:prstClr val="black"/>
                </a:solidFill>
                <a:latin typeface="Calibri"/>
                <a:cs typeface="Calibri"/>
              </a:rPr>
              <a:t>FA</a:t>
            </a:r>
            <a:r>
              <a:rPr sz="240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11" dirty="0">
                <a:solidFill>
                  <a:prstClr val="black"/>
                </a:solidFill>
                <a:latin typeface="Calibri"/>
                <a:cs typeface="Calibri"/>
              </a:rPr>
              <a:t>recognizes</a:t>
            </a:r>
            <a:r>
              <a:rPr sz="2400" spc="-3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strings.</a:t>
            </a:r>
            <a:endParaRPr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marR="3810" indent="-171450" defTabSz="685800">
              <a:lnSpc>
                <a:spcPts val="2310"/>
              </a:lnSpc>
              <a:spcBef>
                <a:spcPts val="724"/>
              </a:spcBef>
              <a:buFont typeface="Arial MT"/>
              <a:buChar char="•"/>
              <a:tabLst>
                <a:tab pos="180975" algn="l"/>
                <a:tab pos="459581" algn="l"/>
                <a:tab pos="983456" algn="l"/>
                <a:tab pos="1747838" algn="l"/>
                <a:tab pos="2448878" algn="l"/>
                <a:tab pos="3026093" algn="l"/>
                <a:tab pos="3549491" algn="l"/>
                <a:tab pos="3958590" algn="l"/>
                <a:tab pos="4257199" algn="l"/>
                <a:tab pos="4599146" algn="l"/>
                <a:tab pos="5014913" algn="l"/>
                <a:tab pos="5939790" algn="l"/>
                <a:tab pos="6658928" algn="l"/>
                <a:tab pos="7343775" algn="l"/>
              </a:tabLst>
            </a:pP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f	the	i</a:t>
            </a:r>
            <a:r>
              <a:rPr sz="2400" spc="8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pu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t	ends	and	the	</a:t>
            </a:r>
            <a:r>
              <a:rPr sz="2400" spc="-135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	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s	</a:t>
            </a:r>
            <a:r>
              <a:rPr sz="2400" spc="4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n	an	acce</a:t>
            </a:r>
            <a:r>
              <a:rPr sz="2400" spc="-23" dirty="0">
                <a:solidFill>
                  <a:prstClr val="black"/>
                </a:solidFill>
                <a:latin typeface="Calibri"/>
                <a:cs typeface="Calibri"/>
              </a:rPr>
              <a:t>p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t	</a:t>
            </a:r>
            <a:r>
              <a:rPr sz="2400" spc="-23" dirty="0">
                <a:solidFill>
                  <a:prstClr val="black"/>
                </a:solidFill>
                <a:latin typeface="Calibri"/>
                <a:cs typeface="Calibri"/>
              </a:rPr>
              <a:t>s</a:t>
            </a:r>
            <a:r>
              <a:rPr sz="2400" spc="-34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sz="2400" spc="-19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400" spc="-34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e	then	the  </a:t>
            </a: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string</a:t>
            </a:r>
            <a:r>
              <a:rPr sz="24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11" dirty="0">
                <a:solidFill>
                  <a:prstClr val="black"/>
                </a:solidFill>
                <a:latin typeface="Calibri"/>
                <a:cs typeface="Calibri"/>
              </a:rPr>
              <a:t>“recognized”</a:t>
            </a:r>
            <a:endParaRPr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195"/>
              </a:spcBef>
              <a:buFont typeface="Arial MT"/>
              <a:buChar char="•"/>
              <a:tabLst>
                <a:tab pos="180975" algn="l"/>
              </a:tabLst>
            </a:pP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 “language”</a:t>
            </a:r>
            <a:r>
              <a:rPr sz="24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can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be described</a:t>
            </a:r>
            <a:r>
              <a:rPr sz="24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as</a:t>
            </a:r>
            <a:r>
              <a:rPr sz="24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4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set 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4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8" dirty="0">
                <a:solidFill>
                  <a:prstClr val="black"/>
                </a:solidFill>
                <a:latin typeface="Calibri"/>
                <a:cs typeface="Calibri"/>
              </a:rPr>
              <a:t>strings.</a:t>
            </a:r>
            <a:endParaRPr sz="24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marR="4763" indent="-171450" defTabSz="685800">
              <a:lnSpc>
                <a:spcPts val="2303"/>
              </a:lnSpc>
              <a:spcBef>
                <a:spcPts val="731"/>
              </a:spcBef>
              <a:buFont typeface="Arial MT"/>
              <a:buChar char="•"/>
              <a:tabLst>
                <a:tab pos="180975" algn="l"/>
                <a:tab pos="549116" algn="l"/>
                <a:tab pos="1864519" algn="l"/>
                <a:tab pos="2245519" algn="l"/>
                <a:tab pos="3163253" algn="l"/>
                <a:tab pos="3502819" algn="l"/>
                <a:tab pos="4574858" algn="l"/>
                <a:tab pos="5889307" algn="l"/>
                <a:tab pos="6245066" algn="l"/>
                <a:tab pos="7113746" algn="l"/>
              </a:tabLst>
            </a:pP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	lan</a:t>
            </a:r>
            <a:r>
              <a:rPr sz="2400" spc="15" dirty="0">
                <a:solidFill>
                  <a:prstClr val="black"/>
                </a:solidFill>
                <a:latin typeface="Calibri"/>
                <a:cs typeface="Calibri"/>
              </a:rPr>
              <a:t>g</a:t>
            </a:r>
            <a:r>
              <a:rPr sz="2400" spc="4" dirty="0">
                <a:solidFill>
                  <a:prstClr val="black"/>
                </a:solidFill>
                <a:latin typeface="Calibri"/>
                <a:cs typeface="Calibri"/>
              </a:rPr>
              <a:t>u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prstClr val="black"/>
                </a:solidFill>
                <a:latin typeface="Calibri"/>
                <a:cs typeface="Calibri"/>
              </a:rPr>
              <a:t>g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e	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s	</a:t>
            </a:r>
            <a:r>
              <a:rPr sz="2400" spc="-19" dirty="0">
                <a:solidFill>
                  <a:prstClr val="black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alled	a	</a:t>
            </a:r>
            <a:r>
              <a:rPr sz="2400" spc="-41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egular	lang</a:t>
            </a:r>
            <a:r>
              <a:rPr sz="2400" spc="11" dirty="0">
                <a:solidFill>
                  <a:prstClr val="black"/>
                </a:solidFill>
                <a:latin typeface="Calibri"/>
                <a:cs typeface="Calibri"/>
              </a:rPr>
              <a:t>u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prstClr val="black"/>
                </a:solidFill>
                <a:latin typeface="Calibri"/>
                <a:cs typeface="Calibri"/>
              </a:rPr>
              <a:t>g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e	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f	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som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e	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2400" spc="-11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2400" spc="4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2400" spc="-34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prstClr val="black"/>
                </a:solidFill>
                <a:latin typeface="Calibri"/>
                <a:cs typeface="Calibri"/>
              </a:rPr>
              <a:t>e  </a:t>
            </a:r>
            <a:r>
              <a:rPr sz="2400" spc="-11" dirty="0">
                <a:solidFill>
                  <a:prstClr val="black"/>
                </a:solidFill>
                <a:latin typeface="Calibri"/>
                <a:cs typeface="Calibri"/>
              </a:rPr>
              <a:t>automata</a:t>
            </a:r>
            <a:r>
              <a:rPr sz="24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400" spc="-11" dirty="0">
                <a:solidFill>
                  <a:prstClr val="black"/>
                </a:solidFill>
                <a:latin typeface="Calibri"/>
                <a:cs typeface="Calibri"/>
              </a:rPr>
              <a:t>recognizes </a:t>
            </a:r>
            <a:r>
              <a:rPr sz="2400" spc="-4" dirty="0">
                <a:solidFill>
                  <a:prstClr val="black"/>
                </a:solidFill>
                <a:latin typeface="Calibri"/>
                <a:cs typeface="Calibri"/>
              </a:rPr>
              <a:t>it.</a:t>
            </a:r>
            <a:endParaRPr sz="24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DFB76-DBF4-A9B2-9DC1-021BB5EC57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781" y="1570167"/>
            <a:ext cx="4437221" cy="272266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8100" marR="1129665" defTabSz="685800">
              <a:lnSpc>
                <a:spcPct val="120100"/>
              </a:lnSpc>
              <a:spcBef>
                <a:spcPts val="75"/>
              </a:spcBef>
              <a:buFont typeface="Arial MT"/>
              <a:buChar char="•"/>
              <a:tabLst>
                <a:tab pos="209550" algn="l"/>
              </a:tabLst>
            </a:pPr>
            <a:r>
              <a:rPr sz="2100" spc="-64" dirty="0">
                <a:solidFill>
                  <a:prstClr val="black"/>
                </a:solidFill>
                <a:latin typeface="Calibri"/>
                <a:cs typeface="Calibri"/>
              </a:rPr>
              <a:t>FA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consist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following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parts: </a:t>
            </a:r>
            <a:r>
              <a:rPr sz="2100" spc="-46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53" dirty="0">
                <a:solidFill>
                  <a:prstClr val="black"/>
                </a:solidFill>
                <a:latin typeface="Calibri"/>
                <a:cs typeface="Calibri"/>
              </a:rPr>
              <a:t>F.A=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34" dirty="0">
                <a:solidFill>
                  <a:prstClr val="black"/>
                </a:solidFill>
                <a:latin typeface="Calibri"/>
                <a:cs typeface="Calibri"/>
              </a:rPr>
              <a:t>(Q,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Σ,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δ,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2081" baseline="-2102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F)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defTabSz="685800">
              <a:spcBef>
                <a:spcPts val="495"/>
              </a:spcBef>
              <a:tabLst>
                <a:tab pos="723424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Q	A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u="heavy" spc="-8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finite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set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states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defTabSz="685800">
              <a:spcBef>
                <a:spcPts val="495"/>
              </a:spcBef>
              <a:tabLst>
                <a:tab pos="723424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Σ	A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u="heavy" spc="-8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finite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input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alphabet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marR="41910" defTabSz="685800">
              <a:lnSpc>
                <a:spcPct val="119600"/>
              </a:lnSpc>
              <a:spcBef>
                <a:spcPts val="11"/>
              </a:spcBef>
              <a:tabLst>
                <a:tab pos="723424" algn="l"/>
              </a:tabLst>
            </a:pP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2081" baseline="-21021" dirty="0">
                <a:solidFill>
                  <a:prstClr val="black"/>
                </a:solidFill>
                <a:latin typeface="Calibri"/>
                <a:cs typeface="Calibri"/>
              </a:rPr>
              <a:t>0	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The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initial/starting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2081" spc="5" baseline="-2102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2081" spc="264" baseline="-2102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Q </a:t>
            </a:r>
            <a:r>
              <a:rPr sz="2100" spc="-46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F	A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set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final/accepting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states,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defTabSz="685800">
              <a:spcBef>
                <a:spcPts val="499"/>
              </a:spcBef>
              <a:tabLst>
                <a:tab pos="723424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δ	A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transition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function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6030" y="1807189"/>
            <a:ext cx="3607219" cy="34087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A629D-424C-F01C-C160-6902BB84B1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589" y="936389"/>
            <a:ext cx="5306016" cy="56409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600" b="1" spc="-60" dirty="0"/>
              <a:t>Types</a:t>
            </a:r>
            <a:r>
              <a:rPr sz="3600" b="1" spc="-90" dirty="0"/>
              <a:t> </a:t>
            </a:r>
            <a:r>
              <a:rPr sz="3600" b="1" spc="-11" dirty="0"/>
              <a:t>of</a:t>
            </a:r>
            <a:r>
              <a:rPr sz="3600" b="1" spc="-75" dirty="0"/>
              <a:t> </a:t>
            </a:r>
            <a:r>
              <a:rPr sz="3600" b="1" spc="-41" dirty="0"/>
              <a:t>states</a:t>
            </a:r>
            <a:endParaRPr sz="36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7705" y="2165772"/>
            <a:ext cx="5488781" cy="659476"/>
          </a:xfrm>
          <a:prstGeom prst="rect">
            <a:avLst/>
          </a:prstGeom>
        </p:spPr>
        <p:txBody>
          <a:bodyPr vert="horz" wrap="square" lIns="0" tIns="33338" rIns="0" bIns="0" rtlCol="0">
            <a:spAutoFit/>
          </a:bodyPr>
          <a:lstStyle/>
          <a:p>
            <a:pPr marL="180975" indent="-171450" defTabSz="685800">
              <a:spcBef>
                <a:spcPts val="263"/>
              </a:spcBef>
              <a:buFont typeface="Arial MT"/>
              <a:buChar char="•"/>
              <a:tabLst>
                <a:tab pos="180975" algn="l"/>
                <a:tab pos="229933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Start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/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initial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	</a:t>
            </a:r>
            <a:r>
              <a:rPr sz="2100" spc="-4" dirty="0">
                <a:solidFill>
                  <a:prstClr val="black"/>
                </a:solidFill>
                <a:latin typeface="Wingdings"/>
                <a:cs typeface="Wingdings"/>
              </a:rPr>
              <a:t></a:t>
            </a:r>
            <a:r>
              <a:rPr sz="2100" spc="-60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must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contain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1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initial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lvl="1" indent="-171926" defTabSz="685800">
              <a:spcBef>
                <a:spcPts val="165"/>
              </a:spcBef>
              <a:buFont typeface="Arial MT"/>
              <a:buChar char="•"/>
              <a:tabLst>
                <a:tab pos="524351" algn="l"/>
              </a:tabLst>
            </a:pPr>
            <a:r>
              <a:rPr spc="-8" dirty="0">
                <a:solidFill>
                  <a:prstClr val="black"/>
                </a:solidFill>
                <a:latin typeface="Calibri"/>
                <a:cs typeface="Calibri"/>
              </a:rPr>
              <a:t>Represented</a:t>
            </a:r>
            <a:r>
              <a:rPr spc="-3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as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7704" y="3229237"/>
            <a:ext cx="7838123" cy="1722908"/>
          </a:xfrm>
          <a:prstGeom prst="rect">
            <a:avLst/>
          </a:prstGeom>
        </p:spPr>
        <p:txBody>
          <a:bodyPr vert="horz" wrap="square" lIns="0" tIns="32385" rIns="0" bIns="0" rtlCol="0">
            <a:spAutoFit/>
          </a:bodyPr>
          <a:lstStyle/>
          <a:p>
            <a:pPr marL="180975" indent="-171450" defTabSz="685800">
              <a:spcBef>
                <a:spcPts val="255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Intermediate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Wingdings"/>
                <a:cs typeface="Wingdings"/>
              </a:rPr>
              <a:t></a:t>
            </a:r>
            <a:r>
              <a:rPr sz="2100" spc="-4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or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many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lvl="1" indent="-171926" defTabSz="685800">
              <a:spcBef>
                <a:spcPts val="153"/>
              </a:spcBef>
              <a:buFont typeface="Arial MT"/>
              <a:buChar char="•"/>
              <a:tabLst>
                <a:tab pos="524351" algn="l"/>
              </a:tabLst>
            </a:pPr>
            <a:r>
              <a:rPr spc="-8" dirty="0">
                <a:solidFill>
                  <a:prstClr val="black"/>
                </a:solidFill>
                <a:latin typeface="Calibri"/>
                <a:cs typeface="Calibri"/>
              </a:rPr>
              <a:t>Represented</a:t>
            </a:r>
            <a:r>
              <a:rPr spc="-3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as</a:t>
            </a:r>
          </a:p>
          <a:p>
            <a:pPr marL="342900" lvl="1" defTabSz="685800">
              <a:spcBef>
                <a:spcPts val="38"/>
              </a:spcBef>
              <a:buFont typeface="Arial MT"/>
              <a:buChar char="•"/>
            </a:pPr>
            <a:endParaRPr sz="285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buFont typeface="Arial MT"/>
              <a:buChar char="•"/>
              <a:tabLst>
                <a:tab pos="18097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Final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state/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Halting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state/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prstClr val="black"/>
                </a:solidFill>
                <a:latin typeface="Calibri"/>
                <a:cs typeface="Calibri"/>
              </a:rPr>
              <a:t>Terminal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state/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accepting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Wingdings"/>
                <a:cs typeface="Wingdings"/>
              </a:rPr>
              <a:t></a:t>
            </a:r>
            <a:r>
              <a:rPr sz="2100" spc="-53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or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many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lvl="1" indent="-171926" defTabSz="685800">
              <a:spcBef>
                <a:spcPts val="165"/>
              </a:spcBef>
              <a:buFont typeface="Arial MT"/>
              <a:buChar char="•"/>
              <a:tabLst>
                <a:tab pos="524351" algn="l"/>
              </a:tabLst>
            </a:pPr>
            <a:r>
              <a:rPr spc="-8" dirty="0">
                <a:solidFill>
                  <a:prstClr val="black"/>
                </a:solidFill>
                <a:latin typeface="Calibri"/>
                <a:cs typeface="Calibri"/>
              </a:rPr>
              <a:t>Represented</a:t>
            </a:r>
            <a:r>
              <a:rPr spc="-3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prstClr val="black"/>
                </a:solidFill>
                <a:latin typeface="Calibri"/>
                <a:cs typeface="Calibri"/>
              </a:rPr>
              <a:t>as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885979" y="2760345"/>
            <a:ext cx="656273" cy="364807"/>
            <a:chOff x="3847972" y="2537460"/>
            <a:chExt cx="875030" cy="486409"/>
          </a:xfrm>
        </p:grpSpPr>
        <p:sp>
          <p:nvSpPr>
            <p:cNvPr id="6" name="object 6"/>
            <p:cNvSpPr/>
            <p:nvPr/>
          </p:nvSpPr>
          <p:spPr>
            <a:xfrm>
              <a:off x="4224527" y="2543556"/>
              <a:ext cx="492759" cy="474345"/>
            </a:xfrm>
            <a:custGeom>
              <a:avLst/>
              <a:gdLst/>
              <a:ahLst/>
              <a:cxnLst/>
              <a:rect l="l" t="t" r="r" b="b"/>
              <a:pathLst>
                <a:path w="492760" h="474344">
                  <a:moveTo>
                    <a:pt x="0" y="236982"/>
                  </a:moveTo>
                  <a:lnTo>
                    <a:pt x="5002" y="189205"/>
                  </a:lnTo>
                  <a:lnTo>
                    <a:pt x="19347" y="144714"/>
                  </a:lnTo>
                  <a:lnTo>
                    <a:pt x="42045" y="104458"/>
                  </a:lnTo>
                  <a:lnTo>
                    <a:pt x="72104" y="69389"/>
                  </a:lnTo>
                  <a:lnTo>
                    <a:pt x="108532" y="40458"/>
                  </a:lnTo>
                  <a:lnTo>
                    <a:pt x="150340" y="18615"/>
                  </a:lnTo>
                  <a:lnTo>
                    <a:pt x="196534" y="4812"/>
                  </a:lnTo>
                  <a:lnTo>
                    <a:pt x="246125" y="0"/>
                  </a:lnTo>
                  <a:lnTo>
                    <a:pt x="295717" y="4812"/>
                  </a:lnTo>
                  <a:lnTo>
                    <a:pt x="341911" y="18615"/>
                  </a:lnTo>
                  <a:lnTo>
                    <a:pt x="383719" y="40458"/>
                  </a:lnTo>
                  <a:lnTo>
                    <a:pt x="420147" y="69389"/>
                  </a:lnTo>
                  <a:lnTo>
                    <a:pt x="450206" y="104458"/>
                  </a:lnTo>
                  <a:lnTo>
                    <a:pt x="472904" y="144714"/>
                  </a:lnTo>
                  <a:lnTo>
                    <a:pt x="487249" y="189205"/>
                  </a:lnTo>
                  <a:lnTo>
                    <a:pt x="492251" y="236982"/>
                  </a:lnTo>
                  <a:lnTo>
                    <a:pt x="487249" y="284758"/>
                  </a:lnTo>
                  <a:lnTo>
                    <a:pt x="472904" y="329249"/>
                  </a:lnTo>
                  <a:lnTo>
                    <a:pt x="450206" y="369505"/>
                  </a:lnTo>
                  <a:lnTo>
                    <a:pt x="420147" y="404574"/>
                  </a:lnTo>
                  <a:lnTo>
                    <a:pt x="383719" y="433505"/>
                  </a:lnTo>
                  <a:lnTo>
                    <a:pt x="341911" y="455348"/>
                  </a:lnTo>
                  <a:lnTo>
                    <a:pt x="295717" y="469151"/>
                  </a:lnTo>
                  <a:lnTo>
                    <a:pt x="246125" y="473964"/>
                  </a:lnTo>
                  <a:lnTo>
                    <a:pt x="196534" y="469151"/>
                  </a:lnTo>
                  <a:lnTo>
                    <a:pt x="150340" y="455348"/>
                  </a:lnTo>
                  <a:lnTo>
                    <a:pt x="108532" y="433505"/>
                  </a:lnTo>
                  <a:lnTo>
                    <a:pt x="72104" y="404574"/>
                  </a:lnTo>
                  <a:lnTo>
                    <a:pt x="42045" y="369505"/>
                  </a:lnTo>
                  <a:lnTo>
                    <a:pt x="19347" y="329249"/>
                  </a:lnTo>
                  <a:lnTo>
                    <a:pt x="5002" y="284758"/>
                  </a:lnTo>
                  <a:lnTo>
                    <a:pt x="0" y="23698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847972" y="2743073"/>
              <a:ext cx="377190" cy="76200"/>
            </a:xfrm>
            <a:custGeom>
              <a:avLst/>
              <a:gdLst/>
              <a:ahLst/>
              <a:cxnLst/>
              <a:rect l="l" t="t" r="r" b="b"/>
              <a:pathLst>
                <a:path w="377189" h="76200">
                  <a:moveTo>
                    <a:pt x="365908" y="31496"/>
                  </a:moveTo>
                  <a:lnTo>
                    <a:pt x="313181" y="31496"/>
                  </a:lnTo>
                  <a:lnTo>
                    <a:pt x="313436" y="44196"/>
                  </a:lnTo>
                  <a:lnTo>
                    <a:pt x="300714" y="44422"/>
                  </a:lnTo>
                  <a:lnTo>
                    <a:pt x="301243" y="76200"/>
                  </a:lnTo>
                  <a:lnTo>
                    <a:pt x="376809" y="36702"/>
                  </a:lnTo>
                  <a:lnTo>
                    <a:pt x="365908" y="31496"/>
                  </a:lnTo>
                  <a:close/>
                </a:path>
                <a:path w="377189" h="76200">
                  <a:moveTo>
                    <a:pt x="300502" y="31722"/>
                  </a:moveTo>
                  <a:lnTo>
                    <a:pt x="0" y="37084"/>
                  </a:lnTo>
                  <a:lnTo>
                    <a:pt x="253" y="49784"/>
                  </a:lnTo>
                  <a:lnTo>
                    <a:pt x="300714" y="44422"/>
                  </a:lnTo>
                  <a:lnTo>
                    <a:pt x="300502" y="31722"/>
                  </a:lnTo>
                  <a:close/>
                </a:path>
                <a:path w="377189" h="76200">
                  <a:moveTo>
                    <a:pt x="313181" y="31496"/>
                  </a:moveTo>
                  <a:lnTo>
                    <a:pt x="300502" y="31722"/>
                  </a:lnTo>
                  <a:lnTo>
                    <a:pt x="300714" y="44422"/>
                  </a:lnTo>
                  <a:lnTo>
                    <a:pt x="313436" y="44196"/>
                  </a:lnTo>
                  <a:lnTo>
                    <a:pt x="313181" y="31496"/>
                  </a:lnTo>
                  <a:close/>
                </a:path>
                <a:path w="377189" h="76200">
                  <a:moveTo>
                    <a:pt x="299974" y="0"/>
                  </a:moveTo>
                  <a:lnTo>
                    <a:pt x="300502" y="31722"/>
                  </a:lnTo>
                  <a:lnTo>
                    <a:pt x="313181" y="31496"/>
                  </a:lnTo>
                  <a:lnTo>
                    <a:pt x="365908" y="31496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8" name="object 8"/>
          <p:cNvSpPr/>
          <p:nvPr/>
        </p:nvSpPr>
        <p:spPr>
          <a:xfrm>
            <a:off x="4559427" y="2759202"/>
            <a:ext cx="390049" cy="355759"/>
          </a:xfrm>
          <a:custGeom>
            <a:avLst/>
            <a:gdLst/>
            <a:ahLst/>
            <a:cxnLst/>
            <a:rect l="l" t="t" r="r" b="b"/>
            <a:pathLst>
              <a:path w="520065" h="474344">
                <a:moveTo>
                  <a:pt x="0" y="236981"/>
                </a:moveTo>
                <a:lnTo>
                  <a:pt x="4186" y="194369"/>
                </a:lnTo>
                <a:lnTo>
                  <a:pt x="16255" y="154268"/>
                </a:lnTo>
                <a:lnTo>
                  <a:pt x="35475" y="117347"/>
                </a:lnTo>
                <a:lnTo>
                  <a:pt x="61110" y="84274"/>
                </a:lnTo>
                <a:lnTo>
                  <a:pt x="92427" y="55716"/>
                </a:lnTo>
                <a:lnTo>
                  <a:pt x="128693" y="32342"/>
                </a:lnTo>
                <a:lnTo>
                  <a:pt x="169173" y="14819"/>
                </a:lnTo>
                <a:lnTo>
                  <a:pt x="213134" y="3816"/>
                </a:lnTo>
                <a:lnTo>
                  <a:pt x="259841" y="0"/>
                </a:lnTo>
                <a:lnTo>
                  <a:pt x="306549" y="3816"/>
                </a:lnTo>
                <a:lnTo>
                  <a:pt x="350510" y="14819"/>
                </a:lnTo>
                <a:lnTo>
                  <a:pt x="390990" y="32342"/>
                </a:lnTo>
                <a:lnTo>
                  <a:pt x="427256" y="55716"/>
                </a:lnTo>
                <a:lnTo>
                  <a:pt x="458573" y="84274"/>
                </a:lnTo>
                <a:lnTo>
                  <a:pt x="484208" y="117348"/>
                </a:lnTo>
                <a:lnTo>
                  <a:pt x="503428" y="154268"/>
                </a:lnTo>
                <a:lnTo>
                  <a:pt x="515497" y="194369"/>
                </a:lnTo>
                <a:lnTo>
                  <a:pt x="519684" y="236981"/>
                </a:lnTo>
                <a:lnTo>
                  <a:pt x="515497" y="279594"/>
                </a:lnTo>
                <a:lnTo>
                  <a:pt x="503428" y="319695"/>
                </a:lnTo>
                <a:lnTo>
                  <a:pt x="484208" y="356615"/>
                </a:lnTo>
                <a:lnTo>
                  <a:pt x="458573" y="389689"/>
                </a:lnTo>
                <a:lnTo>
                  <a:pt x="427256" y="418247"/>
                </a:lnTo>
                <a:lnTo>
                  <a:pt x="390990" y="441621"/>
                </a:lnTo>
                <a:lnTo>
                  <a:pt x="350510" y="459144"/>
                </a:lnTo>
                <a:lnTo>
                  <a:pt x="306549" y="470147"/>
                </a:lnTo>
                <a:lnTo>
                  <a:pt x="259841" y="473963"/>
                </a:lnTo>
                <a:lnTo>
                  <a:pt x="213134" y="470147"/>
                </a:lnTo>
                <a:lnTo>
                  <a:pt x="169173" y="459144"/>
                </a:lnTo>
                <a:lnTo>
                  <a:pt x="128693" y="441621"/>
                </a:lnTo>
                <a:lnTo>
                  <a:pt x="92427" y="418247"/>
                </a:lnTo>
                <a:lnTo>
                  <a:pt x="61110" y="389689"/>
                </a:lnTo>
                <a:lnTo>
                  <a:pt x="35475" y="356615"/>
                </a:lnTo>
                <a:lnTo>
                  <a:pt x="16255" y="319695"/>
                </a:lnTo>
                <a:lnTo>
                  <a:pt x="4186" y="279594"/>
                </a:lnTo>
                <a:lnTo>
                  <a:pt x="0" y="23698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0013" y="2813495"/>
            <a:ext cx="15049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350" b="1" dirty="0">
                <a:solidFill>
                  <a:prstClr val="black"/>
                </a:solidFill>
                <a:latin typeface="Calibri"/>
                <a:cs typeface="Calibri"/>
              </a:rPr>
              <a:t>-x</a:t>
            </a:r>
            <a:endParaRPr sz="135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43016" y="2764917"/>
            <a:ext cx="390049" cy="355759"/>
          </a:xfrm>
          <a:custGeom>
            <a:avLst/>
            <a:gdLst/>
            <a:ahLst/>
            <a:cxnLst/>
            <a:rect l="l" t="t" r="r" b="b"/>
            <a:pathLst>
              <a:path w="520065" h="474344">
                <a:moveTo>
                  <a:pt x="0" y="236982"/>
                </a:moveTo>
                <a:lnTo>
                  <a:pt x="4186" y="194369"/>
                </a:lnTo>
                <a:lnTo>
                  <a:pt x="16255" y="154268"/>
                </a:lnTo>
                <a:lnTo>
                  <a:pt x="35475" y="117348"/>
                </a:lnTo>
                <a:lnTo>
                  <a:pt x="61110" y="84274"/>
                </a:lnTo>
                <a:lnTo>
                  <a:pt x="92427" y="55716"/>
                </a:lnTo>
                <a:lnTo>
                  <a:pt x="128693" y="32342"/>
                </a:lnTo>
                <a:lnTo>
                  <a:pt x="169173" y="14819"/>
                </a:lnTo>
                <a:lnTo>
                  <a:pt x="213134" y="3816"/>
                </a:lnTo>
                <a:lnTo>
                  <a:pt x="259841" y="0"/>
                </a:lnTo>
                <a:lnTo>
                  <a:pt x="306549" y="3816"/>
                </a:lnTo>
                <a:lnTo>
                  <a:pt x="350510" y="14819"/>
                </a:lnTo>
                <a:lnTo>
                  <a:pt x="390990" y="32342"/>
                </a:lnTo>
                <a:lnTo>
                  <a:pt x="427256" y="55716"/>
                </a:lnTo>
                <a:lnTo>
                  <a:pt x="458573" y="84274"/>
                </a:lnTo>
                <a:lnTo>
                  <a:pt x="484208" y="117348"/>
                </a:lnTo>
                <a:lnTo>
                  <a:pt x="503427" y="154268"/>
                </a:lnTo>
                <a:lnTo>
                  <a:pt x="515497" y="194369"/>
                </a:lnTo>
                <a:lnTo>
                  <a:pt x="519683" y="236982"/>
                </a:lnTo>
                <a:lnTo>
                  <a:pt x="515497" y="279594"/>
                </a:lnTo>
                <a:lnTo>
                  <a:pt x="503427" y="319695"/>
                </a:lnTo>
                <a:lnTo>
                  <a:pt x="484208" y="356616"/>
                </a:lnTo>
                <a:lnTo>
                  <a:pt x="458573" y="389689"/>
                </a:lnTo>
                <a:lnTo>
                  <a:pt x="427256" y="418247"/>
                </a:lnTo>
                <a:lnTo>
                  <a:pt x="390990" y="441621"/>
                </a:lnTo>
                <a:lnTo>
                  <a:pt x="350510" y="459144"/>
                </a:lnTo>
                <a:lnTo>
                  <a:pt x="306549" y="470147"/>
                </a:lnTo>
                <a:lnTo>
                  <a:pt x="259841" y="473964"/>
                </a:lnTo>
                <a:lnTo>
                  <a:pt x="213134" y="470147"/>
                </a:lnTo>
                <a:lnTo>
                  <a:pt x="169173" y="459144"/>
                </a:lnTo>
                <a:lnTo>
                  <a:pt x="128693" y="441621"/>
                </a:lnTo>
                <a:lnTo>
                  <a:pt x="92427" y="418247"/>
                </a:lnTo>
                <a:lnTo>
                  <a:pt x="61110" y="389689"/>
                </a:lnTo>
                <a:lnTo>
                  <a:pt x="35475" y="356615"/>
                </a:lnTo>
                <a:lnTo>
                  <a:pt x="16256" y="319695"/>
                </a:lnTo>
                <a:lnTo>
                  <a:pt x="4186" y="279594"/>
                </a:lnTo>
                <a:lnTo>
                  <a:pt x="0" y="23698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81605" y="2731389"/>
            <a:ext cx="112871" cy="3794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24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4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15308" y="5148073"/>
            <a:ext cx="440055" cy="369569"/>
          </a:xfrm>
          <a:custGeom>
            <a:avLst/>
            <a:gdLst/>
            <a:ahLst/>
            <a:cxnLst/>
            <a:rect l="l" t="t" r="r" b="b"/>
            <a:pathLst>
              <a:path w="586739" h="492760">
                <a:moveTo>
                  <a:pt x="0" y="246125"/>
                </a:moveTo>
                <a:lnTo>
                  <a:pt x="4725" y="201885"/>
                </a:lnTo>
                <a:lnTo>
                  <a:pt x="18350" y="160246"/>
                </a:lnTo>
                <a:lnTo>
                  <a:pt x="40047" y="121903"/>
                </a:lnTo>
                <a:lnTo>
                  <a:pt x="68987" y="87551"/>
                </a:lnTo>
                <a:lnTo>
                  <a:pt x="104343" y="57886"/>
                </a:lnTo>
                <a:lnTo>
                  <a:pt x="145287" y="33604"/>
                </a:lnTo>
                <a:lnTo>
                  <a:pt x="190992" y="15398"/>
                </a:lnTo>
                <a:lnTo>
                  <a:pt x="240628" y="3965"/>
                </a:lnTo>
                <a:lnTo>
                  <a:pt x="293370" y="0"/>
                </a:lnTo>
                <a:lnTo>
                  <a:pt x="346111" y="3965"/>
                </a:lnTo>
                <a:lnTo>
                  <a:pt x="395747" y="15398"/>
                </a:lnTo>
                <a:lnTo>
                  <a:pt x="441452" y="33604"/>
                </a:lnTo>
                <a:lnTo>
                  <a:pt x="482396" y="57886"/>
                </a:lnTo>
                <a:lnTo>
                  <a:pt x="517752" y="87551"/>
                </a:lnTo>
                <a:lnTo>
                  <a:pt x="546692" y="121903"/>
                </a:lnTo>
                <a:lnTo>
                  <a:pt x="568389" y="160246"/>
                </a:lnTo>
                <a:lnTo>
                  <a:pt x="582014" y="201885"/>
                </a:lnTo>
                <a:lnTo>
                  <a:pt x="586739" y="246125"/>
                </a:lnTo>
                <a:lnTo>
                  <a:pt x="582014" y="290366"/>
                </a:lnTo>
                <a:lnTo>
                  <a:pt x="568389" y="332005"/>
                </a:lnTo>
                <a:lnTo>
                  <a:pt x="546692" y="370348"/>
                </a:lnTo>
                <a:lnTo>
                  <a:pt x="517752" y="404700"/>
                </a:lnTo>
                <a:lnTo>
                  <a:pt x="482396" y="434365"/>
                </a:lnTo>
                <a:lnTo>
                  <a:pt x="441452" y="458647"/>
                </a:lnTo>
                <a:lnTo>
                  <a:pt x="395747" y="476853"/>
                </a:lnTo>
                <a:lnTo>
                  <a:pt x="346111" y="488286"/>
                </a:lnTo>
                <a:lnTo>
                  <a:pt x="293370" y="492251"/>
                </a:lnTo>
                <a:lnTo>
                  <a:pt x="240628" y="488286"/>
                </a:lnTo>
                <a:lnTo>
                  <a:pt x="190992" y="476853"/>
                </a:lnTo>
                <a:lnTo>
                  <a:pt x="145287" y="458647"/>
                </a:lnTo>
                <a:lnTo>
                  <a:pt x="104343" y="434365"/>
                </a:lnTo>
                <a:lnTo>
                  <a:pt x="68987" y="404700"/>
                </a:lnTo>
                <a:lnTo>
                  <a:pt x="40047" y="370348"/>
                </a:lnTo>
                <a:lnTo>
                  <a:pt x="18350" y="332005"/>
                </a:lnTo>
                <a:lnTo>
                  <a:pt x="4725" y="290366"/>
                </a:lnTo>
                <a:lnTo>
                  <a:pt x="0" y="246125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4086" y="5209641"/>
            <a:ext cx="18383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350" b="1" dirty="0">
                <a:solidFill>
                  <a:prstClr val="black"/>
                </a:solidFill>
                <a:latin typeface="Calibri"/>
                <a:cs typeface="Calibri"/>
              </a:rPr>
              <a:t>+x</a:t>
            </a:r>
            <a:endParaRPr sz="135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94935" y="5161789"/>
            <a:ext cx="435769" cy="369569"/>
          </a:xfrm>
          <a:custGeom>
            <a:avLst/>
            <a:gdLst/>
            <a:ahLst/>
            <a:cxnLst/>
            <a:rect l="l" t="t" r="r" b="b"/>
            <a:pathLst>
              <a:path w="581025" h="492760">
                <a:moveTo>
                  <a:pt x="0" y="246125"/>
                </a:moveTo>
                <a:lnTo>
                  <a:pt x="4675" y="201885"/>
                </a:lnTo>
                <a:lnTo>
                  <a:pt x="18156" y="160246"/>
                </a:lnTo>
                <a:lnTo>
                  <a:pt x="39624" y="121903"/>
                </a:lnTo>
                <a:lnTo>
                  <a:pt x="68260" y="87551"/>
                </a:lnTo>
                <a:lnTo>
                  <a:pt x="103246" y="57886"/>
                </a:lnTo>
                <a:lnTo>
                  <a:pt x="143764" y="33604"/>
                </a:lnTo>
                <a:lnTo>
                  <a:pt x="188994" y="15398"/>
                </a:lnTo>
                <a:lnTo>
                  <a:pt x="238120" y="3965"/>
                </a:lnTo>
                <a:lnTo>
                  <a:pt x="290322" y="0"/>
                </a:lnTo>
                <a:lnTo>
                  <a:pt x="342523" y="3965"/>
                </a:lnTo>
                <a:lnTo>
                  <a:pt x="391649" y="15398"/>
                </a:lnTo>
                <a:lnTo>
                  <a:pt x="436879" y="33604"/>
                </a:lnTo>
                <a:lnTo>
                  <a:pt x="477397" y="57886"/>
                </a:lnTo>
                <a:lnTo>
                  <a:pt x="512383" y="87551"/>
                </a:lnTo>
                <a:lnTo>
                  <a:pt x="541020" y="121903"/>
                </a:lnTo>
                <a:lnTo>
                  <a:pt x="562487" y="160246"/>
                </a:lnTo>
                <a:lnTo>
                  <a:pt x="575968" y="201885"/>
                </a:lnTo>
                <a:lnTo>
                  <a:pt x="580644" y="246125"/>
                </a:lnTo>
                <a:lnTo>
                  <a:pt x="575968" y="290366"/>
                </a:lnTo>
                <a:lnTo>
                  <a:pt x="562487" y="332005"/>
                </a:lnTo>
                <a:lnTo>
                  <a:pt x="541020" y="370348"/>
                </a:lnTo>
                <a:lnTo>
                  <a:pt x="512383" y="404700"/>
                </a:lnTo>
                <a:lnTo>
                  <a:pt x="477397" y="434365"/>
                </a:lnTo>
                <a:lnTo>
                  <a:pt x="436879" y="458647"/>
                </a:lnTo>
                <a:lnTo>
                  <a:pt x="391649" y="476853"/>
                </a:lnTo>
                <a:lnTo>
                  <a:pt x="342523" y="488286"/>
                </a:lnTo>
                <a:lnTo>
                  <a:pt x="290322" y="492251"/>
                </a:lnTo>
                <a:lnTo>
                  <a:pt x="238120" y="488286"/>
                </a:lnTo>
                <a:lnTo>
                  <a:pt x="188994" y="476853"/>
                </a:lnTo>
                <a:lnTo>
                  <a:pt x="143764" y="458647"/>
                </a:lnTo>
                <a:lnTo>
                  <a:pt x="103246" y="434365"/>
                </a:lnTo>
                <a:lnTo>
                  <a:pt x="68260" y="404700"/>
                </a:lnTo>
                <a:lnTo>
                  <a:pt x="39624" y="370348"/>
                </a:lnTo>
                <a:lnTo>
                  <a:pt x="18156" y="332005"/>
                </a:lnTo>
                <a:lnTo>
                  <a:pt x="4675" y="290366"/>
                </a:lnTo>
                <a:lnTo>
                  <a:pt x="0" y="246125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7239" y="5160492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63800" y="3891915"/>
            <a:ext cx="388619" cy="355759"/>
          </a:xfrm>
          <a:custGeom>
            <a:avLst/>
            <a:gdLst/>
            <a:ahLst/>
            <a:cxnLst/>
            <a:rect l="l" t="t" r="r" b="b"/>
            <a:pathLst>
              <a:path w="518160" h="474345">
                <a:moveTo>
                  <a:pt x="0" y="236981"/>
                </a:moveTo>
                <a:lnTo>
                  <a:pt x="5261" y="189205"/>
                </a:lnTo>
                <a:lnTo>
                  <a:pt x="20353" y="144714"/>
                </a:lnTo>
                <a:lnTo>
                  <a:pt x="44235" y="104458"/>
                </a:lnTo>
                <a:lnTo>
                  <a:pt x="75866" y="69389"/>
                </a:lnTo>
                <a:lnTo>
                  <a:pt x="114206" y="40458"/>
                </a:lnTo>
                <a:lnTo>
                  <a:pt x="158216" y="18615"/>
                </a:lnTo>
                <a:lnTo>
                  <a:pt x="206853" y="4812"/>
                </a:lnTo>
                <a:lnTo>
                  <a:pt x="259079" y="0"/>
                </a:lnTo>
                <a:lnTo>
                  <a:pt x="311306" y="4812"/>
                </a:lnTo>
                <a:lnTo>
                  <a:pt x="359943" y="18615"/>
                </a:lnTo>
                <a:lnTo>
                  <a:pt x="403953" y="40458"/>
                </a:lnTo>
                <a:lnTo>
                  <a:pt x="442293" y="69389"/>
                </a:lnTo>
                <a:lnTo>
                  <a:pt x="473924" y="104458"/>
                </a:lnTo>
                <a:lnTo>
                  <a:pt x="497806" y="144714"/>
                </a:lnTo>
                <a:lnTo>
                  <a:pt x="512898" y="189205"/>
                </a:lnTo>
                <a:lnTo>
                  <a:pt x="518159" y="236981"/>
                </a:lnTo>
                <a:lnTo>
                  <a:pt x="512898" y="284758"/>
                </a:lnTo>
                <a:lnTo>
                  <a:pt x="497806" y="329249"/>
                </a:lnTo>
                <a:lnTo>
                  <a:pt x="473924" y="369505"/>
                </a:lnTo>
                <a:lnTo>
                  <a:pt x="442293" y="404574"/>
                </a:lnTo>
                <a:lnTo>
                  <a:pt x="403953" y="433505"/>
                </a:lnTo>
                <a:lnTo>
                  <a:pt x="359943" y="455348"/>
                </a:lnTo>
                <a:lnTo>
                  <a:pt x="311306" y="469151"/>
                </a:lnTo>
                <a:lnTo>
                  <a:pt x="259079" y="473963"/>
                </a:lnTo>
                <a:lnTo>
                  <a:pt x="206853" y="469151"/>
                </a:lnTo>
                <a:lnTo>
                  <a:pt x="158216" y="455348"/>
                </a:lnTo>
                <a:lnTo>
                  <a:pt x="114206" y="433505"/>
                </a:lnTo>
                <a:lnTo>
                  <a:pt x="75866" y="404574"/>
                </a:lnTo>
                <a:lnTo>
                  <a:pt x="44235" y="369505"/>
                </a:lnTo>
                <a:lnTo>
                  <a:pt x="20353" y="329249"/>
                </a:lnTo>
                <a:lnTo>
                  <a:pt x="5261" y="284758"/>
                </a:lnTo>
                <a:lnTo>
                  <a:pt x="0" y="23698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84248" y="5111496"/>
            <a:ext cx="491490" cy="455295"/>
          </a:xfrm>
          <a:custGeom>
            <a:avLst/>
            <a:gdLst/>
            <a:ahLst/>
            <a:cxnLst/>
            <a:rect l="l" t="t" r="r" b="b"/>
            <a:pathLst>
              <a:path w="655320" h="607060">
                <a:moveTo>
                  <a:pt x="68580" y="304038"/>
                </a:moveTo>
                <a:lnTo>
                  <a:pt x="73841" y="256276"/>
                </a:lnTo>
                <a:lnTo>
                  <a:pt x="88933" y="211791"/>
                </a:lnTo>
                <a:lnTo>
                  <a:pt x="112815" y="171537"/>
                </a:lnTo>
                <a:lnTo>
                  <a:pt x="144446" y="136464"/>
                </a:lnTo>
                <a:lnTo>
                  <a:pt x="182786" y="107527"/>
                </a:lnTo>
                <a:lnTo>
                  <a:pt x="226796" y="85678"/>
                </a:lnTo>
                <a:lnTo>
                  <a:pt x="275433" y="71870"/>
                </a:lnTo>
                <a:lnTo>
                  <a:pt x="327660" y="67056"/>
                </a:lnTo>
                <a:lnTo>
                  <a:pt x="379886" y="71870"/>
                </a:lnTo>
                <a:lnTo>
                  <a:pt x="428523" y="85678"/>
                </a:lnTo>
                <a:lnTo>
                  <a:pt x="472533" y="107527"/>
                </a:lnTo>
                <a:lnTo>
                  <a:pt x="510873" y="136464"/>
                </a:lnTo>
                <a:lnTo>
                  <a:pt x="542504" y="171537"/>
                </a:lnTo>
                <a:lnTo>
                  <a:pt x="566386" y="211791"/>
                </a:lnTo>
                <a:lnTo>
                  <a:pt x="581478" y="256276"/>
                </a:lnTo>
                <a:lnTo>
                  <a:pt x="586740" y="304038"/>
                </a:lnTo>
                <a:lnTo>
                  <a:pt x="581478" y="351799"/>
                </a:lnTo>
                <a:lnTo>
                  <a:pt x="566386" y="396284"/>
                </a:lnTo>
                <a:lnTo>
                  <a:pt x="542504" y="436538"/>
                </a:lnTo>
                <a:lnTo>
                  <a:pt x="510873" y="471611"/>
                </a:lnTo>
                <a:lnTo>
                  <a:pt x="472533" y="500548"/>
                </a:lnTo>
                <a:lnTo>
                  <a:pt x="428523" y="522397"/>
                </a:lnTo>
                <a:lnTo>
                  <a:pt x="379886" y="536205"/>
                </a:lnTo>
                <a:lnTo>
                  <a:pt x="327660" y="541020"/>
                </a:lnTo>
                <a:lnTo>
                  <a:pt x="275433" y="536205"/>
                </a:lnTo>
                <a:lnTo>
                  <a:pt x="226796" y="522397"/>
                </a:lnTo>
                <a:lnTo>
                  <a:pt x="182786" y="500548"/>
                </a:lnTo>
                <a:lnTo>
                  <a:pt x="144446" y="471611"/>
                </a:lnTo>
                <a:lnTo>
                  <a:pt x="112815" y="436538"/>
                </a:lnTo>
                <a:lnTo>
                  <a:pt x="88933" y="396284"/>
                </a:lnTo>
                <a:lnTo>
                  <a:pt x="73841" y="351799"/>
                </a:lnTo>
                <a:lnTo>
                  <a:pt x="68580" y="304038"/>
                </a:lnTo>
                <a:close/>
              </a:path>
              <a:path w="655320" h="607060">
                <a:moveTo>
                  <a:pt x="0" y="303276"/>
                </a:moveTo>
                <a:lnTo>
                  <a:pt x="3552" y="258458"/>
                </a:lnTo>
                <a:lnTo>
                  <a:pt x="13871" y="215683"/>
                </a:lnTo>
                <a:lnTo>
                  <a:pt x="30451" y="175420"/>
                </a:lnTo>
                <a:lnTo>
                  <a:pt x="52784" y="138136"/>
                </a:lnTo>
                <a:lnTo>
                  <a:pt x="80364" y="104302"/>
                </a:lnTo>
                <a:lnTo>
                  <a:pt x="112685" y="74386"/>
                </a:lnTo>
                <a:lnTo>
                  <a:pt x="149239" y="48858"/>
                </a:lnTo>
                <a:lnTo>
                  <a:pt x="189521" y="28186"/>
                </a:lnTo>
                <a:lnTo>
                  <a:pt x="233022" y="12839"/>
                </a:lnTo>
                <a:lnTo>
                  <a:pt x="279237" y="3288"/>
                </a:lnTo>
                <a:lnTo>
                  <a:pt x="327660" y="0"/>
                </a:lnTo>
                <a:lnTo>
                  <a:pt x="376082" y="3288"/>
                </a:lnTo>
                <a:lnTo>
                  <a:pt x="422297" y="12839"/>
                </a:lnTo>
                <a:lnTo>
                  <a:pt x="465798" y="28186"/>
                </a:lnTo>
                <a:lnTo>
                  <a:pt x="506080" y="48858"/>
                </a:lnTo>
                <a:lnTo>
                  <a:pt x="542634" y="74386"/>
                </a:lnTo>
                <a:lnTo>
                  <a:pt x="574955" y="104302"/>
                </a:lnTo>
                <a:lnTo>
                  <a:pt x="602535" y="138136"/>
                </a:lnTo>
                <a:lnTo>
                  <a:pt x="624868" y="175420"/>
                </a:lnTo>
                <a:lnTo>
                  <a:pt x="641448" y="215683"/>
                </a:lnTo>
                <a:lnTo>
                  <a:pt x="651767" y="258458"/>
                </a:lnTo>
                <a:lnTo>
                  <a:pt x="655320" y="303276"/>
                </a:lnTo>
                <a:lnTo>
                  <a:pt x="651767" y="348093"/>
                </a:lnTo>
                <a:lnTo>
                  <a:pt x="641448" y="390868"/>
                </a:lnTo>
                <a:lnTo>
                  <a:pt x="624868" y="431131"/>
                </a:lnTo>
                <a:lnTo>
                  <a:pt x="602535" y="468415"/>
                </a:lnTo>
                <a:lnTo>
                  <a:pt x="574955" y="502249"/>
                </a:lnTo>
                <a:lnTo>
                  <a:pt x="542634" y="532165"/>
                </a:lnTo>
                <a:lnTo>
                  <a:pt x="506080" y="557693"/>
                </a:lnTo>
                <a:lnTo>
                  <a:pt x="465798" y="578365"/>
                </a:lnTo>
                <a:lnTo>
                  <a:pt x="422297" y="593712"/>
                </a:lnTo>
                <a:lnTo>
                  <a:pt x="376082" y="603263"/>
                </a:lnTo>
                <a:lnTo>
                  <a:pt x="327660" y="606552"/>
                </a:lnTo>
                <a:lnTo>
                  <a:pt x="279237" y="603263"/>
                </a:lnTo>
                <a:lnTo>
                  <a:pt x="233022" y="593712"/>
                </a:lnTo>
                <a:lnTo>
                  <a:pt x="189521" y="578365"/>
                </a:lnTo>
                <a:lnTo>
                  <a:pt x="149239" y="557693"/>
                </a:lnTo>
                <a:lnTo>
                  <a:pt x="112685" y="532165"/>
                </a:lnTo>
                <a:lnTo>
                  <a:pt x="80364" y="502249"/>
                </a:lnTo>
                <a:lnTo>
                  <a:pt x="52784" y="468415"/>
                </a:lnTo>
                <a:lnTo>
                  <a:pt x="30451" y="431131"/>
                </a:lnTo>
                <a:lnTo>
                  <a:pt x="13871" y="390868"/>
                </a:lnTo>
                <a:lnTo>
                  <a:pt x="3552" y="348093"/>
                </a:lnTo>
                <a:lnTo>
                  <a:pt x="0" y="30327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ACFB4D9-DB7F-489E-77F7-6941AB11E6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141922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b="1" spc="-34" dirty="0"/>
              <a:t>Example</a:t>
            </a:r>
            <a:endParaRPr sz="33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7705" y="2202142"/>
            <a:ext cx="920591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L=</a:t>
            </a: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{aa}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7705" y="4119429"/>
            <a:ext cx="99774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L={aba}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52393" y="2714625"/>
            <a:ext cx="370523" cy="355759"/>
          </a:xfrm>
          <a:custGeom>
            <a:avLst/>
            <a:gdLst/>
            <a:ahLst/>
            <a:cxnLst/>
            <a:rect l="l" t="t" r="r" b="b"/>
            <a:pathLst>
              <a:path w="494029" h="474344">
                <a:moveTo>
                  <a:pt x="0" y="236982"/>
                </a:moveTo>
                <a:lnTo>
                  <a:pt x="5014" y="189205"/>
                </a:lnTo>
                <a:lnTo>
                  <a:pt x="19395" y="144714"/>
                </a:lnTo>
                <a:lnTo>
                  <a:pt x="42152" y="104458"/>
                </a:lnTo>
                <a:lnTo>
                  <a:pt x="72294" y="69389"/>
                </a:lnTo>
                <a:lnTo>
                  <a:pt x="108830" y="40458"/>
                </a:lnTo>
                <a:lnTo>
                  <a:pt x="150768" y="18615"/>
                </a:lnTo>
                <a:lnTo>
                  <a:pt x="197118" y="4812"/>
                </a:lnTo>
                <a:lnTo>
                  <a:pt x="246887" y="0"/>
                </a:lnTo>
                <a:lnTo>
                  <a:pt x="296657" y="4812"/>
                </a:lnTo>
                <a:lnTo>
                  <a:pt x="343007" y="18615"/>
                </a:lnTo>
                <a:lnTo>
                  <a:pt x="384945" y="40458"/>
                </a:lnTo>
                <a:lnTo>
                  <a:pt x="421481" y="69389"/>
                </a:lnTo>
                <a:lnTo>
                  <a:pt x="451623" y="104458"/>
                </a:lnTo>
                <a:lnTo>
                  <a:pt x="474380" y="144714"/>
                </a:lnTo>
                <a:lnTo>
                  <a:pt x="488761" y="189205"/>
                </a:lnTo>
                <a:lnTo>
                  <a:pt x="493775" y="236982"/>
                </a:lnTo>
                <a:lnTo>
                  <a:pt x="488761" y="284758"/>
                </a:lnTo>
                <a:lnTo>
                  <a:pt x="474380" y="329249"/>
                </a:lnTo>
                <a:lnTo>
                  <a:pt x="451623" y="369505"/>
                </a:lnTo>
                <a:lnTo>
                  <a:pt x="421481" y="404574"/>
                </a:lnTo>
                <a:lnTo>
                  <a:pt x="384945" y="433505"/>
                </a:lnTo>
                <a:lnTo>
                  <a:pt x="343007" y="455348"/>
                </a:lnTo>
                <a:lnTo>
                  <a:pt x="296657" y="469151"/>
                </a:lnTo>
                <a:lnTo>
                  <a:pt x="246887" y="473963"/>
                </a:lnTo>
                <a:lnTo>
                  <a:pt x="197118" y="469151"/>
                </a:lnTo>
                <a:lnTo>
                  <a:pt x="150768" y="455348"/>
                </a:lnTo>
                <a:lnTo>
                  <a:pt x="108830" y="433505"/>
                </a:lnTo>
                <a:lnTo>
                  <a:pt x="72294" y="404574"/>
                </a:lnTo>
                <a:lnTo>
                  <a:pt x="42152" y="369505"/>
                </a:lnTo>
                <a:lnTo>
                  <a:pt x="19395" y="329249"/>
                </a:lnTo>
                <a:lnTo>
                  <a:pt x="5014" y="284758"/>
                </a:lnTo>
                <a:lnTo>
                  <a:pt x="0" y="23698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9077" y="2756306"/>
            <a:ext cx="11620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69978" y="2709863"/>
            <a:ext cx="2292191" cy="365284"/>
            <a:chOff x="3826636" y="2470150"/>
            <a:chExt cx="3056255" cy="487045"/>
          </a:xfrm>
        </p:grpSpPr>
        <p:sp>
          <p:nvSpPr>
            <p:cNvPr id="8" name="object 8"/>
            <p:cNvSpPr/>
            <p:nvPr/>
          </p:nvSpPr>
          <p:spPr>
            <a:xfrm>
              <a:off x="3826636" y="2677540"/>
              <a:ext cx="377190" cy="76200"/>
            </a:xfrm>
            <a:custGeom>
              <a:avLst/>
              <a:gdLst/>
              <a:ahLst/>
              <a:cxnLst/>
              <a:rect l="l" t="t" r="r" b="b"/>
              <a:pathLst>
                <a:path w="377189" h="76200">
                  <a:moveTo>
                    <a:pt x="365908" y="31496"/>
                  </a:moveTo>
                  <a:lnTo>
                    <a:pt x="313182" y="31496"/>
                  </a:lnTo>
                  <a:lnTo>
                    <a:pt x="313436" y="44196"/>
                  </a:lnTo>
                  <a:lnTo>
                    <a:pt x="300714" y="44422"/>
                  </a:lnTo>
                  <a:lnTo>
                    <a:pt x="301243" y="76200"/>
                  </a:lnTo>
                  <a:lnTo>
                    <a:pt x="376809" y="36703"/>
                  </a:lnTo>
                  <a:lnTo>
                    <a:pt x="365908" y="31496"/>
                  </a:lnTo>
                  <a:close/>
                </a:path>
                <a:path w="377189" h="76200">
                  <a:moveTo>
                    <a:pt x="300502" y="31722"/>
                  </a:moveTo>
                  <a:lnTo>
                    <a:pt x="0" y="37084"/>
                  </a:lnTo>
                  <a:lnTo>
                    <a:pt x="253" y="49784"/>
                  </a:lnTo>
                  <a:lnTo>
                    <a:pt x="300714" y="44422"/>
                  </a:lnTo>
                  <a:lnTo>
                    <a:pt x="300502" y="31722"/>
                  </a:lnTo>
                  <a:close/>
                </a:path>
                <a:path w="377189" h="76200">
                  <a:moveTo>
                    <a:pt x="313182" y="31496"/>
                  </a:moveTo>
                  <a:lnTo>
                    <a:pt x="300502" y="31722"/>
                  </a:lnTo>
                  <a:lnTo>
                    <a:pt x="300714" y="44422"/>
                  </a:lnTo>
                  <a:lnTo>
                    <a:pt x="313436" y="44196"/>
                  </a:lnTo>
                  <a:lnTo>
                    <a:pt x="313182" y="31496"/>
                  </a:lnTo>
                  <a:close/>
                </a:path>
                <a:path w="377189" h="76200">
                  <a:moveTo>
                    <a:pt x="299974" y="0"/>
                  </a:moveTo>
                  <a:lnTo>
                    <a:pt x="300502" y="31722"/>
                  </a:lnTo>
                  <a:lnTo>
                    <a:pt x="313182" y="31496"/>
                  </a:lnTo>
                  <a:lnTo>
                    <a:pt x="365908" y="31496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356604" y="2476500"/>
              <a:ext cx="520065" cy="474345"/>
            </a:xfrm>
            <a:custGeom>
              <a:avLst/>
              <a:gdLst/>
              <a:ahLst/>
              <a:cxnLst/>
              <a:rect l="l" t="t" r="r" b="b"/>
              <a:pathLst>
                <a:path w="520065" h="474344">
                  <a:moveTo>
                    <a:pt x="0" y="236982"/>
                  </a:moveTo>
                  <a:lnTo>
                    <a:pt x="4186" y="194369"/>
                  </a:lnTo>
                  <a:lnTo>
                    <a:pt x="16255" y="154268"/>
                  </a:lnTo>
                  <a:lnTo>
                    <a:pt x="35475" y="117348"/>
                  </a:lnTo>
                  <a:lnTo>
                    <a:pt x="61110" y="84274"/>
                  </a:lnTo>
                  <a:lnTo>
                    <a:pt x="92427" y="55716"/>
                  </a:lnTo>
                  <a:lnTo>
                    <a:pt x="128693" y="32342"/>
                  </a:lnTo>
                  <a:lnTo>
                    <a:pt x="169173" y="14819"/>
                  </a:lnTo>
                  <a:lnTo>
                    <a:pt x="213134" y="3816"/>
                  </a:lnTo>
                  <a:lnTo>
                    <a:pt x="259842" y="0"/>
                  </a:lnTo>
                  <a:lnTo>
                    <a:pt x="306549" y="3816"/>
                  </a:lnTo>
                  <a:lnTo>
                    <a:pt x="350510" y="14819"/>
                  </a:lnTo>
                  <a:lnTo>
                    <a:pt x="390990" y="32342"/>
                  </a:lnTo>
                  <a:lnTo>
                    <a:pt x="427256" y="55716"/>
                  </a:lnTo>
                  <a:lnTo>
                    <a:pt x="458573" y="84274"/>
                  </a:lnTo>
                  <a:lnTo>
                    <a:pt x="484208" y="117348"/>
                  </a:lnTo>
                  <a:lnTo>
                    <a:pt x="503427" y="154268"/>
                  </a:lnTo>
                  <a:lnTo>
                    <a:pt x="515497" y="194369"/>
                  </a:lnTo>
                  <a:lnTo>
                    <a:pt x="519684" y="236982"/>
                  </a:lnTo>
                  <a:lnTo>
                    <a:pt x="515497" y="279594"/>
                  </a:lnTo>
                  <a:lnTo>
                    <a:pt x="503428" y="319695"/>
                  </a:lnTo>
                  <a:lnTo>
                    <a:pt x="484208" y="356616"/>
                  </a:lnTo>
                  <a:lnTo>
                    <a:pt x="458573" y="389689"/>
                  </a:lnTo>
                  <a:lnTo>
                    <a:pt x="427256" y="418247"/>
                  </a:lnTo>
                  <a:lnTo>
                    <a:pt x="390990" y="441621"/>
                  </a:lnTo>
                  <a:lnTo>
                    <a:pt x="350510" y="459144"/>
                  </a:lnTo>
                  <a:lnTo>
                    <a:pt x="306549" y="470147"/>
                  </a:lnTo>
                  <a:lnTo>
                    <a:pt x="259842" y="473963"/>
                  </a:lnTo>
                  <a:lnTo>
                    <a:pt x="213134" y="470147"/>
                  </a:lnTo>
                  <a:lnTo>
                    <a:pt x="169173" y="459144"/>
                  </a:lnTo>
                  <a:lnTo>
                    <a:pt x="128693" y="441621"/>
                  </a:lnTo>
                  <a:lnTo>
                    <a:pt x="92427" y="418247"/>
                  </a:lnTo>
                  <a:lnTo>
                    <a:pt x="61110" y="389689"/>
                  </a:lnTo>
                  <a:lnTo>
                    <a:pt x="35475" y="356615"/>
                  </a:lnTo>
                  <a:lnTo>
                    <a:pt x="16255" y="319695"/>
                  </a:lnTo>
                  <a:lnTo>
                    <a:pt x="4186" y="279594"/>
                  </a:lnTo>
                  <a:lnTo>
                    <a:pt x="0" y="236982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05184" y="2756306"/>
            <a:ext cx="11620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1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11880" y="4932045"/>
            <a:ext cx="390049" cy="355759"/>
          </a:xfrm>
          <a:custGeom>
            <a:avLst/>
            <a:gdLst/>
            <a:ahLst/>
            <a:cxnLst/>
            <a:rect l="l" t="t" r="r" b="b"/>
            <a:pathLst>
              <a:path w="520064" h="474345">
                <a:moveTo>
                  <a:pt x="0" y="236981"/>
                </a:moveTo>
                <a:lnTo>
                  <a:pt x="4186" y="194369"/>
                </a:lnTo>
                <a:lnTo>
                  <a:pt x="16255" y="154268"/>
                </a:lnTo>
                <a:lnTo>
                  <a:pt x="35475" y="117347"/>
                </a:lnTo>
                <a:lnTo>
                  <a:pt x="61110" y="84274"/>
                </a:lnTo>
                <a:lnTo>
                  <a:pt x="92427" y="55716"/>
                </a:lnTo>
                <a:lnTo>
                  <a:pt x="128693" y="32342"/>
                </a:lnTo>
                <a:lnTo>
                  <a:pt x="169173" y="14819"/>
                </a:lnTo>
                <a:lnTo>
                  <a:pt x="213134" y="3816"/>
                </a:lnTo>
                <a:lnTo>
                  <a:pt x="259842" y="0"/>
                </a:lnTo>
                <a:lnTo>
                  <a:pt x="306549" y="3816"/>
                </a:lnTo>
                <a:lnTo>
                  <a:pt x="350510" y="14819"/>
                </a:lnTo>
                <a:lnTo>
                  <a:pt x="390990" y="32342"/>
                </a:lnTo>
                <a:lnTo>
                  <a:pt x="427256" y="55716"/>
                </a:lnTo>
                <a:lnTo>
                  <a:pt x="458573" y="84274"/>
                </a:lnTo>
                <a:lnTo>
                  <a:pt x="484208" y="117347"/>
                </a:lnTo>
                <a:lnTo>
                  <a:pt x="503428" y="154268"/>
                </a:lnTo>
                <a:lnTo>
                  <a:pt x="515497" y="194369"/>
                </a:lnTo>
                <a:lnTo>
                  <a:pt x="519684" y="236981"/>
                </a:lnTo>
                <a:lnTo>
                  <a:pt x="515497" y="279581"/>
                </a:lnTo>
                <a:lnTo>
                  <a:pt x="503428" y="319674"/>
                </a:lnTo>
                <a:lnTo>
                  <a:pt x="484208" y="356593"/>
                </a:lnTo>
                <a:lnTo>
                  <a:pt x="458573" y="389668"/>
                </a:lnTo>
                <a:lnTo>
                  <a:pt x="427256" y="418230"/>
                </a:lnTo>
                <a:lnTo>
                  <a:pt x="390990" y="441610"/>
                </a:lnTo>
                <a:lnTo>
                  <a:pt x="350510" y="459138"/>
                </a:lnTo>
                <a:lnTo>
                  <a:pt x="306549" y="470146"/>
                </a:lnTo>
                <a:lnTo>
                  <a:pt x="259842" y="473963"/>
                </a:lnTo>
                <a:lnTo>
                  <a:pt x="213134" y="470146"/>
                </a:lnTo>
                <a:lnTo>
                  <a:pt x="169173" y="459138"/>
                </a:lnTo>
                <a:lnTo>
                  <a:pt x="128693" y="441610"/>
                </a:lnTo>
                <a:lnTo>
                  <a:pt x="92427" y="418230"/>
                </a:lnTo>
                <a:lnTo>
                  <a:pt x="61110" y="389668"/>
                </a:lnTo>
                <a:lnTo>
                  <a:pt x="35475" y="356593"/>
                </a:lnTo>
                <a:lnTo>
                  <a:pt x="16255" y="319674"/>
                </a:lnTo>
                <a:lnTo>
                  <a:pt x="4186" y="279581"/>
                </a:lnTo>
                <a:lnTo>
                  <a:pt x="0" y="23698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49135" y="4974412"/>
            <a:ext cx="11620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1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57216" y="4932045"/>
            <a:ext cx="390049" cy="355759"/>
          </a:xfrm>
          <a:custGeom>
            <a:avLst/>
            <a:gdLst/>
            <a:ahLst/>
            <a:cxnLst/>
            <a:rect l="l" t="t" r="r" b="b"/>
            <a:pathLst>
              <a:path w="520065" h="474345">
                <a:moveTo>
                  <a:pt x="0" y="236981"/>
                </a:moveTo>
                <a:lnTo>
                  <a:pt x="4186" y="194369"/>
                </a:lnTo>
                <a:lnTo>
                  <a:pt x="16255" y="154268"/>
                </a:lnTo>
                <a:lnTo>
                  <a:pt x="35475" y="117347"/>
                </a:lnTo>
                <a:lnTo>
                  <a:pt x="61110" y="84274"/>
                </a:lnTo>
                <a:lnTo>
                  <a:pt x="92427" y="55716"/>
                </a:lnTo>
                <a:lnTo>
                  <a:pt x="128693" y="32342"/>
                </a:lnTo>
                <a:lnTo>
                  <a:pt x="169173" y="14819"/>
                </a:lnTo>
                <a:lnTo>
                  <a:pt x="213134" y="3816"/>
                </a:lnTo>
                <a:lnTo>
                  <a:pt x="259841" y="0"/>
                </a:lnTo>
                <a:lnTo>
                  <a:pt x="306549" y="3816"/>
                </a:lnTo>
                <a:lnTo>
                  <a:pt x="350510" y="14819"/>
                </a:lnTo>
                <a:lnTo>
                  <a:pt x="390990" y="32342"/>
                </a:lnTo>
                <a:lnTo>
                  <a:pt x="427256" y="55716"/>
                </a:lnTo>
                <a:lnTo>
                  <a:pt x="458573" y="84274"/>
                </a:lnTo>
                <a:lnTo>
                  <a:pt x="484208" y="117347"/>
                </a:lnTo>
                <a:lnTo>
                  <a:pt x="503427" y="154268"/>
                </a:lnTo>
                <a:lnTo>
                  <a:pt x="515497" y="194369"/>
                </a:lnTo>
                <a:lnTo>
                  <a:pt x="519683" y="236981"/>
                </a:lnTo>
                <a:lnTo>
                  <a:pt x="515497" y="279581"/>
                </a:lnTo>
                <a:lnTo>
                  <a:pt x="503427" y="319674"/>
                </a:lnTo>
                <a:lnTo>
                  <a:pt x="484208" y="356593"/>
                </a:lnTo>
                <a:lnTo>
                  <a:pt x="458573" y="389668"/>
                </a:lnTo>
                <a:lnTo>
                  <a:pt x="427256" y="418230"/>
                </a:lnTo>
                <a:lnTo>
                  <a:pt x="390990" y="441610"/>
                </a:lnTo>
                <a:lnTo>
                  <a:pt x="350510" y="459138"/>
                </a:lnTo>
                <a:lnTo>
                  <a:pt x="306549" y="470146"/>
                </a:lnTo>
                <a:lnTo>
                  <a:pt x="259841" y="473963"/>
                </a:lnTo>
                <a:lnTo>
                  <a:pt x="213134" y="470146"/>
                </a:lnTo>
                <a:lnTo>
                  <a:pt x="169173" y="459138"/>
                </a:lnTo>
                <a:lnTo>
                  <a:pt x="128693" y="441610"/>
                </a:lnTo>
                <a:lnTo>
                  <a:pt x="92427" y="418230"/>
                </a:lnTo>
                <a:lnTo>
                  <a:pt x="61110" y="389668"/>
                </a:lnTo>
                <a:lnTo>
                  <a:pt x="35475" y="356593"/>
                </a:lnTo>
                <a:lnTo>
                  <a:pt x="16256" y="319674"/>
                </a:lnTo>
                <a:lnTo>
                  <a:pt x="4186" y="279581"/>
                </a:lnTo>
                <a:lnTo>
                  <a:pt x="0" y="23698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94661" y="4974412"/>
            <a:ext cx="11620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2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840856" y="4932045"/>
            <a:ext cx="388619" cy="355759"/>
          </a:xfrm>
          <a:custGeom>
            <a:avLst/>
            <a:gdLst/>
            <a:ahLst/>
            <a:cxnLst/>
            <a:rect l="l" t="t" r="r" b="b"/>
            <a:pathLst>
              <a:path w="518159" h="474345">
                <a:moveTo>
                  <a:pt x="0" y="236981"/>
                </a:moveTo>
                <a:lnTo>
                  <a:pt x="5261" y="189205"/>
                </a:lnTo>
                <a:lnTo>
                  <a:pt x="20353" y="144714"/>
                </a:lnTo>
                <a:lnTo>
                  <a:pt x="44235" y="104458"/>
                </a:lnTo>
                <a:lnTo>
                  <a:pt x="75866" y="69389"/>
                </a:lnTo>
                <a:lnTo>
                  <a:pt x="114206" y="40458"/>
                </a:lnTo>
                <a:lnTo>
                  <a:pt x="158216" y="18615"/>
                </a:lnTo>
                <a:lnTo>
                  <a:pt x="206853" y="4812"/>
                </a:lnTo>
                <a:lnTo>
                  <a:pt x="259079" y="0"/>
                </a:lnTo>
                <a:lnTo>
                  <a:pt x="311306" y="4812"/>
                </a:lnTo>
                <a:lnTo>
                  <a:pt x="359943" y="18615"/>
                </a:lnTo>
                <a:lnTo>
                  <a:pt x="403953" y="40458"/>
                </a:lnTo>
                <a:lnTo>
                  <a:pt x="442293" y="69389"/>
                </a:lnTo>
                <a:lnTo>
                  <a:pt x="473924" y="104458"/>
                </a:lnTo>
                <a:lnTo>
                  <a:pt x="497806" y="144714"/>
                </a:lnTo>
                <a:lnTo>
                  <a:pt x="512898" y="189205"/>
                </a:lnTo>
                <a:lnTo>
                  <a:pt x="518159" y="236981"/>
                </a:lnTo>
                <a:lnTo>
                  <a:pt x="512898" y="284743"/>
                </a:lnTo>
                <a:lnTo>
                  <a:pt x="497806" y="329228"/>
                </a:lnTo>
                <a:lnTo>
                  <a:pt x="473924" y="369482"/>
                </a:lnTo>
                <a:lnTo>
                  <a:pt x="442293" y="404555"/>
                </a:lnTo>
                <a:lnTo>
                  <a:pt x="403953" y="433492"/>
                </a:lnTo>
                <a:lnTo>
                  <a:pt x="359943" y="455341"/>
                </a:lnTo>
                <a:lnTo>
                  <a:pt x="311306" y="469149"/>
                </a:lnTo>
                <a:lnTo>
                  <a:pt x="259079" y="473963"/>
                </a:lnTo>
                <a:lnTo>
                  <a:pt x="206853" y="469149"/>
                </a:lnTo>
                <a:lnTo>
                  <a:pt x="158216" y="455341"/>
                </a:lnTo>
                <a:lnTo>
                  <a:pt x="114206" y="433492"/>
                </a:lnTo>
                <a:lnTo>
                  <a:pt x="75866" y="404555"/>
                </a:lnTo>
                <a:lnTo>
                  <a:pt x="44235" y="369482"/>
                </a:lnTo>
                <a:lnTo>
                  <a:pt x="20353" y="329228"/>
                </a:lnTo>
                <a:lnTo>
                  <a:pt x="5261" y="284743"/>
                </a:lnTo>
                <a:lnTo>
                  <a:pt x="0" y="236981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82683" y="4987214"/>
            <a:ext cx="10620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350" b="1" dirty="0">
                <a:solidFill>
                  <a:prstClr val="black"/>
                </a:solidFill>
                <a:latin typeface="Calibri"/>
                <a:cs typeface="Calibri"/>
              </a:rPr>
              <a:t>3</a:t>
            </a:r>
            <a:endParaRPr sz="135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65959" y="4881752"/>
            <a:ext cx="5314950" cy="456248"/>
          </a:xfrm>
          <a:custGeom>
            <a:avLst/>
            <a:gdLst/>
            <a:ahLst/>
            <a:cxnLst/>
            <a:rect l="l" t="t" r="r" b="b"/>
            <a:pathLst>
              <a:path w="7086600" h="608329">
                <a:moveTo>
                  <a:pt x="0" y="304038"/>
                </a:moveTo>
                <a:lnTo>
                  <a:pt x="5002" y="256261"/>
                </a:lnTo>
                <a:lnTo>
                  <a:pt x="19347" y="211770"/>
                </a:lnTo>
                <a:lnTo>
                  <a:pt x="42045" y="171514"/>
                </a:lnTo>
                <a:lnTo>
                  <a:pt x="72104" y="136445"/>
                </a:lnTo>
                <a:lnTo>
                  <a:pt x="108532" y="107514"/>
                </a:lnTo>
                <a:lnTo>
                  <a:pt x="150340" y="85671"/>
                </a:lnTo>
                <a:lnTo>
                  <a:pt x="196534" y="71868"/>
                </a:lnTo>
                <a:lnTo>
                  <a:pt x="246125" y="67056"/>
                </a:lnTo>
                <a:lnTo>
                  <a:pt x="295717" y="71868"/>
                </a:lnTo>
                <a:lnTo>
                  <a:pt x="341911" y="85671"/>
                </a:lnTo>
                <a:lnTo>
                  <a:pt x="383719" y="107514"/>
                </a:lnTo>
                <a:lnTo>
                  <a:pt x="420147" y="136445"/>
                </a:lnTo>
                <a:lnTo>
                  <a:pt x="450206" y="171514"/>
                </a:lnTo>
                <a:lnTo>
                  <a:pt x="472904" y="211770"/>
                </a:lnTo>
                <a:lnTo>
                  <a:pt x="487249" y="256261"/>
                </a:lnTo>
                <a:lnTo>
                  <a:pt x="492251" y="304038"/>
                </a:lnTo>
                <a:lnTo>
                  <a:pt x="487249" y="351799"/>
                </a:lnTo>
                <a:lnTo>
                  <a:pt x="472904" y="396284"/>
                </a:lnTo>
                <a:lnTo>
                  <a:pt x="450206" y="436538"/>
                </a:lnTo>
                <a:lnTo>
                  <a:pt x="420147" y="471611"/>
                </a:lnTo>
                <a:lnTo>
                  <a:pt x="383719" y="500548"/>
                </a:lnTo>
                <a:lnTo>
                  <a:pt x="341911" y="522397"/>
                </a:lnTo>
                <a:lnTo>
                  <a:pt x="295717" y="536205"/>
                </a:lnTo>
                <a:lnTo>
                  <a:pt x="246125" y="541020"/>
                </a:lnTo>
                <a:lnTo>
                  <a:pt x="196534" y="536205"/>
                </a:lnTo>
                <a:lnTo>
                  <a:pt x="150340" y="522397"/>
                </a:lnTo>
                <a:lnTo>
                  <a:pt x="108532" y="500548"/>
                </a:lnTo>
                <a:lnTo>
                  <a:pt x="72104" y="471611"/>
                </a:lnTo>
                <a:lnTo>
                  <a:pt x="42045" y="436538"/>
                </a:lnTo>
                <a:lnTo>
                  <a:pt x="19347" y="396284"/>
                </a:lnTo>
                <a:lnTo>
                  <a:pt x="5002" y="351799"/>
                </a:lnTo>
                <a:lnTo>
                  <a:pt x="0" y="304038"/>
                </a:lnTo>
                <a:close/>
              </a:path>
              <a:path w="7086600" h="608329">
                <a:moveTo>
                  <a:pt x="6431280" y="304038"/>
                </a:moveTo>
                <a:lnTo>
                  <a:pt x="6434832" y="259114"/>
                </a:lnTo>
                <a:lnTo>
                  <a:pt x="6445151" y="216235"/>
                </a:lnTo>
                <a:lnTo>
                  <a:pt x="6461731" y="175872"/>
                </a:lnTo>
                <a:lnTo>
                  <a:pt x="6484064" y="138495"/>
                </a:lnTo>
                <a:lnTo>
                  <a:pt x="6511644" y="104575"/>
                </a:lnTo>
                <a:lnTo>
                  <a:pt x="6543965" y="74582"/>
                </a:lnTo>
                <a:lnTo>
                  <a:pt x="6580519" y="48987"/>
                </a:lnTo>
                <a:lnTo>
                  <a:pt x="6620801" y="28261"/>
                </a:lnTo>
                <a:lnTo>
                  <a:pt x="6664302" y="12874"/>
                </a:lnTo>
                <a:lnTo>
                  <a:pt x="6710517" y="3297"/>
                </a:lnTo>
                <a:lnTo>
                  <a:pt x="6758940" y="0"/>
                </a:lnTo>
                <a:lnTo>
                  <a:pt x="6807362" y="3297"/>
                </a:lnTo>
                <a:lnTo>
                  <a:pt x="6853577" y="12874"/>
                </a:lnTo>
                <a:lnTo>
                  <a:pt x="6897078" y="28261"/>
                </a:lnTo>
                <a:lnTo>
                  <a:pt x="6937360" y="48987"/>
                </a:lnTo>
                <a:lnTo>
                  <a:pt x="6973914" y="74582"/>
                </a:lnTo>
                <a:lnTo>
                  <a:pt x="7006235" y="104575"/>
                </a:lnTo>
                <a:lnTo>
                  <a:pt x="7033815" y="138495"/>
                </a:lnTo>
                <a:lnTo>
                  <a:pt x="7056148" y="175872"/>
                </a:lnTo>
                <a:lnTo>
                  <a:pt x="7072728" y="216235"/>
                </a:lnTo>
                <a:lnTo>
                  <a:pt x="7083047" y="259114"/>
                </a:lnTo>
                <a:lnTo>
                  <a:pt x="7086600" y="304038"/>
                </a:lnTo>
                <a:lnTo>
                  <a:pt x="7083047" y="348967"/>
                </a:lnTo>
                <a:lnTo>
                  <a:pt x="7072728" y="391849"/>
                </a:lnTo>
                <a:lnTo>
                  <a:pt x="7056148" y="432214"/>
                </a:lnTo>
                <a:lnTo>
                  <a:pt x="7033815" y="469591"/>
                </a:lnTo>
                <a:lnTo>
                  <a:pt x="7006235" y="503510"/>
                </a:lnTo>
                <a:lnTo>
                  <a:pt x="6973914" y="533501"/>
                </a:lnTo>
                <a:lnTo>
                  <a:pt x="6937360" y="559094"/>
                </a:lnTo>
                <a:lnTo>
                  <a:pt x="6897078" y="579818"/>
                </a:lnTo>
                <a:lnTo>
                  <a:pt x="6853577" y="595203"/>
                </a:lnTo>
                <a:lnTo>
                  <a:pt x="6807362" y="604779"/>
                </a:lnTo>
                <a:lnTo>
                  <a:pt x="6758940" y="608076"/>
                </a:lnTo>
                <a:lnTo>
                  <a:pt x="6710517" y="604779"/>
                </a:lnTo>
                <a:lnTo>
                  <a:pt x="6664302" y="595203"/>
                </a:lnTo>
                <a:lnTo>
                  <a:pt x="6620801" y="579818"/>
                </a:lnTo>
                <a:lnTo>
                  <a:pt x="6580519" y="559094"/>
                </a:lnTo>
                <a:lnTo>
                  <a:pt x="6543965" y="533501"/>
                </a:lnTo>
                <a:lnTo>
                  <a:pt x="6511644" y="503510"/>
                </a:lnTo>
                <a:lnTo>
                  <a:pt x="6484064" y="469591"/>
                </a:lnTo>
                <a:lnTo>
                  <a:pt x="6461731" y="432214"/>
                </a:lnTo>
                <a:lnTo>
                  <a:pt x="6445151" y="391849"/>
                </a:lnTo>
                <a:lnTo>
                  <a:pt x="6434832" y="348967"/>
                </a:lnTo>
                <a:lnTo>
                  <a:pt x="6431280" y="30403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467094" y="2714625"/>
            <a:ext cx="390049" cy="355759"/>
          </a:xfrm>
          <a:custGeom>
            <a:avLst/>
            <a:gdLst/>
            <a:ahLst/>
            <a:cxnLst/>
            <a:rect l="l" t="t" r="r" b="b"/>
            <a:pathLst>
              <a:path w="520065" h="474344">
                <a:moveTo>
                  <a:pt x="0" y="236982"/>
                </a:moveTo>
                <a:lnTo>
                  <a:pt x="4186" y="194369"/>
                </a:lnTo>
                <a:lnTo>
                  <a:pt x="16255" y="154268"/>
                </a:lnTo>
                <a:lnTo>
                  <a:pt x="35475" y="117348"/>
                </a:lnTo>
                <a:lnTo>
                  <a:pt x="61110" y="84274"/>
                </a:lnTo>
                <a:lnTo>
                  <a:pt x="92427" y="55716"/>
                </a:lnTo>
                <a:lnTo>
                  <a:pt x="128693" y="32342"/>
                </a:lnTo>
                <a:lnTo>
                  <a:pt x="169173" y="14819"/>
                </a:lnTo>
                <a:lnTo>
                  <a:pt x="213134" y="3816"/>
                </a:lnTo>
                <a:lnTo>
                  <a:pt x="259841" y="0"/>
                </a:lnTo>
                <a:lnTo>
                  <a:pt x="306549" y="3816"/>
                </a:lnTo>
                <a:lnTo>
                  <a:pt x="350510" y="14819"/>
                </a:lnTo>
                <a:lnTo>
                  <a:pt x="390990" y="32342"/>
                </a:lnTo>
                <a:lnTo>
                  <a:pt x="427256" y="55716"/>
                </a:lnTo>
                <a:lnTo>
                  <a:pt x="458573" y="84274"/>
                </a:lnTo>
                <a:lnTo>
                  <a:pt x="484208" y="117348"/>
                </a:lnTo>
                <a:lnTo>
                  <a:pt x="503427" y="154268"/>
                </a:lnTo>
                <a:lnTo>
                  <a:pt x="515497" y="194369"/>
                </a:lnTo>
                <a:lnTo>
                  <a:pt x="519683" y="236982"/>
                </a:lnTo>
                <a:lnTo>
                  <a:pt x="515497" y="279594"/>
                </a:lnTo>
                <a:lnTo>
                  <a:pt x="503427" y="319695"/>
                </a:lnTo>
                <a:lnTo>
                  <a:pt x="484208" y="356616"/>
                </a:lnTo>
                <a:lnTo>
                  <a:pt x="458573" y="389689"/>
                </a:lnTo>
                <a:lnTo>
                  <a:pt x="427256" y="418247"/>
                </a:lnTo>
                <a:lnTo>
                  <a:pt x="390990" y="441621"/>
                </a:lnTo>
                <a:lnTo>
                  <a:pt x="350510" y="459144"/>
                </a:lnTo>
                <a:lnTo>
                  <a:pt x="306549" y="470147"/>
                </a:lnTo>
                <a:lnTo>
                  <a:pt x="259841" y="473963"/>
                </a:lnTo>
                <a:lnTo>
                  <a:pt x="213134" y="470147"/>
                </a:lnTo>
                <a:lnTo>
                  <a:pt x="169173" y="459144"/>
                </a:lnTo>
                <a:lnTo>
                  <a:pt x="128693" y="441621"/>
                </a:lnTo>
                <a:lnTo>
                  <a:pt x="92427" y="418247"/>
                </a:lnTo>
                <a:lnTo>
                  <a:pt x="61110" y="389689"/>
                </a:lnTo>
                <a:lnTo>
                  <a:pt x="35475" y="356615"/>
                </a:lnTo>
                <a:lnTo>
                  <a:pt x="16256" y="319695"/>
                </a:lnTo>
                <a:lnTo>
                  <a:pt x="4186" y="279594"/>
                </a:lnTo>
                <a:lnTo>
                  <a:pt x="0" y="23698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588" y="2768880"/>
            <a:ext cx="10620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350" b="1" dirty="0">
                <a:solidFill>
                  <a:prstClr val="black"/>
                </a:solidFill>
                <a:latin typeface="Calibri"/>
                <a:cs typeface="Calibri"/>
              </a:rPr>
              <a:t>2</a:t>
            </a:r>
            <a:endParaRPr sz="135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22726" y="2659762"/>
            <a:ext cx="3390424" cy="465296"/>
            <a:chOff x="4696967" y="2403348"/>
            <a:chExt cx="4520565" cy="620395"/>
          </a:xfrm>
        </p:grpSpPr>
        <p:sp>
          <p:nvSpPr>
            <p:cNvPr id="21" name="object 21"/>
            <p:cNvSpPr/>
            <p:nvPr/>
          </p:nvSpPr>
          <p:spPr>
            <a:xfrm>
              <a:off x="4696967" y="2676144"/>
              <a:ext cx="1660525" cy="76200"/>
            </a:xfrm>
            <a:custGeom>
              <a:avLst/>
              <a:gdLst/>
              <a:ahLst/>
              <a:cxnLst/>
              <a:rect l="l" t="t" r="r" b="b"/>
              <a:pathLst>
                <a:path w="1660525" h="76200">
                  <a:moveTo>
                    <a:pt x="1584325" y="0"/>
                  </a:moveTo>
                  <a:lnTo>
                    <a:pt x="1584325" y="76200"/>
                  </a:lnTo>
                  <a:lnTo>
                    <a:pt x="1647825" y="44450"/>
                  </a:lnTo>
                  <a:lnTo>
                    <a:pt x="1597025" y="44450"/>
                  </a:lnTo>
                  <a:lnTo>
                    <a:pt x="1597025" y="31750"/>
                  </a:lnTo>
                  <a:lnTo>
                    <a:pt x="1647825" y="31750"/>
                  </a:lnTo>
                  <a:lnTo>
                    <a:pt x="1584325" y="0"/>
                  </a:lnTo>
                  <a:close/>
                </a:path>
                <a:path w="1660525" h="76200">
                  <a:moveTo>
                    <a:pt x="1584325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584325" y="44450"/>
                  </a:lnTo>
                  <a:lnTo>
                    <a:pt x="1584325" y="31750"/>
                  </a:lnTo>
                  <a:close/>
                </a:path>
                <a:path w="1660525" h="76200">
                  <a:moveTo>
                    <a:pt x="1647825" y="31750"/>
                  </a:moveTo>
                  <a:lnTo>
                    <a:pt x="1597025" y="31750"/>
                  </a:lnTo>
                  <a:lnTo>
                    <a:pt x="1597025" y="44450"/>
                  </a:lnTo>
                  <a:lnTo>
                    <a:pt x="1647825" y="44450"/>
                  </a:lnTo>
                  <a:lnTo>
                    <a:pt x="1660525" y="38100"/>
                  </a:lnTo>
                  <a:lnTo>
                    <a:pt x="1647825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8555735" y="2409444"/>
              <a:ext cx="655320" cy="608330"/>
            </a:xfrm>
            <a:custGeom>
              <a:avLst/>
              <a:gdLst/>
              <a:ahLst/>
              <a:cxnLst/>
              <a:rect l="l" t="t" r="r" b="b"/>
              <a:pathLst>
                <a:path w="655320" h="608330">
                  <a:moveTo>
                    <a:pt x="0" y="304038"/>
                  </a:moveTo>
                  <a:lnTo>
                    <a:pt x="3552" y="259114"/>
                  </a:lnTo>
                  <a:lnTo>
                    <a:pt x="13871" y="216235"/>
                  </a:lnTo>
                  <a:lnTo>
                    <a:pt x="30451" y="175872"/>
                  </a:lnTo>
                  <a:lnTo>
                    <a:pt x="52784" y="138495"/>
                  </a:lnTo>
                  <a:lnTo>
                    <a:pt x="80364" y="104575"/>
                  </a:lnTo>
                  <a:lnTo>
                    <a:pt x="112685" y="74582"/>
                  </a:lnTo>
                  <a:lnTo>
                    <a:pt x="149239" y="48987"/>
                  </a:lnTo>
                  <a:lnTo>
                    <a:pt x="189521" y="28261"/>
                  </a:lnTo>
                  <a:lnTo>
                    <a:pt x="233022" y="12874"/>
                  </a:lnTo>
                  <a:lnTo>
                    <a:pt x="279237" y="3297"/>
                  </a:lnTo>
                  <a:lnTo>
                    <a:pt x="327660" y="0"/>
                  </a:lnTo>
                  <a:lnTo>
                    <a:pt x="376082" y="3297"/>
                  </a:lnTo>
                  <a:lnTo>
                    <a:pt x="422297" y="12874"/>
                  </a:lnTo>
                  <a:lnTo>
                    <a:pt x="465798" y="28261"/>
                  </a:lnTo>
                  <a:lnTo>
                    <a:pt x="506080" y="48987"/>
                  </a:lnTo>
                  <a:lnTo>
                    <a:pt x="542634" y="74582"/>
                  </a:lnTo>
                  <a:lnTo>
                    <a:pt x="574955" y="104575"/>
                  </a:lnTo>
                  <a:lnTo>
                    <a:pt x="602535" y="138495"/>
                  </a:lnTo>
                  <a:lnTo>
                    <a:pt x="624868" y="175872"/>
                  </a:lnTo>
                  <a:lnTo>
                    <a:pt x="641448" y="216235"/>
                  </a:lnTo>
                  <a:lnTo>
                    <a:pt x="651767" y="259114"/>
                  </a:lnTo>
                  <a:lnTo>
                    <a:pt x="655320" y="304038"/>
                  </a:lnTo>
                  <a:lnTo>
                    <a:pt x="651767" y="348961"/>
                  </a:lnTo>
                  <a:lnTo>
                    <a:pt x="641448" y="391840"/>
                  </a:lnTo>
                  <a:lnTo>
                    <a:pt x="624868" y="432203"/>
                  </a:lnTo>
                  <a:lnTo>
                    <a:pt x="602535" y="469580"/>
                  </a:lnTo>
                  <a:lnTo>
                    <a:pt x="574955" y="503500"/>
                  </a:lnTo>
                  <a:lnTo>
                    <a:pt x="542634" y="533493"/>
                  </a:lnTo>
                  <a:lnTo>
                    <a:pt x="506080" y="559088"/>
                  </a:lnTo>
                  <a:lnTo>
                    <a:pt x="465798" y="579814"/>
                  </a:lnTo>
                  <a:lnTo>
                    <a:pt x="422297" y="595201"/>
                  </a:lnTo>
                  <a:lnTo>
                    <a:pt x="376082" y="604778"/>
                  </a:lnTo>
                  <a:lnTo>
                    <a:pt x="327660" y="608076"/>
                  </a:lnTo>
                  <a:lnTo>
                    <a:pt x="279237" y="604778"/>
                  </a:lnTo>
                  <a:lnTo>
                    <a:pt x="233022" y="595201"/>
                  </a:lnTo>
                  <a:lnTo>
                    <a:pt x="189521" y="579814"/>
                  </a:lnTo>
                  <a:lnTo>
                    <a:pt x="149239" y="559088"/>
                  </a:lnTo>
                  <a:lnTo>
                    <a:pt x="112685" y="533493"/>
                  </a:lnTo>
                  <a:lnTo>
                    <a:pt x="80364" y="503500"/>
                  </a:lnTo>
                  <a:lnTo>
                    <a:pt x="52784" y="469580"/>
                  </a:lnTo>
                  <a:lnTo>
                    <a:pt x="30451" y="432203"/>
                  </a:lnTo>
                  <a:lnTo>
                    <a:pt x="13871" y="391840"/>
                  </a:lnTo>
                  <a:lnTo>
                    <a:pt x="3552" y="348961"/>
                  </a:lnTo>
                  <a:lnTo>
                    <a:pt x="0" y="30403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6876288" y="2682240"/>
              <a:ext cx="1660525" cy="76200"/>
            </a:xfrm>
            <a:custGeom>
              <a:avLst/>
              <a:gdLst/>
              <a:ahLst/>
              <a:cxnLst/>
              <a:rect l="l" t="t" r="r" b="b"/>
              <a:pathLst>
                <a:path w="1660525" h="76200">
                  <a:moveTo>
                    <a:pt x="1584325" y="0"/>
                  </a:moveTo>
                  <a:lnTo>
                    <a:pt x="1584325" y="76200"/>
                  </a:lnTo>
                  <a:lnTo>
                    <a:pt x="1647825" y="44450"/>
                  </a:lnTo>
                  <a:lnTo>
                    <a:pt x="1597025" y="44450"/>
                  </a:lnTo>
                  <a:lnTo>
                    <a:pt x="1597025" y="31750"/>
                  </a:lnTo>
                  <a:lnTo>
                    <a:pt x="1647825" y="31750"/>
                  </a:lnTo>
                  <a:lnTo>
                    <a:pt x="1584325" y="0"/>
                  </a:lnTo>
                  <a:close/>
                </a:path>
                <a:path w="1660525" h="76200">
                  <a:moveTo>
                    <a:pt x="1584325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584325" y="44450"/>
                  </a:lnTo>
                  <a:lnTo>
                    <a:pt x="1584325" y="31750"/>
                  </a:lnTo>
                  <a:close/>
                </a:path>
                <a:path w="1660525" h="76200">
                  <a:moveTo>
                    <a:pt x="1647825" y="31750"/>
                  </a:moveTo>
                  <a:lnTo>
                    <a:pt x="1597025" y="31750"/>
                  </a:lnTo>
                  <a:lnTo>
                    <a:pt x="1597025" y="44450"/>
                  </a:lnTo>
                  <a:lnTo>
                    <a:pt x="1647825" y="44450"/>
                  </a:lnTo>
                  <a:lnTo>
                    <a:pt x="1660525" y="38100"/>
                  </a:lnTo>
                  <a:lnTo>
                    <a:pt x="1647825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97501" y="4987214"/>
            <a:ext cx="10620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350" b="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endParaRPr sz="135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83544" y="5080892"/>
            <a:ext cx="5105876" cy="59055"/>
          </a:xfrm>
          <a:custGeom>
            <a:avLst/>
            <a:gdLst/>
            <a:ahLst/>
            <a:cxnLst/>
            <a:rect l="l" t="t" r="r" b="b"/>
            <a:pathLst>
              <a:path w="6807834" h="78739">
                <a:moveTo>
                  <a:pt x="376809" y="39281"/>
                </a:moveTo>
                <a:lnTo>
                  <a:pt x="365912" y="34074"/>
                </a:lnTo>
                <a:lnTo>
                  <a:pt x="299974" y="2552"/>
                </a:lnTo>
                <a:lnTo>
                  <a:pt x="300494" y="34302"/>
                </a:lnTo>
                <a:lnTo>
                  <a:pt x="0" y="39700"/>
                </a:lnTo>
                <a:lnTo>
                  <a:pt x="254" y="52400"/>
                </a:lnTo>
                <a:lnTo>
                  <a:pt x="300710" y="47002"/>
                </a:lnTo>
                <a:lnTo>
                  <a:pt x="301244" y="78740"/>
                </a:lnTo>
                <a:lnTo>
                  <a:pt x="376809" y="39281"/>
                </a:lnTo>
                <a:close/>
              </a:path>
              <a:path w="6807834" h="78739">
                <a:moveTo>
                  <a:pt x="2549144" y="39281"/>
                </a:moveTo>
                <a:lnTo>
                  <a:pt x="2536444" y="32931"/>
                </a:lnTo>
                <a:lnTo>
                  <a:pt x="2472944" y="1181"/>
                </a:lnTo>
                <a:lnTo>
                  <a:pt x="2472944" y="32931"/>
                </a:lnTo>
                <a:lnTo>
                  <a:pt x="888619" y="32931"/>
                </a:lnTo>
                <a:lnTo>
                  <a:pt x="888619" y="45631"/>
                </a:lnTo>
                <a:lnTo>
                  <a:pt x="2472944" y="45631"/>
                </a:lnTo>
                <a:lnTo>
                  <a:pt x="2472944" y="77381"/>
                </a:lnTo>
                <a:lnTo>
                  <a:pt x="2536444" y="45631"/>
                </a:lnTo>
                <a:lnTo>
                  <a:pt x="2549144" y="39281"/>
                </a:lnTo>
                <a:close/>
              </a:path>
              <a:path w="6807834" h="78739">
                <a:moveTo>
                  <a:pt x="4619422" y="44500"/>
                </a:moveTo>
                <a:lnTo>
                  <a:pt x="4568190" y="44500"/>
                </a:lnTo>
                <a:lnTo>
                  <a:pt x="4555515" y="44500"/>
                </a:lnTo>
                <a:lnTo>
                  <a:pt x="4555363" y="76200"/>
                </a:lnTo>
                <a:lnTo>
                  <a:pt x="4619422" y="44500"/>
                </a:lnTo>
                <a:close/>
              </a:path>
              <a:path w="6807834" h="78739">
                <a:moveTo>
                  <a:pt x="4631690" y="38430"/>
                </a:moveTo>
                <a:lnTo>
                  <a:pt x="4555744" y="0"/>
                </a:lnTo>
                <a:lnTo>
                  <a:pt x="4555579" y="31750"/>
                </a:lnTo>
                <a:lnTo>
                  <a:pt x="3090799" y="25311"/>
                </a:lnTo>
                <a:lnTo>
                  <a:pt x="3090799" y="38011"/>
                </a:lnTo>
                <a:lnTo>
                  <a:pt x="4555515" y="44450"/>
                </a:lnTo>
                <a:lnTo>
                  <a:pt x="4568190" y="44500"/>
                </a:lnTo>
                <a:lnTo>
                  <a:pt x="4619523" y="44450"/>
                </a:lnTo>
                <a:lnTo>
                  <a:pt x="4631690" y="38430"/>
                </a:lnTo>
                <a:close/>
              </a:path>
              <a:path w="6807834" h="78739">
                <a:moveTo>
                  <a:pt x="6794982" y="44526"/>
                </a:moveTo>
                <a:lnTo>
                  <a:pt x="6743700" y="44526"/>
                </a:lnTo>
                <a:lnTo>
                  <a:pt x="6731025" y="44526"/>
                </a:lnTo>
                <a:lnTo>
                  <a:pt x="6730873" y="76212"/>
                </a:lnTo>
                <a:lnTo>
                  <a:pt x="6794982" y="44526"/>
                </a:lnTo>
                <a:close/>
              </a:path>
              <a:path w="6807834" h="78739">
                <a:moveTo>
                  <a:pt x="6807327" y="38430"/>
                </a:moveTo>
                <a:lnTo>
                  <a:pt x="6731254" y="12"/>
                </a:lnTo>
                <a:lnTo>
                  <a:pt x="6731089" y="31762"/>
                </a:lnTo>
                <a:lnTo>
                  <a:pt x="5161915" y="25311"/>
                </a:lnTo>
                <a:lnTo>
                  <a:pt x="5161915" y="38011"/>
                </a:lnTo>
                <a:lnTo>
                  <a:pt x="6731025" y="44475"/>
                </a:lnTo>
                <a:lnTo>
                  <a:pt x="6743700" y="44526"/>
                </a:lnTo>
                <a:lnTo>
                  <a:pt x="6795097" y="44475"/>
                </a:lnTo>
                <a:lnTo>
                  <a:pt x="6807327" y="38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69109" y="4779836"/>
            <a:ext cx="13192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02406" y="2561749"/>
            <a:ext cx="13192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85650" y="2573464"/>
            <a:ext cx="13192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39708" y="4791551"/>
            <a:ext cx="13192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75797" y="4791551"/>
            <a:ext cx="14192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651F7140-4F0A-72A1-B4CD-C9DEA2BD92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3962" y="609600"/>
            <a:ext cx="5869722" cy="23511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7421" y="1072858"/>
            <a:ext cx="4629379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b="1" spc="-60" dirty="0"/>
              <a:t>Types</a:t>
            </a:r>
            <a:r>
              <a:rPr sz="3300" b="1" spc="-79" dirty="0"/>
              <a:t> </a:t>
            </a:r>
            <a:r>
              <a:rPr sz="3300" b="1" spc="-11" dirty="0"/>
              <a:t>of</a:t>
            </a:r>
            <a:r>
              <a:rPr sz="3300" b="1" spc="-64" dirty="0"/>
              <a:t> </a:t>
            </a:r>
            <a:r>
              <a:rPr sz="3300" b="1" spc="-23" dirty="0"/>
              <a:t>Finite</a:t>
            </a:r>
            <a:r>
              <a:rPr sz="3300" b="1" spc="-79" dirty="0"/>
              <a:t> </a:t>
            </a:r>
            <a:r>
              <a:rPr sz="3300" b="1" spc="-41" dirty="0"/>
              <a:t>Automata</a:t>
            </a:r>
            <a:endParaRPr sz="33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687705" y="3058059"/>
            <a:ext cx="7456646" cy="36153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0975" indent="-171450" defTabSz="685800">
              <a:lnSpc>
                <a:spcPts val="2149"/>
              </a:lnSpc>
              <a:spcBef>
                <a:spcPts val="79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b="1" spc="-26" dirty="0">
                <a:solidFill>
                  <a:prstClr val="black"/>
                </a:solidFill>
                <a:latin typeface="Calibri"/>
                <a:cs typeface="Calibri"/>
              </a:rPr>
              <a:t>DFA:</a:t>
            </a:r>
            <a:endParaRPr sz="195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marR="232886" lvl="1" indent="-171450" defTabSz="685800">
              <a:lnSpc>
                <a:spcPct val="70000"/>
              </a:lnSpc>
              <a:spcBef>
                <a:spcPts val="566"/>
              </a:spcBef>
              <a:buFont typeface="Arial MT"/>
              <a:buChar char="•"/>
              <a:tabLst>
                <a:tab pos="524351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 the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prstClr val="black"/>
                </a:solidFill>
                <a:latin typeface="Calibri"/>
                <a:cs typeface="Calibri"/>
              </a:rPr>
              <a:t>DFA,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goes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to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one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only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a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particular </a:t>
            </a:r>
            <a:r>
              <a:rPr sz="2100" spc="-46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30" dirty="0">
                <a:solidFill>
                  <a:prstClr val="black"/>
                </a:solidFill>
                <a:latin typeface="Calibri"/>
                <a:cs typeface="Calibri"/>
              </a:rPr>
              <a:t>character.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lvl="1" indent="-171926" defTabSz="685800">
              <a:lnSpc>
                <a:spcPts val="2141"/>
              </a:lnSpc>
              <a:buFont typeface="Arial MT"/>
              <a:buChar char="•"/>
              <a:tabLst>
                <a:tab pos="524351" algn="l"/>
              </a:tabLst>
            </a:pP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DFA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does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not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accept the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null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move.</a:t>
            </a:r>
            <a:endParaRPr lang="en-US" sz="2100" spc="-1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lvl="1" indent="-171926" defTabSz="685800">
              <a:lnSpc>
                <a:spcPts val="2141"/>
              </a:lnSpc>
              <a:buFont typeface="Arial MT"/>
              <a:buChar char="•"/>
              <a:tabLst>
                <a:tab pos="524351" algn="l"/>
              </a:tabLst>
            </a:pPr>
            <a:r>
              <a:rPr lang="en-US" sz="2100" spc="-11" dirty="0">
                <a:solidFill>
                  <a:prstClr val="black"/>
                </a:solidFill>
                <a:latin typeface="Calibri"/>
                <a:cs typeface="Calibri"/>
              </a:rPr>
              <a:t>Path should be defined for each non-accepting input at each state</a:t>
            </a:r>
          </a:p>
          <a:p>
            <a:pPr marL="523875" lvl="1" indent="-171926" defTabSz="685800">
              <a:lnSpc>
                <a:spcPts val="2141"/>
              </a:lnSpc>
              <a:buFont typeface="Arial MT"/>
              <a:buChar char="•"/>
              <a:tabLst>
                <a:tab pos="524351" algn="l"/>
              </a:tabLst>
            </a:pPr>
            <a:r>
              <a:rPr lang="en-US" sz="2100" spc="-11" dirty="0">
                <a:solidFill>
                  <a:prstClr val="black"/>
                </a:solidFill>
                <a:latin typeface="Calibri"/>
                <a:cs typeface="Calibri"/>
              </a:rPr>
              <a:t>Halt state exist in DFA.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342900" lvl="1" defTabSz="685800">
              <a:spcBef>
                <a:spcPts val="11"/>
              </a:spcBef>
              <a:buFont typeface="Arial MT"/>
              <a:buChar char="•"/>
            </a:pPr>
            <a:endParaRPr sz="1988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lnSpc>
                <a:spcPts val="2149"/>
              </a:lnSpc>
              <a:buFont typeface="Arial MT"/>
              <a:buChar char="•"/>
              <a:tabLst>
                <a:tab pos="180975" algn="l"/>
              </a:tabLst>
            </a:pPr>
            <a:r>
              <a:rPr sz="1950" b="1" spc="-26" dirty="0">
                <a:solidFill>
                  <a:prstClr val="black"/>
                </a:solidFill>
                <a:latin typeface="Calibri"/>
                <a:cs typeface="Calibri"/>
              </a:rPr>
              <a:t>NFA:</a:t>
            </a:r>
            <a:endParaRPr sz="195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lvl="1" indent="-171926" defTabSz="685800">
              <a:lnSpc>
                <a:spcPts val="2138"/>
              </a:lnSpc>
              <a:buFont typeface="Arial MT"/>
              <a:buChar char="•"/>
              <a:tabLst>
                <a:tab pos="524351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It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used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to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transmit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any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number</a:t>
            </a:r>
            <a:r>
              <a:rPr sz="2100" spc="3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particular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input.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lvl="1" indent="-171926" defTabSz="685800">
              <a:lnSpc>
                <a:spcPts val="2333"/>
              </a:lnSpc>
              <a:buFont typeface="Arial MT"/>
              <a:buChar char="•"/>
              <a:tabLst>
                <a:tab pos="524351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It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can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accept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null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move.</a:t>
            </a:r>
            <a:endParaRPr lang="en-US" sz="2100" spc="-8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lvl="1" indent="-171926" defTabSz="685800">
              <a:lnSpc>
                <a:spcPts val="2333"/>
              </a:lnSpc>
              <a:buFont typeface="Arial MT"/>
              <a:buChar char="•"/>
              <a:tabLst>
                <a:tab pos="524351" algn="l"/>
              </a:tabLst>
            </a:pPr>
            <a:r>
              <a:rPr lang="en-US" sz="2100" spc="-11" dirty="0">
                <a:solidFill>
                  <a:prstClr val="black"/>
                </a:solidFill>
                <a:latin typeface="Calibri"/>
                <a:cs typeface="Calibri"/>
              </a:rPr>
              <a:t>No need to define path for non-accepting input at each state.</a:t>
            </a:r>
            <a:endParaRPr lang="en-US" sz="2100" spc="-8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523875" lvl="1" indent="-171926" defTabSz="685800">
              <a:lnSpc>
                <a:spcPts val="2333"/>
              </a:lnSpc>
              <a:buFont typeface="Arial MT"/>
              <a:buChar char="•"/>
              <a:tabLst>
                <a:tab pos="524351" algn="l"/>
              </a:tabLst>
            </a:pPr>
            <a:r>
              <a:rPr lang="en-US" sz="2100" spc="-8" dirty="0">
                <a:solidFill>
                  <a:prstClr val="black"/>
                </a:solidFill>
                <a:latin typeface="Calibri"/>
                <a:cs typeface="Calibri"/>
              </a:rPr>
              <a:t>Halt State does not exist in NFA.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A35EB2-3161-45C1-08DA-124A2EED4F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3046096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z="3300" b="1" spc="-34" dirty="0"/>
              <a:t>DFA </a:t>
            </a:r>
            <a:r>
              <a:rPr sz="3300" b="1" spc="-34" dirty="0"/>
              <a:t>Example</a:t>
            </a:r>
            <a:endParaRPr sz="33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7704" y="2202142"/>
            <a:ext cx="6167438" cy="1855797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DFA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that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accepts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all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strings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including</a:t>
            </a:r>
            <a:r>
              <a:rPr sz="2100" spc="3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^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string,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∑= {a,b}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spcBef>
                <a:spcPts val="41"/>
              </a:spcBef>
              <a:buFont typeface="Arial MT"/>
              <a:buChar char="•"/>
            </a:pPr>
            <a:endParaRPr sz="28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L={^,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a, b,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ab,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ba,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aa,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bb,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aba,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bab….}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spcBef>
                <a:spcPts val="41"/>
              </a:spcBef>
              <a:buFont typeface="Arial MT"/>
              <a:buChar char="•"/>
            </a:pPr>
            <a:endParaRPr sz="28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buFont typeface="Arial MT"/>
              <a:buChar char="•"/>
              <a:tabLst>
                <a:tab pos="180975" algn="l"/>
              </a:tabLst>
            </a:pP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R.E=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(a+b)*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78784" y="4345685"/>
            <a:ext cx="533876" cy="524828"/>
          </a:xfrm>
          <a:custGeom>
            <a:avLst/>
            <a:gdLst/>
            <a:ahLst/>
            <a:cxnLst/>
            <a:rect l="l" t="t" r="r" b="b"/>
            <a:pathLst>
              <a:path w="711835" h="699770">
                <a:moveTo>
                  <a:pt x="0" y="349757"/>
                </a:moveTo>
                <a:lnTo>
                  <a:pt x="3247" y="302297"/>
                </a:lnTo>
                <a:lnTo>
                  <a:pt x="12707" y="256778"/>
                </a:lnTo>
                <a:lnTo>
                  <a:pt x="27955" y="213615"/>
                </a:lnTo>
                <a:lnTo>
                  <a:pt x="48570" y="173227"/>
                </a:lnTo>
                <a:lnTo>
                  <a:pt x="74127" y="136030"/>
                </a:lnTo>
                <a:lnTo>
                  <a:pt x="104203" y="102441"/>
                </a:lnTo>
                <a:lnTo>
                  <a:pt x="138375" y="72876"/>
                </a:lnTo>
                <a:lnTo>
                  <a:pt x="176219" y="47751"/>
                </a:lnTo>
                <a:lnTo>
                  <a:pt x="217312" y="27485"/>
                </a:lnTo>
                <a:lnTo>
                  <a:pt x="261231" y="12493"/>
                </a:lnTo>
                <a:lnTo>
                  <a:pt x="307553" y="3192"/>
                </a:lnTo>
                <a:lnTo>
                  <a:pt x="355853" y="0"/>
                </a:lnTo>
                <a:lnTo>
                  <a:pt x="404154" y="3192"/>
                </a:lnTo>
                <a:lnTo>
                  <a:pt x="450476" y="12493"/>
                </a:lnTo>
                <a:lnTo>
                  <a:pt x="494395" y="27485"/>
                </a:lnTo>
                <a:lnTo>
                  <a:pt x="535488" y="47751"/>
                </a:lnTo>
                <a:lnTo>
                  <a:pt x="573332" y="72876"/>
                </a:lnTo>
                <a:lnTo>
                  <a:pt x="607504" y="102441"/>
                </a:lnTo>
                <a:lnTo>
                  <a:pt x="637580" y="136030"/>
                </a:lnTo>
                <a:lnTo>
                  <a:pt x="663137" y="173228"/>
                </a:lnTo>
                <a:lnTo>
                  <a:pt x="683752" y="213615"/>
                </a:lnTo>
                <a:lnTo>
                  <a:pt x="699000" y="256778"/>
                </a:lnTo>
                <a:lnTo>
                  <a:pt x="708460" y="302297"/>
                </a:lnTo>
                <a:lnTo>
                  <a:pt x="711707" y="349757"/>
                </a:lnTo>
                <a:lnTo>
                  <a:pt x="708460" y="397218"/>
                </a:lnTo>
                <a:lnTo>
                  <a:pt x="699000" y="442737"/>
                </a:lnTo>
                <a:lnTo>
                  <a:pt x="683752" y="485900"/>
                </a:lnTo>
                <a:lnTo>
                  <a:pt x="663137" y="526288"/>
                </a:lnTo>
                <a:lnTo>
                  <a:pt x="637580" y="563485"/>
                </a:lnTo>
                <a:lnTo>
                  <a:pt x="607504" y="597074"/>
                </a:lnTo>
                <a:lnTo>
                  <a:pt x="573332" y="626639"/>
                </a:lnTo>
                <a:lnTo>
                  <a:pt x="535488" y="651763"/>
                </a:lnTo>
                <a:lnTo>
                  <a:pt x="494395" y="672030"/>
                </a:lnTo>
                <a:lnTo>
                  <a:pt x="450476" y="687022"/>
                </a:lnTo>
                <a:lnTo>
                  <a:pt x="404154" y="696323"/>
                </a:lnTo>
                <a:lnTo>
                  <a:pt x="355853" y="699515"/>
                </a:lnTo>
                <a:lnTo>
                  <a:pt x="307553" y="696323"/>
                </a:lnTo>
                <a:lnTo>
                  <a:pt x="261231" y="687022"/>
                </a:lnTo>
                <a:lnTo>
                  <a:pt x="217312" y="672030"/>
                </a:lnTo>
                <a:lnTo>
                  <a:pt x="176219" y="651763"/>
                </a:lnTo>
                <a:lnTo>
                  <a:pt x="138375" y="626639"/>
                </a:lnTo>
                <a:lnTo>
                  <a:pt x="104203" y="597074"/>
                </a:lnTo>
                <a:lnTo>
                  <a:pt x="74127" y="563485"/>
                </a:lnTo>
                <a:lnTo>
                  <a:pt x="48570" y="526287"/>
                </a:lnTo>
                <a:lnTo>
                  <a:pt x="27955" y="485900"/>
                </a:lnTo>
                <a:lnTo>
                  <a:pt x="12707" y="442737"/>
                </a:lnTo>
                <a:lnTo>
                  <a:pt x="3247" y="397218"/>
                </a:lnTo>
                <a:lnTo>
                  <a:pt x="0" y="34975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9475" y="4261828"/>
            <a:ext cx="13287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05763" y="4582382"/>
            <a:ext cx="81915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65320" y="4343495"/>
            <a:ext cx="558641" cy="354330"/>
            <a:chOff x="5953759" y="4648326"/>
            <a:chExt cx="744855" cy="472440"/>
          </a:xfrm>
        </p:grpSpPr>
        <p:sp>
          <p:nvSpPr>
            <p:cNvPr id="8" name="object 8"/>
            <p:cNvSpPr/>
            <p:nvPr/>
          </p:nvSpPr>
          <p:spPr>
            <a:xfrm>
              <a:off x="5956807" y="4651374"/>
              <a:ext cx="738505" cy="440690"/>
            </a:xfrm>
            <a:custGeom>
              <a:avLst/>
              <a:gdLst/>
              <a:ahLst/>
              <a:cxnLst/>
              <a:rect l="l" t="t" r="r" b="b"/>
              <a:pathLst>
                <a:path w="738504" h="440689">
                  <a:moveTo>
                    <a:pt x="0" y="92075"/>
                  </a:moveTo>
                  <a:lnTo>
                    <a:pt x="35129" y="68934"/>
                  </a:lnTo>
                  <a:lnTo>
                    <a:pt x="74727" y="49019"/>
                  </a:lnTo>
                  <a:lnTo>
                    <a:pt x="118115" y="32393"/>
                  </a:lnTo>
                  <a:lnTo>
                    <a:pt x="164620" y="19116"/>
                  </a:lnTo>
                  <a:lnTo>
                    <a:pt x="213563" y="9250"/>
                  </a:lnTo>
                  <a:lnTo>
                    <a:pt x="264271" y="2857"/>
                  </a:lnTo>
                  <a:lnTo>
                    <a:pt x="316065" y="0"/>
                  </a:lnTo>
                  <a:lnTo>
                    <a:pt x="368271" y="738"/>
                  </a:lnTo>
                  <a:lnTo>
                    <a:pt x="420213" y="5135"/>
                  </a:lnTo>
                  <a:lnTo>
                    <a:pt x="471214" y="13252"/>
                  </a:lnTo>
                  <a:lnTo>
                    <a:pt x="520598" y="25151"/>
                  </a:lnTo>
                  <a:lnTo>
                    <a:pt x="567689" y="40894"/>
                  </a:lnTo>
                  <a:lnTo>
                    <a:pt x="618307" y="63980"/>
                  </a:lnTo>
                  <a:lnTo>
                    <a:pt x="660302" y="90449"/>
                  </a:lnTo>
                  <a:lnTo>
                    <a:pt x="693479" y="119669"/>
                  </a:lnTo>
                  <a:lnTo>
                    <a:pt x="717643" y="151008"/>
                  </a:lnTo>
                  <a:lnTo>
                    <a:pt x="738152" y="217510"/>
                  </a:lnTo>
                  <a:lnTo>
                    <a:pt x="734107" y="251409"/>
                  </a:lnTo>
                  <a:lnTo>
                    <a:pt x="696442" y="317340"/>
                  </a:lnTo>
                  <a:lnTo>
                    <a:pt x="662432" y="348107"/>
                  </a:lnTo>
                  <a:lnTo>
                    <a:pt x="627302" y="371248"/>
                  </a:lnTo>
                  <a:lnTo>
                    <a:pt x="587704" y="391162"/>
                  </a:lnTo>
                  <a:lnTo>
                    <a:pt x="544316" y="407789"/>
                  </a:lnTo>
                  <a:lnTo>
                    <a:pt x="497811" y="421066"/>
                  </a:lnTo>
                  <a:lnTo>
                    <a:pt x="448868" y="430932"/>
                  </a:lnTo>
                  <a:lnTo>
                    <a:pt x="398160" y="437324"/>
                  </a:lnTo>
                  <a:lnTo>
                    <a:pt x="346366" y="440182"/>
                  </a:lnTo>
                  <a:lnTo>
                    <a:pt x="294160" y="439443"/>
                  </a:lnTo>
                  <a:lnTo>
                    <a:pt x="242218" y="435046"/>
                  </a:lnTo>
                  <a:lnTo>
                    <a:pt x="191217" y="426929"/>
                  </a:lnTo>
                  <a:lnTo>
                    <a:pt x="141833" y="415030"/>
                  </a:lnTo>
                  <a:lnTo>
                    <a:pt x="94741" y="399288"/>
                  </a:lnTo>
                  <a:lnTo>
                    <a:pt x="55244" y="381889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7127" y="4983480"/>
              <a:ext cx="124968" cy="13715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080445" y="4358544"/>
            <a:ext cx="26479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2BD3A47-B472-4FC7-5B30-924C88F23F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141922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b="1" spc="-34" dirty="0"/>
              <a:t>Example</a:t>
            </a:r>
            <a:endParaRPr sz="33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7704" y="2159851"/>
            <a:ext cx="4891563" cy="3101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0975" indent="-171450" defTabSz="685800">
              <a:spcBef>
                <a:spcPts val="79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41" dirty="0">
                <a:solidFill>
                  <a:prstClr val="black"/>
                </a:solidFill>
                <a:latin typeface="Calibri"/>
                <a:cs typeface="Calibri"/>
              </a:rPr>
              <a:t>DF.A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that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does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not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accept</a:t>
            </a:r>
            <a:r>
              <a:rPr sz="1950" spc="-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any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string,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if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∑= {a,b}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7704" y="2766156"/>
            <a:ext cx="3866198" cy="3101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0975" indent="-171450" defTabSz="685800">
              <a:spcBef>
                <a:spcPts val="79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L={^,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a,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b,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ab,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ba,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aa,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bb,</a:t>
            </a:r>
            <a:r>
              <a:rPr sz="1950" spc="-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aba,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bab….}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704" y="3373279"/>
            <a:ext cx="1337786" cy="3101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0975" indent="-171450" defTabSz="685800">
              <a:spcBef>
                <a:spcPts val="79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R.E=</a:t>
            </a:r>
            <a:r>
              <a:rPr sz="1950" spc="-5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(a+b)*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7705" y="3979983"/>
            <a:ext cx="2328386" cy="122325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80975" indent="-171450" defTabSz="685800">
              <a:spcBef>
                <a:spcPts val="79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No</a:t>
            </a:r>
            <a:r>
              <a:rPr sz="1950" spc="-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final</a:t>
            </a:r>
            <a:r>
              <a:rPr sz="1950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9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No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starting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 state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5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Disconnected</a:t>
            </a:r>
            <a:r>
              <a:rPr sz="1950" spc="-5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53"/>
              </a:spcBef>
              <a:buFont typeface="Arial MT"/>
              <a:buChar char="•"/>
              <a:tabLst>
                <a:tab pos="180975" algn="l"/>
              </a:tabLst>
            </a:pP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Or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Unreachable</a:t>
            </a:r>
            <a:r>
              <a:rPr sz="1950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25237" y="2944368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40" h="666114">
                <a:moveTo>
                  <a:pt x="0" y="332993"/>
                </a:moveTo>
                <a:lnTo>
                  <a:pt x="3180" y="283789"/>
                </a:lnTo>
                <a:lnTo>
                  <a:pt x="12418" y="236825"/>
                </a:lnTo>
                <a:lnTo>
                  <a:pt x="27261" y="192617"/>
                </a:lnTo>
                <a:lnTo>
                  <a:pt x="47256" y="151680"/>
                </a:lnTo>
                <a:lnTo>
                  <a:pt x="71949" y="114530"/>
                </a:lnTo>
                <a:lnTo>
                  <a:pt x="100886" y="81681"/>
                </a:lnTo>
                <a:lnTo>
                  <a:pt x="133614" y="53650"/>
                </a:lnTo>
                <a:lnTo>
                  <a:pt x="169680" y="30951"/>
                </a:lnTo>
                <a:lnTo>
                  <a:pt x="208630" y="14099"/>
                </a:lnTo>
                <a:lnTo>
                  <a:pt x="250011" y="3610"/>
                </a:lnTo>
                <a:lnTo>
                  <a:pt x="293369" y="0"/>
                </a:lnTo>
                <a:lnTo>
                  <a:pt x="336728" y="3610"/>
                </a:lnTo>
                <a:lnTo>
                  <a:pt x="378109" y="14099"/>
                </a:lnTo>
                <a:lnTo>
                  <a:pt x="417059" y="30951"/>
                </a:lnTo>
                <a:lnTo>
                  <a:pt x="453125" y="53650"/>
                </a:lnTo>
                <a:lnTo>
                  <a:pt x="485853" y="81681"/>
                </a:lnTo>
                <a:lnTo>
                  <a:pt x="514790" y="114530"/>
                </a:lnTo>
                <a:lnTo>
                  <a:pt x="539483" y="151680"/>
                </a:lnTo>
                <a:lnTo>
                  <a:pt x="559478" y="192617"/>
                </a:lnTo>
                <a:lnTo>
                  <a:pt x="574321" y="236825"/>
                </a:lnTo>
                <a:lnTo>
                  <a:pt x="583559" y="283789"/>
                </a:lnTo>
                <a:lnTo>
                  <a:pt x="586739" y="332993"/>
                </a:lnTo>
                <a:lnTo>
                  <a:pt x="583559" y="382198"/>
                </a:lnTo>
                <a:lnTo>
                  <a:pt x="574321" y="429162"/>
                </a:lnTo>
                <a:lnTo>
                  <a:pt x="559478" y="473370"/>
                </a:lnTo>
                <a:lnTo>
                  <a:pt x="539483" y="514307"/>
                </a:lnTo>
                <a:lnTo>
                  <a:pt x="514790" y="551457"/>
                </a:lnTo>
                <a:lnTo>
                  <a:pt x="485853" y="584306"/>
                </a:lnTo>
                <a:lnTo>
                  <a:pt x="453125" y="612337"/>
                </a:lnTo>
                <a:lnTo>
                  <a:pt x="417059" y="635036"/>
                </a:lnTo>
                <a:lnTo>
                  <a:pt x="378109" y="651888"/>
                </a:lnTo>
                <a:lnTo>
                  <a:pt x="336728" y="662377"/>
                </a:lnTo>
                <a:lnTo>
                  <a:pt x="293369" y="665988"/>
                </a:lnTo>
                <a:lnTo>
                  <a:pt x="250011" y="662377"/>
                </a:lnTo>
                <a:lnTo>
                  <a:pt x="208630" y="651888"/>
                </a:lnTo>
                <a:lnTo>
                  <a:pt x="169680" y="635036"/>
                </a:lnTo>
                <a:lnTo>
                  <a:pt x="133614" y="612337"/>
                </a:lnTo>
                <a:lnTo>
                  <a:pt x="100886" y="584306"/>
                </a:lnTo>
                <a:lnTo>
                  <a:pt x="71949" y="551457"/>
                </a:lnTo>
                <a:lnTo>
                  <a:pt x="47256" y="514307"/>
                </a:lnTo>
                <a:lnTo>
                  <a:pt x="27261" y="473370"/>
                </a:lnTo>
                <a:lnTo>
                  <a:pt x="12418" y="429162"/>
                </a:lnTo>
                <a:lnTo>
                  <a:pt x="3180" y="382198"/>
                </a:lnTo>
                <a:lnTo>
                  <a:pt x="0" y="33299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84210" y="2957227"/>
            <a:ext cx="1243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65292" y="2939605"/>
            <a:ext cx="2001679" cy="509111"/>
            <a:chOff x="7687056" y="2776473"/>
            <a:chExt cx="2668905" cy="678815"/>
          </a:xfrm>
        </p:grpSpPr>
        <p:sp>
          <p:nvSpPr>
            <p:cNvPr id="10" name="object 10"/>
            <p:cNvSpPr/>
            <p:nvPr/>
          </p:nvSpPr>
          <p:spPr>
            <a:xfrm>
              <a:off x="9762744" y="2782823"/>
              <a:ext cx="586740" cy="666115"/>
            </a:xfrm>
            <a:custGeom>
              <a:avLst/>
              <a:gdLst/>
              <a:ahLst/>
              <a:cxnLst/>
              <a:rect l="l" t="t" r="r" b="b"/>
              <a:pathLst>
                <a:path w="586740" h="666114">
                  <a:moveTo>
                    <a:pt x="0" y="332993"/>
                  </a:moveTo>
                  <a:lnTo>
                    <a:pt x="3180" y="283789"/>
                  </a:lnTo>
                  <a:lnTo>
                    <a:pt x="12418" y="236825"/>
                  </a:lnTo>
                  <a:lnTo>
                    <a:pt x="27261" y="192617"/>
                  </a:lnTo>
                  <a:lnTo>
                    <a:pt x="47256" y="151680"/>
                  </a:lnTo>
                  <a:lnTo>
                    <a:pt x="71949" y="114530"/>
                  </a:lnTo>
                  <a:lnTo>
                    <a:pt x="100886" y="81681"/>
                  </a:lnTo>
                  <a:lnTo>
                    <a:pt x="133614" y="53650"/>
                  </a:lnTo>
                  <a:lnTo>
                    <a:pt x="169680" y="30951"/>
                  </a:lnTo>
                  <a:lnTo>
                    <a:pt x="208630" y="14099"/>
                  </a:lnTo>
                  <a:lnTo>
                    <a:pt x="250011" y="3610"/>
                  </a:lnTo>
                  <a:lnTo>
                    <a:pt x="293370" y="0"/>
                  </a:lnTo>
                  <a:lnTo>
                    <a:pt x="336728" y="3610"/>
                  </a:lnTo>
                  <a:lnTo>
                    <a:pt x="378109" y="14099"/>
                  </a:lnTo>
                  <a:lnTo>
                    <a:pt x="417059" y="30951"/>
                  </a:lnTo>
                  <a:lnTo>
                    <a:pt x="453125" y="53650"/>
                  </a:lnTo>
                  <a:lnTo>
                    <a:pt x="485853" y="81681"/>
                  </a:lnTo>
                  <a:lnTo>
                    <a:pt x="514790" y="114530"/>
                  </a:lnTo>
                  <a:lnTo>
                    <a:pt x="539483" y="151680"/>
                  </a:lnTo>
                  <a:lnTo>
                    <a:pt x="559478" y="192617"/>
                  </a:lnTo>
                  <a:lnTo>
                    <a:pt x="574321" y="236825"/>
                  </a:lnTo>
                  <a:lnTo>
                    <a:pt x="583559" y="283789"/>
                  </a:lnTo>
                  <a:lnTo>
                    <a:pt x="586739" y="332993"/>
                  </a:lnTo>
                  <a:lnTo>
                    <a:pt x="583559" y="382198"/>
                  </a:lnTo>
                  <a:lnTo>
                    <a:pt x="574321" y="429162"/>
                  </a:lnTo>
                  <a:lnTo>
                    <a:pt x="559478" y="473370"/>
                  </a:lnTo>
                  <a:lnTo>
                    <a:pt x="539483" y="514307"/>
                  </a:lnTo>
                  <a:lnTo>
                    <a:pt x="514790" y="551457"/>
                  </a:lnTo>
                  <a:lnTo>
                    <a:pt x="485853" y="584306"/>
                  </a:lnTo>
                  <a:lnTo>
                    <a:pt x="453125" y="612337"/>
                  </a:lnTo>
                  <a:lnTo>
                    <a:pt x="417059" y="635036"/>
                  </a:lnTo>
                  <a:lnTo>
                    <a:pt x="378109" y="651888"/>
                  </a:lnTo>
                  <a:lnTo>
                    <a:pt x="336728" y="662377"/>
                  </a:lnTo>
                  <a:lnTo>
                    <a:pt x="293370" y="665988"/>
                  </a:lnTo>
                  <a:lnTo>
                    <a:pt x="250011" y="662377"/>
                  </a:lnTo>
                  <a:lnTo>
                    <a:pt x="208630" y="651888"/>
                  </a:lnTo>
                  <a:lnTo>
                    <a:pt x="169680" y="635036"/>
                  </a:lnTo>
                  <a:lnTo>
                    <a:pt x="133614" y="612337"/>
                  </a:lnTo>
                  <a:lnTo>
                    <a:pt x="100886" y="584306"/>
                  </a:lnTo>
                  <a:lnTo>
                    <a:pt x="71949" y="551457"/>
                  </a:lnTo>
                  <a:lnTo>
                    <a:pt x="47256" y="514307"/>
                  </a:lnTo>
                  <a:lnTo>
                    <a:pt x="27261" y="473370"/>
                  </a:lnTo>
                  <a:lnTo>
                    <a:pt x="12418" y="429162"/>
                  </a:lnTo>
                  <a:lnTo>
                    <a:pt x="3180" y="382198"/>
                  </a:lnTo>
                  <a:lnTo>
                    <a:pt x="0" y="33299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7687056" y="3076955"/>
              <a:ext cx="2074545" cy="76200"/>
            </a:xfrm>
            <a:custGeom>
              <a:avLst/>
              <a:gdLst/>
              <a:ahLst/>
              <a:cxnLst/>
              <a:rect l="l" t="t" r="r" b="b"/>
              <a:pathLst>
                <a:path w="2074545" h="76200">
                  <a:moveTo>
                    <a:pt x="1998091" y="0"/>
                  </a:moveTo>
                  <a:lnTo>
                    <a:pt x="1998091" y="76200"/>
                  </a:lnTo>
                  <a:lnTo>
                    <a:pt x="2061591" y="44450"/>
                  </a:lnTo>
                  <a:lnTo>
                    <a:pt x="2010791" y="44450"/>
                  </a:lnTo>
                  <a:lnTo>
                    <a:pt x="2010791" y="31750"/>
                  </a:lnTo>
                  <a:lnTo>
                    <a:pt x="2061591" y="31750"/>
                  </a:lnTo>
                  <a:lnTo>
                    <a:pt x="1998091" y="0"/>
                  </a:lnTo>
                  <a:close/>
                </a:path>
                <a:path w="2074545" h="76200">
                  <a:moveTo>
                    <a:pt x="199809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998091" y="44450"/>
                  </a:lnTo>
                  <a:lnTo>
                    <a:pt x="1998091" y="31750"/>
                  </a:lnTo>
                  <a:close/>
                </a:path>
                <a:path w="2074545" h="76200">
                  <a:moveTo>
                    <a:pt x="2061591" y="31750"/>
                  </a:moveTo>
                  <a:lnTo>
                    <a:pt x="2010791" y="31750"/>
                  </a:lnTo>
                  <a:lnTo>
                    <a:pt x="2010791" y="44450"/>
                  </a:lnTo>
                  <a:lnTo>
                    <a:pt x="2061591" y="44450"/>
                  </a:lnTo>
                  <a:lnTo>
                    <a:pt x="2074291" y="38100"/>
                  </a:lnTo>
                  <a:lnTo>
                    <a:pt x="2061591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81639" y="2888932"/>
            <a:ext cx="26479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65736" y="2914269"/>
            <a:ext cx="26479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714298" y="2908017"/>
            <a:ext cx="597694" cy="354330"/>
            <a:chOff x="10285730" y="2734356"/>
            <a:chExt cx="796925" cy="472440"/>
          </a:xfrm>
        </p:grpSpPr>
        <p:sp>
          <p:nvSpPr>
            <p:cNvPr id="15" name="object 15"/>
            <p:cNvSpPr/>
            <p:nvPr/>
          </p:nvSpPr>
          <p:spPr>
            <a:xfrm>
              <a:off x="10288778" y="2737404"/>
              <a:ext cx="791210" cy="440055"/>
            </a:xfrm>
            <a:custGeom>
              <a:avLst/>
              <a:gdLst/>
              <a:ahLst/>
              <a:cxnLst/>
              <a:rect l="l" t="t" r="r" b="b"/>
              <a:pathLst>
                <a:path w="791209" h="440055">
                  <a:moveTo>
                    <a:pt x="0" y="149051"/>
                  </a:moveTo>
                  <a:lnTo>
                    <a:pt x="48511" y="96141"/>
                  </a:lnTo>
                  <a:lnTo>
                    <a:pt x="81133" y="73444"/>
                  </a:lnTo>
                  <a:lnTo>
                    <a:pt x="118514" y="53472"/>
                  </a:lnTo>
                  <a:lnTo>
                    <a:pt x="160042" y="36387"/>
                  </a:lnTo>
                  <a:lnTo>
                    <a:pt x="205104" y="22353"/>
                  </a:lnTo>
                  <a:lnTo>
                    <a:pt x="253088" y="11533"/>
                  </a:lnTo>
                  <a:lnTo>
                    <a:pt x="303379" y="4092"/>
                  </a:lnTo>
                  <a:lnTo>
                    <a:pt x="355365" y="193"/>
                  </a:lnTo>
                  <a:lnTo>
                    <a:pt x="408434" y="0"/>
                  </a:lnTo>
                  <a:lnTo>
                    <a:pt x="461972" y="3675"/>
                  </a:lnTo>
                  <a:lnTo>
                    <a:pt x="515366" y="11383"/>
                  </a:lnTo>
                  <a:lnTo>
                    <a:pt x="576018" y="25636"/>
                  </a:lnTo>
                  <a:lnTo>
                    <a:pt x="630220" y="44464"/>
                  </a:lnTo>
                  <a:lnTo>
                    <a:pt x="677452" y="67293"/>
                  </a:lnTo>
                  <a:lnTo>
                    <a:pt x="717192" y="93547"/>
                  </a:lnTo>
                  <a:lnTo>
                    <a:pt x="748918" y="122651"/>
                  </a:lnTo>
                  <a:lnTo>
                    <a:pt x="772111" y="154029"/>
                  </a:lnTo>
                  <a:lnTo>
                    <a:pt x="790807" y="221309"/>
                  </a:lnTo>
                  <a:lnTo>
                    <a:pt x="785269" y="256059"/>
                  </a:lnTo>
                  <a:lnTo>
                    <a:pt x="769112" y="290783"/>
                  </a:lnTo>
                  <a:lnTo>
                    <a:pt x="720600" y="343693"/>
                  </a:lnTo>
                  <a:lnTo>
                    <a:pt x="687978" y="366390"/>
                  </a:lnTo>
                  <a:lnTo>
                    <a:pt x="650597" y="386362"/>
                  </a:lnTo>
                  <a:lnTo>
                    <a:pt x="609069" y="403447"/>
                  </a:lnTo>
                  <a:lnTo>
                    <a:pt x="564007" y="417481"/>
                  </a:lnTo>
                  <a:lnTo>
                    <a:pt x="516023" y="428301"/>
                  </a:lnTo>
                  <a:lnTo>
                    <a:pt x="465732" y="435742"/>
                  </a:lnTo>
                  <a:lnTo>
                    <a:pt x="413746" y="439641"/>
                  </a:lnTo>
                  <a:lnTo>
                    <a:pt x="360677" y="439835"/>
                  </a:lnTo>
                  <a:lnTo>
                    <a:pt x="307139" y="436159"/>
                  </a:lnTo>
                  <a:lnTo>
                    <a:pt x="253746" y="428451"/>
                  </a:lnTo>
                  <a:lnTo>
                    <a:pt x="214316" y="419896"/>
                  </a:lnTo>
                  <a:lnTo>
                    <a:pt x="176815" y="409163"/>
                  </a:lnTo>
                  <a:lnTo>
                    <a:pt x="108839" y="381588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3200" y="3069335"/>
              <a:ext cx="124968" cy="13716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5325238" y="3809619"/>
            <a:ext cx="2436971" cy="499586"/>
          </a:xfrm>
          <a:custGeom>
            <a:avLst/>
            <a:gdLst/>
            <a:ahLst/>
            <a:cxnLst/>
            <a:rect l="l" t="t" r="r" b="b"/>
            <a:pathLst>
              <a:path w="3249295" h="666114">
                <a:moveTo>
                  <a:pt x="0" y="332993"/>
                </a:moveTo>
                <a:lnTo>
                  <a:pt x="3180" y="283789"/>
                </a:lnTo>
                <a:lnTo>
                  <a:pt x="12418" y="236825"/>
                </a:lnTo>
                <a:lnTo>
                  <a:pt x="27261" y="192617"/>
                </a:lnTo>
                <a:lnTo>
                  <a:pt x="47256" y="151680"/>
                </a:lnTo>
                <a:lnTo>
                  <a:pt x="71949" y="114530"/>
                </a:lnTo>
                <a:lnTo>
                  <a:pt x="100886" y="81681"/>
                </a:lnTo>
                <a:lnTo>
                  <a:pt x="133614" y="53650"/>
                </a:lnTo>
                <a:lnTo>
                  <a:pt x="169680" y="30951"/>
                </a:lnTo>
                <a:lnTo>
                  <a:pt x="208630" y="14099"/>
                </a:lnTo>
                <a:lnTo>
                  <a:pt x="250011" y="3610"/>
                </a:lnTo>
                <a:lnTo>
                  <a:pt x="293369" y="0"/>
                </a:lnTo>
                <a:lnTo>
                  <a:pt x="336728" y="3610"/>
                </a:lnTo>
                <a:lnTo>
                  <a:pt x="378109" y="14099"/>
                </a:lnTo>
                <a:lnTo>
                  <a:pt x="417059" y="30951"/>
                </a:lnTo>
                <a:lnTo>
                  <a:pt x="453125" y="53650"/>
                </a:lnTo>
                <a:lnTo>
                  <a:pt x="485853" y="81681"/>
                </a:lnTo>
                <a:lnTo>
                  <a:pt x="514790" y="114530"/>
                </a:lnTo>
                <a:lnTo>
                  <a:pt x="539483" y="151680"/>
                </a:lnTo>
                <a:lnTo>
                  <a:pt x="559478" y="192617"/>
                </a:lnTo>
                <a:lnTo>
                  <a:pt x="574321" y="236825"/>
                </a:lnTo>
                <a:lnTo>
                  <a:pt x="583559" y="283789"/>
                </a:lnTo>
                <a:lnTo>
                  <a:pt x="586739" y="332993"/>
                </a:lnTo>
                <a:lnTo>
                  <a:pt x="583559" y="382198"/>
                </a:lnTo>
                <a:lnTo>
                  <a:pt x="574321" y="429162"/>
                </a:lnTo>
                <a:lnTo>
                  <a:pt x="559478" y="473370"/>
                </a:lnTo>
                <a:lnTo>
                  <a:pt x="539483" y="514307"/>
                </a:lnTo>
                <a:lnTo>
                  <a:pt x="514790" y="551457"/>
                </a:lnTo>
                <a:lnTo>
                  <a:pt x="485853" y="584306"/>
                </a:lnTo>
                <a:lnTo>
                  <a:pt x="453125" y="612337"/>
                </a:lnTo>
                <a:lnTo>
                  <a:pt x="417059" y="635036"/>
                </a:lnTo>
                <a:lnTo>
                  <a:pt x="378109" y="651888"/>
                </a:lnTo>
                <a:lnTo>
                  <a:pt x="336728" y="662377"/>
                </a:lnTo>
                <a:lnTo>
                  <a:pt x="293369" y="665987"/>
                </a:lnTo>
                <a:lnTo>
                  <a:pt x="250011" y="662377"/>
                </a:lnTo>
                <a:lnTo>
                  <a:pt x="208630" y="651888"/>
                </a:lnTo>
                <a:lnTo>
                  <a:pt x="169680" y="635036"/>
                </a:lnTo>
                <a:lnTo>
                  <a:pt x="133614" y="612337"/>
                </a:lnTo>
                <a:lnTo>
                  <a:pt x="100886" y="584306"/>
                </a:lnTo>
                <a:lnTo>
                  <a:pt x="71949" y="551457"/>
                </a:lnTo>
                <a:lnTo>
                  <a:pt x="47256" y="514307"/>
                </a:lnTo>
                <a:lnTo>
                  <a:pt x="27261" y="473370"/>
                </a:lnTo>
                <a:lnTo>
                  <a:pt x="12418" y="429162"/>
                </a:lnTo>
                <a:lnTo>
                  <a:pt x="3180" y="382198"/>
                </a:lnTo>
                <a:lnTo>
                  <a:pt x="0" y="332993"/>
                </a:lnTo>
                <a:close/>
              </a:path>
              <a:path w="3249295" h="666114">
                <a:moveTo>
                  <a:pt x="2662428" y="332993"/>
                </a:moveTo>
                <a:lnTo>
                  <a:pt x="2665608" y="283789"/>
                </a:lnTo>
                <a:lnTo>
                  <a:pt x="2674846" y="236825"/>
                </a:lnTo>
                <a:lnTo>
                  <a:pt x="2689689" y="192617"/>
                </a:lnTo>
                <a:lnTo>
                  <a:pt x="2709684" y="151680"/>
                </a:lnTo>
                <a:lnTo>
                  <a:pt x="2734377" y="114530"/>
                </a:lnTo>
                <a:lnTo>
                  <a:pt x="2763314" y="81681"/>
                </a:lnTo>
                <a:lnTo>
                  <a:pt x="2796042" y="53650"/>
                </a:lnTo>
                <a:lnTo>
                  <a:pt x="2832108" y="30951"/>
                </a:lnTo>
                <a:lnTo>
                  <a:pt x="2871058" y="14099"/>
                </a:lnTo>
                <a:lnTo>
                  <a:pt x="2912439" y="3610"/>
                </a:lnTo>
                <a:lnTo>
                  <a:pt x="2955798" y="0"/>
                </a:lnTo>
                <a:lnTo>
                  <a:pt x="2999156" y="3610"/>
                </a:lnTo>
                <a:lnTo>
                  <a:pt x="3040537" y="14099"/>
                </a:lnTo>
                <a:lnTo>
                  <a:pt x="3079487" y="30951"/>
                </a:lnTo>
                <a:lnTo>
                  <a:pt x="3115553" y="53650"/>
                </a:lnTo>
                <a:lnTo>
                  <a:pt x="3148281" y="81681"/>
                </a:lnTo>
                <a:lnTo>
                  <a:pt x="3177218" y="114530"/>
                </a:lnTo>
                <a:lnTo>
                  <a:pt x="3201911" y="151680"/>
                </a:lnTo>
                <a:lnTo>
                  <a:pt x="3221906" y="192617"/>
                </a:lnTo>
                <a:lnTo>
                  <a:pt x="3236749" y="236825"/>
                </a:lnTo>
                <a:lnTo>
                  <a:pt x="3245987" y="283789"/>
                </a:lnTo>
                <a:lnTo>
                  <a:pt x="3249167" y="332993"/>
                </a:lnTo>
                <a:lnTo>
                  <a:pt x="3245987" y="382198"/>
                </a:lnTo>
                <a:lnTo>
                  <a:pt x="3236749" y="429162"/>
                </a:lnTo>
                <a:lnTo>
                  <a:pt x="3221906" y="473370"/>
                </a:lnTo>
                <a:lnTo>
                  <a:pt x="3201911" y="514307"/>
                </a:lnTo>
                <a:lnTo>
                  <a:pt x="3177218" y="551457"/>
                </a:lnTo>
                <a:lnTo>
                  <a:pt x="3148281" y="584306"/>
                </a:lnTo>
                <a:lnTo>
                  <a:pt x="3115553" y="612337"/>
                </a:lnTo>
                <a:lnTo>
                  <a:pt x="3079487" y="635036"/>
                </a:lnTo>
                <a:lnTo>
                  <a:pt x="3040537" y="651888"/>
                </a:lnTo>
                <a:lnTo>
                  <a:pt x="2999156" y="662377"/>
                </a:lnTo>
                <a:lnTo>
                  <a:pt x="2955798" y="665987"/>
                </a:lnTo>
                <a:lnTo>
                  <a:pt x="2912439" y="662377"/>
                </a:lnTo>
                <a:lnTo>
                  <a:pt x="2871058" y="651888"/>
                </a:lnTo>
                <a:lnTo>
                  <a:pt x="2832108" y="635036"/>
                </a:lnTo>
                <a:lnTo>
                  <a:pt x="2796042" y="612337"/>
                </a:lnTo>
                <a:lnTo>
                  <a:pt x="2763314" y="584306"/>
                </a:lnTo>
                <a:lnTo>
                  <a:pt x="2734377" y="551457"/>
                </a:lnTo>
                <a:lnTo>
                  <a:pt x="2709684" y="514307"/>
                </a:lnTo>
                <a:lnTo>
                  <a:pt x="2689689" y="473370"/>
                </a:lnTo>
                <a:lnTo>
                  <a:pt x="2674846" y="429162"/>
                </a:lnTo>
                <a:lnTo>
                  <a:pt x="2665608" y="382198"/>
                </a:lnTo>
                <a:lnTo>
                  <a:pt x="2662428" y="332993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66648" y="3873246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65292" y="4030217"/>
            <a:ext cx="1555909" cy="57150"/>
          </a:xfrm>
          <a:custGeom>
            <a:avLst/>
            <a:gdLst/>
            <a:ahLst/>
            <a:cxnLst/>
            <a:rect l="l" t="t" r="r" b="b"/>
            <a:pathLst>
              <a:path w="2074545" h="76200">
                <a:moveTo>
                  <a:pt x="1998091" y="0"/>
                </a:moveTo>
                <a:lnTo>
                  <a:pt x="1998091" y="76200"/>
                </a:lnTo>
                <a:lnTo>
                  <a:pt x="2061591" y="44450"/>
                </a:lnTo>
                <a:lnTo>
                  <a:pt x="2010791" y="44450"/>
                </a:lnTo>
                <a:lnTo>
                  <a:pt x="2010791" y="31750"/>
                </a:lnTo>
                <a:lnTo>
                  <a:pt x="2061591" y="31750"/>
                </a:lnTo>
                <a:lnTo>
                  <a:pt x="1998091" y="0"/>
                </a:lnTo>
                <a:close/>
              </a:path>
              <a:path w="2074545" h="76200">
                <a:moveTo>
                  <a:pt x="199809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998091" y="44450"/>
                </a:lnTo>
                <a:lnTo>
                  <a:pt x="1998091" y="31750"/>
                </a:lnTo>
                <a:close/>
              </a:path>
              <a:path w="2074545" h="76200">
                <a:moveTo>
                  <a:pt x="2061591" y="31750"/>
                </a:moveTo>
                <a:lnTo>
                  <a:pt x="2010791" y="31750"/>
                </a:lnTo>
                <a:lnTo>
                  <a:pt x="2010791" y="44450"/>
                </a:lnTo>
                <a:lnTo>
                  <a:pt x="2061591" y="44450"/>
                </a:lnTo>
                <a:lnTo>
                  <a:pt x="2074291" y="38100"/>
                </a:lnTo>
                <a:lnTo>
                  <a:pt x="2061591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81639" y="3754564"/>
            <a:ext cx="26479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65736" y="3779996"/>
            <a:ext cx="26479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14298" y="3773268"/>
            <a:ext cx="597694" cy="354330"/>
            <a:chOff x="10285730" y="3888024"/>
            <a:chExt cx="796925" cy="472440"/>
          </a:xfrm>
        </p:grpSpPr>
        <p:sp>
          <p:nvSpPr>
            <p:cNvPr id="23" name="object 23"/>
            <p:cNvSpPr/>
            <p:nvPr/>
          </p:nvSpPr>
          <p:spPr>
            <a:xfrm>
              <a:off x="10288778" y="3891072"/>
              <a:ext cx="791210" cy="440055"/>
            </a:xfrm>
            <a:custGeom>
              <a:avLst/>
              <a:gdLst/>
              <a:ahLst/>
              <a:cxnLst/>
              <a:rect l="l" t="t" r="r" b="b"/>
              <a:pathLst>
                <a:path w="791209" h="440054">
                  <a:moveTo>
                    <a:pt x="0" y="149051"/>
                  </a:moveTo>
                  <a:lnTo>
                    <a:pt x="48511" y="96141"/>
                  </a:lnTo>
                  <a:lnTo>
                    <a:pt x="81133" y="73444"/>
                  </a:lnTo>
                  <a:lnTo>
                    <a:pt x="118514" y="53472"/>
                  </a:lnTo>
                  <a:lnTo>
                    <a:pt x="160042" y="36387"/>
                  </a:lnTo>
                  <a:lnTo>
                    <a:pt x="205104" y="22353"/>
                  </a:lnTo>
                  <a:lnTo>
                    <a:pt x="253088" y="11533"/>
                  </a:lnTo>
                  <a:lnTo>
                    <a:pt x="303379" y="4092"/>
                  </a:lnTo>
                  <a:lnTo>
                    <a:pt x="355365" y="193"/>
                  </a:lnTo>
                  <a:lnTo>
                    <a:pt x="408434" y="0"/>
                  </a:lnTo>
                  <a:lnTo>
                    <a:pt x="461972" y="3675"/>
                  </a:lnTo>
                  <a:lnTo>
                    <a:pt x="515366" y="11383"/>
                  </a:lnTo>
                  <a:lnTo>
                    <a:pt x="576018" y="25636"/>
                  </a:lnTo>
                  <a:lnTo>
                    <a:pt x="630220" y="44464"/>
                  </a:lnTo>
                  <a:lnTo>
                    <a:pt x="677452" y="67293"/>
                  </a:lnTo>
                  <a:lnTo>
                    <a:pt x="717192" y="93547"/>
                  </a:lnTo>
                  <a:lnTo>
                    <a:pt x="748918" y="122651"/>
                  </a:lnTo>
                  <a:lnTo>
                    <a:pt x="772111" y="154029"/>
                  </a:lnTo>
                  <a:lnTo>
                    <a:pt x="790807" y="221309"/>
                  </a:lnTo>
                  <a:lnTo>
                    <a:pt x="785269" y="256059"/>
                  </a:lnTo>
                  <a:lnTo>
                    <a:pt x="769112" y="290783"/>
                  </a:lnTo>
                  <a:lnTo>
                    <a:pt x="720600" y="343693"/>
                  </a:lnTo>
                  <a:lnTo>
                    <a:pt x="687978" y="366390"/>
                  </a:lnTo>
                  <a:lnTo>
                    <a:pt x="650597" y="386362"/>
                  </a:lnTo>
                  <a:lnTo>
                    <a:pt x="609069" y="403447"/>
                  </a:lnTo>
                  <a:lnTo>
                    <a:pt x="564007" y="417481"/>
                  </a:lnTo>
                  <a:lnTo>
                    <a:pt x="516023" y="428301"/>
                  </a:lnTo>
                  <a:lnTo>
                    <a:pt x="465732" y="435742"/>
                  </a:lnTo>
                  <a:lnTo>
                    <a:pt x="413746" y="439641"/>
                  </a:lnTo>
                  <a:lnTo>
                    <a:pt x="360677" y="439835"/>
                  </a:lnTo>
                  <a:lnTo>
                    <a:pt x="307139" y="436159"/>
                  </a:lnTo>
                  <a:lnTo>
                    <a:pt x="253746" y="428451"/>
                  </a:lnTo>
                  <a:lnTo>
                    <a:pt x="214316" y="419896"/>
                  </a:lnTo>
                  <a:lnTo>
                    <a:pt x="176815" y="409163"/>
                  </a:lnTo>
                  <a:lnTo>
                    <a:pt x="108839" y="381588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3200" y="4223003"/>
              <a:ext cx="124968" cy="137159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5342382" y="4954906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40" h="666114">
                <a:moveTo>
                  <a:pt x="0" y="332994"/>
                </a:moveTo>
                <a:lnTo>
                  <a:pt x="3180" y="283786"/>
                </a:lnTo>
                <a:lnTo>
                  <a:pt x="12418" y="236820"/>
                </a:lnTo>
                <a:lnTo>
                  <a:pt x="27261" y="192611"/>
                </a:lnTo>
                <a:lnTo>
                  <a:pt x="47256" y="151674"/>
                </a:lnTo>
                <a:lnTo>
                  <a:pt x="71949" y="114524"/>
                </a:lnTo>
                <a:lnTo>
                  <a:pt x="100886" y="81677"/>
                </a:lnTo>
                <a:lnTo>
                  <a:pt x="133614" y="53647"/>
                </a:lnTo>
                <a:lnTo>
                  <a:pt x="169680" y="30949"/>
                </a:lnTo>
                <a:lnTo>
                  <a:pt x="208630" y="14098"/>
                </a:lnTo>
                <a:lnTo>
                  <a:pt x="250011" y="3610"/>
                </a:lnTo>
                <a:lnTo>
                  <a:pt x="293370" y="0"/>
                </a:lnTo>
                <a:lnTo>
                  <a:pt x="336728" y="3610"/>
                </a:lnTo>
                <a:lnTo>
                  <a:pt x="378109" y="14098"/>
                </a:lnTo>
                <a:lnTo>
                  <a:pt x="417059" y="30949"/>
                </a:lnTo>
                <a:lnTo>
                  <a:pt x="453125" y="53647"/>
                </a:lnTo>
                <a:lnTo>
                  <a:pt x="485853" y="81677"/>
                </a:lnTo>
                <a:lnTo>
                  <a:pt x="514790" y="114524"/>
                </a:lnTo>
                <a:lnTo>
                  <a:pt x="539483" y="151674"/>
                </a:lnTo>
                <a:lnTo>
                  <a:pt x="559478" y="192611"/>
                </a:lnTo>
                <a:lnTo>
                  <a:pt x="574321" y="236820"/>
                </a:lnTo>
                <a:lnTo>
                  <a:pt x="583559" y="283786"/>
                </a:lnTo>
                <a:lnTo>
                  <a:pt x="586740" y="332994"/>
                </a:lnTo>
                <a:lnTo>
                  <a:pt x="583559" y="382201"/>
                </a:lnTo>
                <a:lnTo>
                  <a:pt x="574321" y="429167"/>
                </a:lnTo>
                <a:lnTo>
                  <a:pt x="559478" y="473376"/>
                </a:lnTo>
                <a:lnTo>
                  <a:pt x="539483" y="514313"/>
                </a:lnTo>
                <a:lnTo>
                  <a:pt x="514790" y="551463"/>
                </a:lnTo>
                <a:lnTo>
                  <a:pt x="485853" y="584310"/>
                </a:lnTo>
                <a:lnTo>
                  <a:pt x="453125" y="612340"/>
                </a:lnTo>
                <a:lnTo>
                  <a:pt x="417059" y="635038"/>
                </a:lnTo>
                <a:lnTo>
                  <a:pt x="378109" y="651889"/>
                </a:lnTo>
                <a:lnTo>
                  <a:pt x="336728" y="662377"/>
                </a:lnTo>
                <a:lnTo>
                  <a:pt x="293370" y="665988"/>
                </a:lnTo>
                <a:lnTo>
                  <a:pt x="250011" y="662377"/>
                </a:lnTo>
                <a:lnTo>
                  <a:pt x="208630" y="651889"/>
                </a:lnTo>
                <a:lnTo>
                  <a:pt x="169680" y="635038"/>
                </a:lnTo>
                <a:lnTo>
                  <a:pt x="133614" y="612340"/>
                </a:lnTo>
                <a:lnTo>
                  <a:pt x="100886" y="584310"/>
                </a:lnTo>
                <a:lnTo>
                  <a:pt x="71949" y="551463"/>
                </a:lnTo>
                <a:lnTo>
                  <a:pt x="47256" y="514313"/>
                </a:lnTo>
                <a:lnTo>
                  <a:pt x="27261" y="473376"/>
                </a:lnTo>
                <a:lnTo>
                  <a:pt x="12418" y="429167"/>
                </a:lnTo>
                <a:lnTo>
                  <a:pt x="3180" y="382201"/>
                </a:lnTo>
                <a:lnTo>
                  <a:pt x="0" y="33299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01068" y="4969153"/>
            <a:ext cx="1243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338060" y="4954906"/>
            <a:ext cx="441484" cy="499586"/>
          </a:xfrm>
          <a:custGeom>
            <a:avLst/>
            <a:gdLst/>
            <a:ahLst/>
            <a:cxnLst/>
            <a:rect l="l" t="t" r="r" b="b"/>
            <a:pathLst>
              <a:path w="588645" h="666114">
                <a:moveTo>
                  <a:pt x="0" y="332994"/>
                </a:moveTo>
                <a:lnTo>
                  <a:pt x="3189" y="283786"/>
                </a:lnTo>
                <a:lnTo>
                  <a:pt x="12454" y="236820"/>
                </a:lnTo>
                <a:lnTo>
                  <a:pt x="27339" y="192611"/>
                </a:lnTo>
                <a:lnTo>
                  <a:pt x="47389" y="151674"/>
                </a:lnTo>
                <a:lnTo>
                  <a:pt x="72149" y="114524"/>
                </a:lnTo>
                <a:lnTo>
                  <a:pt x="101164" y="81677"/>
                </a:lnTo>
                <a:lnTo>
                  <a:pt x="133979" y="53647"/>
                </a:lnTo>
                <a:lnTo>
                  <a:pt x="170138" y="30949"/>
                </a:lnTo>
                <a:lnTo>
                  <a:pt x="209187" y="14098"/>
                </a:lnTo>
                <a:lnTo>
                  <a:pt x="250669" y="3610"/>
                </a:lnTo>
                <a:lnTo>
                  <a:pt x="294131" y="0"/>
                </a:lnTo>
                <a:lnTo>
                  <a:pt x="337594" y="3610"/>
                </a:lnTo>
                <a:lnTo>
                  <a:pt x="379076" y="14098"/>
                </a:lnTo>
                <a:lnTo>
                  <a:pt x="418125" y="30949"/>
                </a:lnTo>
                <a:lnTo>
                  <a:pt x="454284" y="53647"/>
                </a:lnTo>
                <a:lnTo>
                  <a:pt x="487099" y="81677"/>
                </a:lnTo>
                <a:lnTo>
                  <a:pt x="516114" y="114524"/>
                </a:lnTo>
                <a:lnTo>
                  <a:pt x="540874" y="151674"/>
                </a:lnTo>
                <a:lnTo>
                  <a:pt x="560924" y="192611"/>
                </a:lnTo>
                <a:lnTo>
                  <a:pt x="575809" y="236820"/>
                </a:lnTo>
                <a:lnTo>
                  <a:pt x="585074" y="283786"/>
                </a:lnTo>
                <a:lnTo>
                  <a:pt x="588264" y="332994"/>
                </a:lnTo>
                <a:lnTo>
                  <a:pt x="585074" y="382201"/>
                </a:lnTo>
                <a:lnTo>
                  <a:pt x="575809" y="429167"/>
                </a:lnTo>
                <a:lnTo>
                  <a:pt x="560924" y="473376"/>
                </a:lnTo>
                <a:lnTo>
                  <a:pt x="540874" y="514313"/>
                </a:lnTo>
                <a:lnTo>
                  <a:pt x="516114" y="551463"/>
                </a:lnTo>
                <a:lnTo>
                  <a:pt x="487099" y="584310"/>
                </a:lnTo>
                <a:lnTo>
                  <a:pt x="454284" y="612340"/>
                </a:lnTo>
                <a:lnTo>
                  <a:pt x="418125" y="635038"/>
                </a:lnTo>
                <a:lnTo>
                  <a:pt x="379076" y="651889"/>
                </a:lnTo>
                <a:lnTo>
                  <a:pt x="337594" y="662377"/>
                </a:lnTo>
                <a:lnTo>
                  <a:pt x="294131" y="665988"/>
                </a:lnTo>
                <a:lnTo>
                  <a:pt x="250669" y="662377"/>
                </a:lnTo>
                <a:lnTo>
                  <a:pt x="209187" y="651889"/>
                </a:lnTo>
                <a:lnTo>
                  <a:pt x="170138" y="635038"/>
                </a:lnTo>
                <a:lnTo>
                  <a:pt x="133979" y="612340"/>
                </a:lnTo>
                <a:lnTo>
                  <a:pt x="101164" y="584310"/>
                </a:lnTo>
                <a:lnTo>
                  <a:pt x="72149" y="551463"/>
                </a:lnTo>
                <a:lnTo>
                  <a:pt x="47389" y="514313"/>
                </a:lnTo>
                <a:lnTo>
                  <a:pt x="27339" y="473376"/>
                </a:lnTo>
                <a:lnTo>
                  <a:pt x="12454" y="429167"/>
                </a:lnTo>
                <a:lnTo>
                  <a:pt x="3189" y="382201"/>
                </a:lnTo>
                <a:lnTo>
                  <a:pt x="0" y="33299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83506" y="5019446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782437" y="5082921"/>
            <a:ext cx="553879" cy="57150"/>
          </a:xfrm>
          <a:custGeom>
            <a:avLst/>
            <a:gdLst/>
            <a:ahLst/>
            <a:cxnLst/>
            <a:rect l="l" t="t" r="r" b="b"/>
            <a:pathLst>
              <a:path w="738504" h="76200">
                <a:moveTo>
                  <a:pt x="661797" y="0"/>
                </a:moveTo>
                <a:lnTo>
                  <a:pt x="661797" y="76200"/>
                </a:lnTo>
                <a:lnTo>
                  <a:pt x="725297" y="44450"/>
                </a:lnTo>
                <a:lnTo>
                  <a:pt x="674497" y="44450"/>
                </a:lnTo>
                <a:lnTo>
                  <a:pt x="674497" y="31750"/>
                </a:lnTo>
                <a:lnTo>
                  <a:pt x="725297" y="31750"/>
                </a:lnTo>
                <a:lnTo>
                  <a:pt x="661797" y="0"/>
                </a:lnTo>
                <a:close/>
              </a:path>
              <a:path w="738504" h="76200">
                <a:moveTo>
                  <a:pt x="661797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61797" y="44450"/>
                </a:lnTo>
                <a:lnTo>
                  <a:pt x="661797" y="31750"/>
                </a:lnTo>
                <a:close/>
              </a:path>
              <a:path w="738504" h="76200">
                <a:moveTo>
                  <a:pt x="725297" y="31750"/>
                </a:moveTo>
                <a:lnTo>
                  <a:pt x="674497" y="31750"/>
                </a:lnTo>
                <a:lnTo>
                  <a:pt x="674497" y="44450"/>
                </a:lnTo>
                <a:lnTo>
                  <a:pt x="725297" y="44450"/>
                </a:lnTo>
                <a:lnTo>
                  <a:pt x="737997" y="38100"/>
                </a:lnTo>
                <a:lnTo>
                  <a:pt x="725297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27657" y="4891887"/>
            <a:ext cx="12192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907595" y="4833176"/>
            <a:ext cx="26479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718428" y="4623148"/>
            <a:ext cx="2593658" cy="835819"/>
            <a:chOff x="7624571" y="5021197"/>
            <a:chExt cx="3458210" cy="1114425"/>
          </a:xfrm>
        </p:grpSpPr>
        <p:sp>
          <p:nvSpPr>
            <p:cNvPr id="33" name="object 33"/>
            <p:cNvSpPr/>
            <p:nvPr/>
          </p:nvSpPr>
          <p:spPr>
            <a:xfrm>
              <a:off x="8447531" y="5463539"/>
              <a:ext cx="588645" cy="666115"/>
            </a:xfrm>
            <a:custGeom>
              <a:avLst/>
              <a:gdLst/>
              <a:ahLst/>
              <a:cxnLst/>
              <a:rect l="l" t="t" r="r" b="b"/>
              <a:pathLst>
                <a:path w="588645" h="666114">
                  <a:moveTo>
                    <a:pt x="0" y="332994"/>
                  </a:moveTo>
                  <a:lnTo>
                    <a:pt x="3189" y="283786"/>
                  </a:lnTo>
                  <a:lnTo>
                    <a:pt x="12454" y="236820"/>
                  </a:lnTo>
                  <a:lnTo>
                    <a:pt x="27339" y="192611"/>
                  </a:lnTo>
                  <a:lnTo>
                    <a:pt x="47389" y="151674"/>
                  </a:lnTo>
                  <a:lnTo>
                    <a:pt x="72149" y="114524"/>
                  </a:lnTo>
                  <a:lnTo>
                    <a:pt x="101164" y="81677"/>
                  </a:lnTo>
                  <a:lnTo>
                    <a:pt x="133979" y="53647"/>
                  </a:lnTo>
                  <a:lnTo>
                    <a:pt x="170138" y="30949"/>
                  </a:lnTo>
                  <a:lnTo>
                    <a:pt x="209187" y="14098"/>
                  </a:lnTo>
                  <a:lnTo>
                    <a:pt x="250669" y="3610"/>
                  </a:lnTo>
                  <a:lnTo>
                    <a:pt x="294132" y="0"/>
                  </a:lnTo>
                  <a:lnTo>
                    <a:pt x="337594" y="3610"/>
                  </a:lnTo>
                  <a:lnTo>
                    <a:pt x="379076" y="14098"/>
                  </a:lnTo>
                  <a:lnTo>
                    <a:pt x="418125" y="30949"/>
                  </a:lnTo>
                  <a:lnTo>
                    <a:pt x="454284" y="53647"/>
                  </a:lnTo>
                  <a:lnTo>
                    <a:pt x="487099" y="81677"/>
                  </a:lnTo>
                  <a:lnTo>
                    <a:pt x="516114" y="114524"/>
                  </a:lnTo>
                  <a:lnTo>
                    <a:pt x="540874" y="151674"/>
                  </a:lnTo>
                  <a:lnTo>
                    <a:pt x="560924" y="192611"/>
                  </a:lnTo>
                  <a:lnTo>
                    <a:pt x="575809" y="236820"/>
                  </a:lnTo>
                  <a:lnTo>
                    <a:pt x="585074" y="283786"/>
                  </a:lnTo>
                  <a:lnTo>
                    <a:pt x="588264" y="332994"/>
                  </a:lnTo>
                  <a:lnTo>
                    <a:pt x="585074" y="382201"/>
                  </a:lnTo>
                  <a:lnTo>
                    <a:pt x="575809" y="429167"/>
                  </a:lnTo>
                  <a:lnTo>
                    <a:pt x="560924" y="473376"/>
                  </a:lnTo>
                  <a:lnTo>
                    <a:pt x="540874" y="514313"/>
                  </a:lnTo>
                  <a:lnTo>
                    <a:pt x="516114" y="551463"/>
                  </a:lnTo>
                  <a:lnTo>
                    <a:pt x="487099" y="584310"/>
                  </a:lnTo>
                  <a:lnTo>
                    <a:pt x="454284" y="612340"/>
                  </a:lnTo>
                  <a:lnTo>
                    <a:pt x="418125" y="635038"/>
                  </a:lnTo>
                  <a:lnTo>
                    <a:pt x="379076" y="651889"/>
                  </a:lnTo>
                  <a:lnTo>
                    <a:pt x="337594" y="662377"/>
                  </a:lnTo>
                  <a:lnTo>
                    <a:pt x="294132" y="665988"/>
                  </a:lnTo>
                  <a:lnTo>
                    <a:pt x="250669" y="662377"/>
                  </a:lnTo>
                  <a:lnTo>
                    <a:pt x="209187" y="651889"/>
                  </a:lnTo>
                  <a:lnTo>
                    <a:pt x="170138" y="635038"/>
                  </a:lnTo>
                  <a:lnTo>
                    <a:pt x="133979" y="612340"/>
                  </a:lnTo>
                  <a:lnTo>
                    <a:pt x="101164" y="584310"/>
                  </a:lnTo>
                  <a:lnTo>
                    <a:pt x="72149" y="551463"/>
                  </a:lnTo>
                  <a:lnTo>
                    <a:pt x="47389" y="514313"/>
                  </a:lnTo>
                  <a:lnTo>
                    <a:pt x="27339" y="473376"/>
                  </a:lnTo>
                  <a:lnTo>
                    <a:pt x="12454" y="429167"/>
                  </a:lnTo>
                  <a:lnTo>
                    <a:pt x="3189" y="382201"/>
                  </a:lnTo>
                  <a:lnTo>
                    <a:pt x="0" y="33299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10288777" y="5384592"/>
              <a:ext cx="791210" cy="440055"/>
            </a:xfrm>
            <a:custGeom>
              <a:avLst/>
              <a:gdLst/>
              <a:ahLst/>
              <a:cxnLst/>
              <a:rect l="l" t="t" r="r" b="b"/>
              <a:pathLst>
                <a:path w="791209" h="440054">
                  <a:moveTo>
                    <a:pt x="0" y="149051"/>
                  </a:moveTo>
                  <a:lnTo>
                    <a:pt x="48511" y="96141"/>
                  </a:lnTo>
                  <a:lnTo>
                    <a:pt x="81133" y="73444"/>
                  </a:lnTo>
                  <a:lnTo>
                    <a:pt x="118514" y="53472"/>
                  </a:lnTo>
                  <a:lnTo>
                    <a:pt x="160042" y="36387"/>
                  </a:lnTo>
                  <a:lnTo>
                    <a:pt x="205104" y="22353"/>
                  </a:lnTo>
                  <a:lnTo>
                    <a:pt x="253088" y="11533"/>
                  </a:lnTo>
                  <a:lnTo>
                    <a:pt x="303379" y="4092"/>
                  </a:lnTo>
                  <a:lnTo>
                    <a:pt x="355365" y="193"/>
                  </a:lnTo>
                  <a:lnTo>
                    <a:pt x="408434" y="0"/>
                  </a:lnTo>
                  <a:lnTo>
                    <a:pt x="461972" y="3675"/>
                  </a:lnTo>
                  <a:lnTo>
                    <a:pt x="515366" y="11383"/>
                  </a:lnTo>
                  <a:lnTo>
                    <a:pt x="576018" y="25636"/>
                  </a:lnTo>
                  <a:lnTo>
                    <a:pt x="630220" y="44464"/>
                  </a:lnTo>
                  <a:lnTo>
                    <a:pt x="677452" y="67294"/>
                  </a:lnTo>
                  <a:lnTo>
                    <a:pt x="717192" y="93549"/>
                  </a:lnTo>
                  <a:lnTo>
                    <a:pt x="748918" y="122654"/>
                  </a:lnTo>
                  <a:lnTo>
                    <a:pt x="772111" y="154035"/>
                  </a:lnTo>
                  <a:lnTo>
                    <a:pt x="790807" y="221322"/>
                  </a:lnTo>
                  <a:lnTo>
                    <a:pt x="785269" y="256078"/>
                  </a:lnTo>
                  <a:lnTo>
                    <a:pt x="769112" y="290808"/>
                  </a:lnTo>
                  <a:lnTo>
                    <a:pt x="720600" y="343703"/>
                  </a:lnTo>
                  <a:lnTo>
                    <a:pt x="687978" y="366394"/>
                  </a:lnTo>
                  <a:lnTo>
                    <a:pt x="650597" y="386363"/>
                  </a:lnTo>
                  <a:lnTo>
                    <a:pt x="609069" y="403444"/>
                  </a:lnTo>
                  <a:lnTo>
                    <a:pt x="564007" y="417475"/>
                  </a:lnTo>
                  <a:lnTo>
                    <a:pt x="516023" y="428291"/>
                  </a:lnTo>
                  <a:lnTo>
                    <a:pt x="465732" y="435729"/>
                  </a:lnTo>
                  <a:lnTo>
                    <a:pt x="413746" y="439623"/>
                  </a:lnTo>
                  <a:lnTo>
                    <a:pt x="360677" y="439812"/>
                  </a:lnTo>
                  <a:lnTo>
                    <a:pt x="307139" y="436130"/>
                  </a:lnTo>
                  <a:lnTo>
                    <a:pt x="253746" y="428413"/>
                  </a:lnTo>
                  <a:lnTo>
                    <a:pt x="214316" y="419861"/>
                  </a:lnTo>
                  <a:lnTo>
                    <a:pt x="176815" y="409149"/>
                  </a:lnTo>
                  <a:lnTo>
                    <a:pt x="108839" y="381626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63199" y="5716523"/>
              <a:ext cx="124968" cy="13716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035795" y="5759195"/>
              <a:ext cx="749300" cy="76200"/>
            </a:xfrm>
            <a:custGeom>
              <a:avLst/>
              <a:gdLst/>
              <a:ahLst/>
              <a:cxnLst/>
              <a:rect l="l" t="t" r="r" b="b"/>
              <a:pathLst>
                <a:path w="749300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44449"/>
                  </a:lnTo>
                  <a:lnTo>
                    <a:pt x="63500" y="44449"/>
                  </a:lnTo>
                  <a:lnTo>
                    <a:pt x="63500" y="31749"/>
                  </a:lnTo>
                  <a:lnTo>
                    <a:pt x="76200" y="31749"/>
                  </a:lnTo>
                  <a:lnTo>
                    <a:pt x="76200" y="0"/>
                  </a:lnTo>
                  <a:close/>
                </a:path>
                <a:path w="749300" h="76200">
                  <a:moveTo>
                    <a:pt x="76200" y="31749"/>
                  </a:moveTo>
                  <a:lnTo>
                    <a:pt x="63500" y="31749"/>
                  </a:lnTo>
                  <a:lnTo>
                    <a:pt x="63500" y="44449"/>
                  </a:lnTo>
                  <a:lnTo>
                    <a:pt x="76200" y="44449"/>
                  </a:lnTo>
                  <a:lnTo>
                    <a:pt x="76200" y="31749"/>
                  </a:lnTo>
                  <a:close/>
                </a:path>
                <a:path w="749300" h="76200">
                  <a:moveTo>
                    <a:pt x="749300" y="31749"/>
                  </a:moveTo>
                  <a:lnTo>
                    <a:pt x="76200" y="31749"/>
                  </a:lnTo>
                  <a:lnTo>
                    <a:pt x="76200" y="44449"/>
                  </a:lnTo>
                  <a:lnTo>
                    <a:pt x="749300" y="44449"/>
                  </a:lnTo>
                  <a:lnTo>
                    <a:pt x="749300" y="317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8602926" y="5024372"/>
              <a:ext cx="440690" cy="438784"/>
            </a:xfrm>
            <a:custGeom>
              <a:avLst/>
              <a:gdLst/>
              <a:ahLst/>
              <a:cxnLst/>
              <a:rect l="l" t="t" r="r" b="b"/>
              <a:pathLst>
                <a:path w="440690" h="438785">
                  <a:moveTo>
                    <a:pt x="145214" y="430150"/>
                  </a:moveTo>
                  <a:lnTo>
                    <a:pt x="104977" y="410986"/>
                  </a:lnTo>
                  <a:lnTo>
                    <a:pt x="70441" y="384923"/>
                  </a:lnTo>
                  <a:lnTo>
                    <a:pt x="42141" y="353096"/>
                  </a:lnTo>
                  <a:lnTo>
                    <a:pt x="20611" y="316644"/>
                  </a:lnTo>
                  <a:lnTo>
                    <a:pt x="6386" y="276704"/>
                  </a:lnTo>
                  <a:lnTo>
                    <a:pt x="0" y="234412"/>
                  </a:lnTo>
                  <a:lnTo>
                    <a:pt x="1986" y="190905"/>
                  </a:lnTo>
                  <a:lnTo>
                    <a:pt x="12880" y="147321"/>
                  </a:lnTo>
                  <a:lnTo>
                    <a:pt x="32247" y="106740"/>
                  </a:lnTo>
                  <a:lnTo>
                    <a:pt x="58443" y="71846"/>
                  </a:lnTo>
                  <a:lnTo>
                    <a:pt x="90334" y="43181"/>
                  </a:lnTo>
                  <a:lnTo>
                    <a:pt x="126783" y="21290"/>
                  </a:lnTo>
                  <a:lnTo>
                    <a:pt x="166655" y="6715"/>
                  </a:lnTo>
                  <a:lnTo>
                    <a:pt x="208815" y="0"/>
                  </a:lnTo>
                  <a:lnTo>
                    <a:pt x="252127" y="1687"/>
                  </a:lnTo>
                  <a:lnTo>
                    <a:pt x="295455" y="12320"/>
                  </a:lnTo>
                  <a:lnTo>
                    <a:pt x="335729" y="31485"/>
                  </a:lnTo>
                  <a:lnTo>
                    <a:pt x="370282" y="57548"/>
                  </a:lnTo>
                  <a:lnTo>
                    <a:pt x="398584" y="89375"/>
                  </a:lnTo>
                  <a:lnTo>
                    <a:pt x="420106" y="125827"/>
                  </a:lnTo>
                  <a:lnTo>
                    <a:pt x="434317" y="165767"/>
                  </a:lnTo>
                  <a:lnTo>
                    <a:pt x="440688" y="208059"/>
                  </a:lnTo>
                  <a:lnTo>
                    <a:pt x="438688" y="251566"/>
                  </a:lnTo>
                  <a:lnTo>
                    <a:pt x="427789" y="295149"/>
                  </a:lnTo>
                  <a:lnTo>
                    <a:pt x="407868" y="336613"/>
                  </a:lnTo>
                  <a:lnTo>
                    <a:pt x="380376" y="372597"/>
                  </a:lnTo>
                  <a:lnTo>
                    <a:pt x="346398" y="402162"/>
                  </a:lnTo>
                  <a:lnTo>
                    <a:pt x="307019" y="424368"/>
                  </a:lnTo>
                  <a:lnTo>
                    <a:pt x="263324" y="438278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66123" y="5350636"/>
              <a:ext cx="127889" cy="15316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624571" y="5993891"/>
              <a:ext cx="909955" cy="76200"/>
            </a:xfrm>
            <a:custGeom>
              <a:avLst/>
              <a:gdLst/>
              <a:ahLst/>
              <a:cxnLst/>
              <a:rect l="l" t="t" r="r" b="b"/>
              <a:pathLst>
                <a:path w="909954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909954" h="76200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909954" h="76200">
                  <a:moveTo>
                    <a:pt x="909954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909954" y="44450"/>
                  </a:lnTo>
                  <a:lnTo>
                    <a:pt x="909954" y="317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949410" y="5338800"/>
            <a:ext cx="12192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35317" y="4443602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028116" y="4955438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5BC2C346-F70E-5758-BA0B-192F0FBE56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141922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b="1" spc="-34" dirty="0"/>
              <a:t>Example</a:t>
            </a:r>
            <a:endParaRPr sz="3300" b="1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15778" y="2202142"/>
            <a:ext cx="5074920" cy="2178962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pc="-45" dirty="0"/>
              <a:t>DFA</a:t>
            </a:r>
            <a:r>
              <a:rPr spc="11" dirty="0"/>
              <a:t> </a:t>
            </a:r>
            <a:r>
              <a:rPr spc="-8" dirty="0"/>
              <a:t>that</a:t>
            </a:r>
            <a:r>
              <a:rPr spc="11" dirty="0"/>
              <a:t> </a:t>
            </a:r>
            <a:r>
              <a:rPr spc="-4" dirty="0"/>
              <a:t>will</a:t>
            </a:r>
            <a:r>
              <a:rPr spc="4" dirty="0"/>
              <a:t> </a:t>
            </a:r>
            <a:r>
              <a:rPr spc="-4" dirty="0"/>
              <a:t>accept the</a:t>
            </a:r>
            <a:r>
              <a:rPr spc="11" dirty="0"/>
              <a:t> </a:t>
            </a:r>
            <a:r>
              <a:rPr spc="-4" dirty="0"/>
              <a:t>language</a:t>
            </a:r>
            <a:r>
              <a:rPr spc="4" dirty="0"/>
              <a:t> </a:t>
            </a:r>
            <a:r>
              <a:rPr spc="-11" dirty="0"/>
              <a:t>starting</a:t>
            </a:r>
            <a:r>
              <a:rPr spc="11" dirty="0"/>
              <a:t> </a:t>
            </a:r>
            <a:r>
              <a:rPr spc="-4" dirty="0"/>
              <a:t>with</a:t>
            </a:r>
            <a:r>
              <a:rPr spc="8" dirty="0"/>
              <a:t> </a:t>
            </a:r>
            <a:r>
              <a:rPr spc="-64" dirty="0"/>
              <a:t>“a”,</a:t>
            </a:r>
            <a:r>
              <a:rPr spc="-26" dirty="0"/>
              <a:t> </a:t>
            </a:r>
            <a:r>
              <a:rPr spc="-4" dirty="0"/>
              <a:t>if</a:t>
            </a:r>
            <a:r>
              <a:rPr spc="-8" dirty="0"/>
              <a:t> </a:t>
            </a:r>
            <a:r>
              <a:rPr spc="-4" dirty="0"/>
              <a:t>∑=</a:t>
            </a:r>
            <a:r>
              <a:rPr spc="11" dirty="0"/>
              <a:t> </a:t>
            </a:r>
            <a:r>
              <a:rPr spc="-4" dirty="0"/>
              <a:t>{a,b}</a:t>
            </a:r>
          </a:p>
          <a:p>
            <a:pPr>
              <a:spcBef>
                <a:spcPts val="41"/>
              </a:spcBef>
              <a:buFont typeface="Arial MT"/>
              <a:buChar char="•"/>
            </a:pPr>
            <a:endParaRPr sz="2850"/>
          </a:p>
          <a:p>
            <a:pPr marL="180975" indent="-17145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pc="-4" dirty="0"/>
              <a:t>L={a,</a:t>
            </a:r>
            <a:r>
              <a:rPr spc="-8" dirty="0"/>
              <a:t> </a:t>
            </a:r>
            <a:r>
              <a:rPr spc="-4" dirty="0"/>
              <a:t>ab,</a:t>
            </a:r>
            <a:r>
              <a:rPr spc="8" dirty="0"/>
              <a:t> </a:t>
            </a:r>
            <a:r>
              <a:rPr spc="-4" dirty="0"/>
              <a:t>aa, abb,</a:t>
            </a:r>
            <a:r>
              <a:rPr spc="4" dirty="0"/>
              <a:t> </a:t>
            </a:r>
            <a:r>
              <a:rPr spc="-4" dirty="0"/>
              <a:t>aba,</a:t>
            </a:r>
            <a:r>
              <a:rPr spc="11" dirty="0"/>
              <a:t> </a:t>
            </a:r>
            <a:r>
              <a:rPr spc="-4" dirty="0"/>
              <a:t>abaa….}</a:t>
            </a:r>
          </a:p>
          <a:p>
            <a:pPr>
              <a:spcBef>
                <a:spcPts val="41"/>
              </a:spcBef>
              <a:buFont typeface="Arial MT"/>
              <a:buChar char="•"/>
            </a:pPr>
            <a:endParaRPr sz="2850"/>
          </a:p>
          <a:p>
            <a:pPr marL="180975" indent="-171450">
              <a:buFont typeface="Arial MT"/>
              <a:buChar char="•"/>
              <a:tabLst>
                <a:tab pos="180975" algn="l"/>
              </a:tabLst>
            </a:pPr>
            <a:r>
              <a:rPr dirty="0"/>
              <a:t>R.E=</a:t>
            </a:r>
            <a:r>
              <a:rPr spc="-15" dirty="0"/>
              <a:t> </a:t>
            </a:r>
            <a:r>
              <a:rPr spc="-4" dirty="0"/>
              <a:t>a(a+b)*</a:t>
            </a:r>
          </a:p>
        </p:txBody>
      </p:sp>
      <p:sp>
        <p:nvSpPr>
          <p:cNvPr id="4" name="object 4"/>
          <p:cNvSpPr/>
          <p:nvPr/>
        </p:nvSpPr>
        <p:spPr>
          <a:xfrm>
            <a:off x="3521583" y="4095369"/>
            <a:ext cx="441484" cy="499586"/>
          </a:xfrm>
          <a:custGeom>
            <a:avLst/>
            <a:gdLst/>
            <a:ahLst/>
            <a:cxnLst/>
            <a:rect l="l" t="t" r="r" b="b"/>
            <a:pathLst>
              <a:path w="588645" h="666114">
                <a:moveTo>
                  <a:pt x="0" y="332993"/>
                </a:moveTo>
                <a:lnTo>
                  <a:pt x="3189" y="283789"/>
                </a:lnTo>
                <a:lnTo>
                  <a:pt x="12454" y="236825"/>
                </a:lnTo>
                <a:lnTo>
                  <a:pt x="27339" y="192617"/>
                </a:lnTo>
                <a:lnTo>
                  <a:pt x="47389" y="151680"/>
                </a:lnTo>
                <a:lnTo>
                  <a:pt x="72149" y="114530"/>
                </a:lnTo>
                <a:lnTo>
                  <a:pt x="101164" y="81681"/>
                </a:lnTo>
                <a:lnTo>
                  <a:pt x="133979" y="53650"/>
                </a:lnTo>
                <a:lnTo>
                  <a:pt x="170138" y="30951"/>
                </a:lnTo>
                <a:lnTo>
                  <a:pt x="209187" y="14099"/>
                </a:lnTo>
                <a:lnTo>
                  <a:pt x="250669" y="3610"/>
                </a:lnTo>
                <a:lnTo>
                  <a:pt x="294131" y="0"/>
                </a:lnTo>
                <a:lnTo>
                  <a:pt x="337594" y="3610"/>
                </a:lnTo>
                <a:lnTo>
                  <a:pt x="379076" y="14099"/>
                </a:lnTo>
                <a:lnTo>
                  <a:pt x="418125" y="30951"/>
                </a:lnTo>
                <a:lnTo>
                  <a:pt x="454284" y="53650"/>
                </a:lnTo>
                <a:lnTo>
                  <a:pt x="487099" y="81681"/>
                </a:lnTo>
                <a:lnTo>
                  <a:pt x="516114" y="114530"/>
                </a:lnTo>
                <a:lnTo>
                  <a:pt x="540874" y="151680"/>
                </a:lnTo>
                <a:lnTo>
                  <a:pt x="560924" y="192617"/>
                </a:lnTo>
                <a:lnTo>
                  <a:pt x="575809" y="236825"/>
                </a:lnTo>
                <a:lnTo>
                  <a:pt x="585074" y="283789"/>
                </a:lnTo>
                <a:lnTo>
                  <a:pt x="588263" y="332993"/>
                </a:lnTo>
                <a:lnTo>
                  <a:pt x="585074" y="382198"/>
                </a:lnTo>
                <a:lnTo>
                  <a:pt x="575809" y="429162"/>
                </a:lnTo>
                <a:lnTo>
                  <a:pt x="560924" y="473370"/>
                </a:lnTo>
                <a:lnTo>
                  <a:pt x="540874" y="514307"/>
                </a:lnTo>
                <a:lnTo>
                  <a:pt x="516114" y="551457"/>
                </a:lnTo>
                <a:lnTo>
                  <a:pt x="487099" y="584306"/>
                </a:lnTo>
                <a:lnTo>
                  <a:pt x="454284" y="612337"/>
                </a:lnTo>
                <a:lnTo>
                  <a:pt x="418125" y="635036"/>
                </a:lnTo>
                <a:lnTo>
                  <a:pt x="379076" y="651888"/>
                </a:lnTo>
                <a:lnTo>
                  <a:pt x="337594" y="662377"/>
                </a:lnTo>
                <a:lnTo>
                  <a:pt x="294131" y="665987"/>
                </a:lnTo>
                <a:lnTo>
                  <a:pt x="250669" y="662377"/>
                </a:lnTo>
                <a:lnTo>
                  <a:pt x="209187" y="651888"/>
                </a:lnTo>
                <a:lnTo>
                  <a:pt x="170138" y="635036"/>
                </a:lnTo>
                <a:lnTo>
                  <a:pt x="133979" y="612337"/>
                </a:lnTo>
                <a:lnTo>
                  <a:pt x="101164" y="584306"/>
                </a:lnTo>
                <a:lnTo>
                  <a:pt x="72149" y="551457"/>
                </a:lnTo>
                <a:lnTo>
                  <a:pt x="47389" y="514307"/>
                </a:lnTo>
                <a:lnTo>
                  <a:pt x="27339" y="473370"/>
                </a:lnTo>
                <a:lnTo>
                  <a:pt x="12454" y="429162"/>
                </a:lnTo>
                <a:lnTo>
                  <a:pt x="3189" y="382198"/>
                </a:lnTo>
                <a:lnTo>
                  <a:pt x="0" y="332993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80556" y="4108894"/>
            <a:ext cx="1243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18403" y="4095369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40" h="666114">
                <a:moveTo>
                  <a:pt x="0" y="332993"/>
                </a:moveTo>
                <a:lnTo>
                  <a:pt x="3180" y="283789"/>
                </a:lnTo>
                <a:lnTo>
                  <a:pt x="12418" y="236825"/>
                </a:lnTo>
                <a:lnTo>
                  <a:pt x="27261" y="192617"/>
                </a:lnTo>
                <a:lnTo>
                  <a:pt x="47256" y="151680"/>
                </a:lnTo>
                <a:lnTo>
                  <a:pt x="71949" y="114530"/>
                </a:lnTo>
                <a:lnTo>
                  <a:pt x="100886" y="81681"/>
                </a:lnTo>
                <a:lnTo>
                  <a:pt x="133614" y="53650"/>
                </a:lnTo>
                <a:lnTo>
                  <a:pt x="169680" y="30951"/>
                </a:lnTo>
                <a:lnTo>
                  <a:pt x="208630" y="14099"/>
                </a:lnTo>
                <a:lnTo>
                  <a:pt x="250011" y="3610"/>
                </a:lnTo>
                <a:lnTo>
                  <a:pt x="293370" y="0"/>
                </a:lnTo>
                <a:lnTo>
                  <a:pt x="336728" y="3610"/>
                </a:lnTo>
                <a:lnTo>
                  <a:pt x="378109" y="14099"/>
                </a:lnTo>
                <a:lnTo>
                  <a:pt x="417059" y="30951"/>
                </a:lnTo>
                <a:lnTo>
                  <a:pt x="453125" y="53650"/>
                </a:lnTo>
                <a:lnTo>
                  <a:pt x="485853" y="81681"/>
                </a:lnTo>
                <a:lnTo>
                  <a:pt x="514790" y="114530"/>
                </a:lnTo>
                <a:lnTo>
                  <a:pt x="539483" y="151680"/>
                </a:lnTo>
                <a:lnTo>
                  <a:pt x="559478" y="192617"/>
                </a:lnTo>
                <a:lnTo>
                  <a:pt x="574321" y="236825"/>
                </a:lnTo>
                <a:lnTo>
                  <a:pt x="583559" y="283789"/>
                </a:lnTo>
                <a:lnTo>
                  <a:pt x="586739" y="332993"/>
                </a:lnTo>
                <a:lnTo>
                  <a:pt x="583559" y="382198"/>
                </a:lnTo>
                <a:lnTo>
                  <a:pt x="574321" y="429162"/>
                </a:lnTo>
                <a:lnTo>
                  <a:pt x="559478" y="473370"/>
                </a:lnTo>
                <a:lnTo>
                  <a:pt x="539483" y="514307"/>
                </a:lnTo>
                <a:lnTo>
                  <a:pt x="514790" y="551457"/>
                </a:lnTo>
                <a:lnTo>
                  <a:pt x="485853" y="584306"/>
                </a:lnTo>
                <a:lnTo>
                  <a:pt x="453125" y="612337"/>
                </a:lnTo>
                <a:lnTo>
                  <a:pt x="417059" y="635036"/>
                </a:lnTo>
                <a:lnTo>
                  <a:pt x="378109" y="651888"/>
                </a:lnTo>
                <a:lnTo>
                  <a:pt x="336728" y="662377"/>
                </a:lnTo>
                <a:lnTo>
                  <a:pt x="293370" y="665987"/>
                </a:lnTo>
                <a:lnTo>
                  <a:pt x="250011" y="662377"/>
                </a:lnTo>
                <a:lnTo>
                  <a:pt x="208630" y="651888"/>
                </a:lnTo>
                <a:lnTo>
                  <a:pt x="169680" y="635036"/>
                </a:lnTo>
                <a:lnTo>
                  <a:pt x="133614" y="612337"/>
                </a:lnTo>
                <a:lnTo>
                  <a:pt x="100886" y="584306"/>
                </a:lnTo>
                <a:lnTo>
                  <a:pt x="71949" y="551457"/>
                </a:lnTo>
                <a:lnTo>
                  <a:pt x="47256" y="514307"/>
                </a:lnTo>
                <a:lnTo>
                  <a:pt x="27261" y="473370"/>
                </a:lnTo>
                <a:lnTo>
                  <a:pt x="12418" y="429162"/>
                </a:lnTo>
                <a:lnTo>
                  <a:pt x="3180" y="382198"/>
                </a:lnTo>
                <a:lnTo>
                  <a:pt x="0" y="33299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3184" y="4159187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62781" y="4315967"/>
            <a:ext cx="1555909" cy="57150"/>
          </a:xfrm>
          <a:custGeom>
            <a:avLst/>
            <a:gdLst/>
            <a:ahLst/>
            <a:cxnLst/>
            <a:rect l="l" t="t" r="r" b="b"/>
            <a:pathLst>
              <a:path w="2074545" h="76200">
                <a:moveTo>
                  <a:pt x="1998090" y="0"/>
                </a:moveTo>
                <a:lnTo>
                  <a:pt x="1998090" y="76200"/>
                </a:lnTo>
                <a:lnTo>
                  <a:pt x="2061590" y="44450"/>
                </a:lnTo>
                <a:lnTo>
                  <a:pt x="2010790" y="44450"/>
                </a:lnTo>
                <a:lnTo>
                  <a:pt x="2010790" y="31750"/>
                </a:lnTo>
                <a:lnTo>
                  <a:pt x="2061590" y="31750"/>
                </a:lnTo>
                <a:lnTo>
                  <a:pt x="1998090" y="0"/>
                </a:lnTo>
                <a:close/>
              </a:path>
              <a:path w="2074545" h="76200">
                <a:moveTo>
                  <a:pt x="199809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998090" y="44450"/>
                </a:lnTo>
                <a:lnTo>
                  <a:pt x="1998090" y="31750"/>
                </a:lnTo>
                <a:close/>
              </a:path>
              <a:path w="2074545" h="76200">
                <a:moveTo>
                  <a:pt x="2061590" y="31750"/>
                </a:moveTo>
                <a:lnTo>
                  <a:pt x="2010790" y="31750"/>
                </a:lnTo>
                <a:lnTo>
                  <a:pt x="2010790" y="44450"/>
                </a:lnTo>
                <a:lnTo>
                  <a:pt x="2061590" y="44450"/>
                </a:lnTo>
                <a:lnTo>
                  <a:pt x="2074290" y="38100"/>
                </a:lnTo>
                <a:lnTo>
                  <a:pt x="206159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77985" y="4040600"/>
            <a:ext cx="26479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62366" y="4065936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94868" y="4058971"/>
            <a:ext cx="2615089" cy="1537811"/>
            <a:chOff x="5193157" y="4268961"/>
            <a:chExt cx="3486785" cy="2050414"/>
          </a:xfrm>
        </p:grpSpPr>
        <p:sp>
          <p:nvSpPr>
            <p:cNvPr id="12" name="object 12"/>
            <p:cNvSpPr/>
            <p:nvPr/>
          </p:nvSpPr>
          <p:spPr>
            <a:xfrm>
              <a:off x="7884033" y="4272136"/>
              <a:ext cx="792480" cy="440055"/>
            </a:xfrm>
            <a:custGeom>
              <a:avLst/>
              <a:gdLst/>
              <a:ahLst/>
              <a:cxnLst/>
              <a:rect l="l" t="t" r="r" b="b"/>
              <a:pathLst>
                <a:path w="792479" h="440054">
                  <a:moveTo>
                    <a:pt x="0" y="148860"/>
                  </a:moveTo>
                  <a:lnTo>
                    <a:pt x="48657" y="95960"/>
                  </a:lnTo>
                  <a:lnTo>
                    <a:pt x="81363" y="73275"/>
                  </a:lnTo>
                  <a:lnTo>
                    <a:pt x="118834" y="53318"/>
                  </a:lnTo>
                  <a:lnTo>
                    <a:pt x="160455" y="36253"/>
                  </a:lnTo>
                  <a:lnTo>
                    <a:pt x="205612" y="22241"/>
                  </a:lnTo>
                  <a:lnTo>
                    <a:pt x="253691" y="11447"/>
                  </a:lnTo>
                  <a:lnTo>
                    <a:pt x="304075" y="4033"/>
                  </a:lnTo>
                  <a:lnTo>
                    <a:pt x="356151" y="163"/>
                  </a:lnTo>
                  <a:lnTo>
                    <a:pt x="409304" y="0"/>
                  </a:lnTo>
                  <a:lnTo>
                    <a:pt x="462919" y="3706"/>
                  </a:lnTo>
                  <a:lnTo>
                    <a:pt x="516382" y="11446"/>
                  </a:lnTo>
                  <a:lnTo>
                    <a:pt x="577140" y="25668"/>
                  </a:lnTo>
                  <a:lnTo>
                    <a:pt x="631433" y="44478"/>
                  </a:lnTo>
                  <a:lnTo>
                    <a:pt x="678739" y="67300"/>
                  </a:lnTo>
                  <a:lnTo>
                    <a:pt x="718535" y="93555"/>
                  </a:lnTo>
                  <a:lnTo>
                    <a:pt x="750300" y="122666"/>
                  </a:lnTo>
                  <a:lnTo>
                    <a:pt x="773511" y="154056"/>
                  </a:lnTo>
                  <a:lnTo>
                    <a:pt x="792185" y="221360"/>
                  </a:lnTo>
                  <a:lnTo>
                    <a:pt x="786604" y="256119"/>
                  </a:lnTo>
                  <a:lnTo>
                    <a:pt x="770382" y="290846"/>
                  </a:lnTo>
                  <a:lnTo>
                    <a:pt x="721724" y="343746"/>
                  </a:lnTo>
                  <a:lnTo>
                    <a:pt x="689018" y="366431"/>
                  </a:lnTo>
                  <a:lnTo>
                    <a:pt x="651547" y="386388"/>
                  </a:lnTo>
                  <a:lnTo>
                    <a:pt x="609926" y="403453"/>
                  </a:lnTo>
                  <a:lnTo>
                    <a:pt x="564769" y="417465"/>
                  </a:lnTo>
                  <a:lnTo>
                    <a:pt x="516690" y="428259"/>
                  </a:lnTo>
                  <a:lnTo>
                    <a:pt x="466306" y="435673"/>
                  </a:lnTo>
                  <a:lnTo>
                    <a:pt x="414230" y="439543"/>
                  </a:lnTo>
                  <a:lnTo>
                    <a:pt x="361077" y="439706"/>
                  </a:lnTo>
                  <a:lnTo>
                    <a:pt x="307462" y="436000"/>
                  </a:lnTo>
                  <a:lnTo>
                    <a:pt x="254000" y="428260"/>
                  </a:lnTo>
                  <a:lnTo>
                    <a:pt x="214590" y="419727"/>
                  </a:lnTo>
                  <a:lnTo>
                    <a:pt x="177133" y="409051"/>
                  </a:lnTo>
                  <a:lnTo>
                    <a:pt x="109220" y="381651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8327" y="4605527"/>
              <a:ext cx="124968" cy="13563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03264" y="5646419"/>
              <a:ext cx="718185" cy="666115"/>
            </a:xfrm>
            <a:custGeom>
              <a:avLst/>
              <a:gdLst/>
              <a:ahLst/>
              <a:cxnLst/>
              <a:rect l="l" t="t" r="r" b="b"/>
              <a:pathLst>
                <a:path w="718184" h="666114">
                  <a:moveTo>
                    <a:pt x="0" y="332993"/>
                  </a:moveTo>
                  <a:lnTo>
                    <a:pt x="3275" y="287808"/>
                  </a:lnTo>
                  <a:lnTo>
                    <a:pt x="12818" y="244470"/>
                  </a:lnTo>
                  <a:lnTo>
                    <a:pt x="28199" y="203377"/>
                  </a:lnTo>
                  <a:lnTo>
                    <a:pt x="48993" y="164925"/>
                  </a:lnTo>
                  <a:lnTo>
                    <a:pt x="74772" y="129510"/>
                  </a:lnTo>
                  <a:lnTo>
                    <a:pt x="105108" y="97531"/>
                  </a:lnTo>
                  <a:lnTo>
                    <a:pt x="139574" y="69383"/>
                  </a:lnTo>
                  <a:lnTo>
                    <a:pt x="177743" y="45463"/>
                  </a:lnTo>
                  <a:lnTo>
                    <a:pt x="219188" y="26168"/>
                  </a:lnTo>
                  <a:lnTo>
                    <a:pt x="263480" y="11894"/>
                  </a:lnTo>
                  <a:lnTo>
                    <a:pt x="310194" y="3039"/>
                  </a:lnTo>
                  <a:lnTo>
                    <a:pt x="358902" y="0"/>
                  </a:lnTo>
                  <a:lnTo>
                    <a:pt x="407609" y="3039"/>
                  </a:lnTo>
                  <a:lnTo>
                    <a:pt x="454323" y="11894"/>
                  </a:lnTo>
                  <a:lnTo>
                    <a:pt x="498615" y="26168"/>
                  </a:lnTo>
                  <a:lnTo>
                    <a:pt x="540060" y="45463"/>
                  </a:lnTo>
                  <a:lnTo>
                    <a:pt x="578229" y="69383"/>
                  </a:lnTo>
                  <a:lnTo>
                    <a:pt x="612695" y="97531"/>
                  </a:lnTo>
                  <a:lnTo>
                    <a:pt x="643031" y="129510"/>
                  </a:lnTo>
                  <a:lnTo>
                    <a:pt x="668810" y="164925"/>
                  </a:lnTo>
                  <a:lnTo>
                    <a:pt x="689604" y="203377"/>
                  </a:lnTo>
                  <a:lnTo>
                    <a:pt x="704985" y="244470"/>
                  </a:lnTo>
                  <a:lnTo>
                    <a:pt x="714528" y="287808"/>
                  </a:lnTo>
                  <a:lnTo>
                    <a:pt x="717804" y="332993"/>
                  </a:lnTo>
                  <a:lnTo>
                    <a:pt x="714528" y="378179"/>
                  </a:lnTo>
                  <a:lnTo>
                    <a:pt x="704985" y="421517"/>
                  </a:lnTo>
                  <a:lnTo>
                    <a:pt x="689604" y="462610"/>
                  </a:lnTo>
                  <a:lnTo>
                    <a:pt x="668810" y="501062"/>
                  </a:lnTo>
                  <a:lnTo>
                    <a:pt x="643031" y="536477"/>
                  </a:lnTo>
                  <a:lnTo>
                    <a:pt x="612695" y="568456"/>
                  </a:lnTo>
                  <a:lnTo>
                    <a:pt x="578229" y="596604"/>
                  </a:lnTo>
                  <a:lnTo>
                    <a:pt x="540060" y="620524"/>
                  </a:lnTo>
                  <a:lnTo>
                    <a:pt x="498615" y="639819"/>
                  </a:lnTo>
                  <a:lnTo>
                    <a:pt x="454323" y="654093"/>
                  </a:lnTo>
                  <a:lnTo>
                    <a:pt x="407609" y="662948"/>
                  </a:lnTo>
                  <a:lnTo>
                    <a:pt x="358902" y="665987"/>
                  </a:lnTo>
                  <a:lnTo>
                    <a:pt x="310194" y="662948"/>
                  </a:lnTo>
                  <a:lnTo>
                    <a:pt x="263480" y="654093"/>
                  </a:lnTo>
                  <a:lnTo>
                    <a:pt x="219188" y="639819"/>
                  </a:lnTo>
                  <a:lnTo>
                    <a:pt x="177743" y="620524"/>
                  </a:lnTo>
                  <a:lnTo>
                    <a:pt x="139574" y="596604"/>
                  </a:lnTo>
                  <a:lnTo>
                    <a:pt x="105108" y="568456"/>
                  </a:lnTo>
                  <a:lnTo>
                    <a:pt x="74772" y="536477"/>
                  </a:lnTo>
                  <a:lnTo>
                    <a:pt x="48993" y="501062"/>
                  </a:lnTo>
                  <a:lnTo>
                    <a:pt x="28199" y="462610"/>
                  </a:lnTo>
                  <a:lnTo>
                    <a:pt x="12818" y="421517"/>
                  </a:lnTo>
                  <a:lnTo>
                    <a:pt x="3275" y="378179"/>
                  </a:lnTo>
                  <a:lnTo>
                    <a:pt x="0" y="33299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5193157" y="4880736"/>
              <a:ext cx="1215390" cy="862965"/>
            </a:xfrm>
            <a:custGeom>
              <a:avLst/>
              <a:gdLst/>
              <a:ahLst/>
              <a:cxnLst/>
              <a:rect l="l" t="t" r="r" b="b"/>
              <a:pathLst>
                <a:path w="1215389" h="862964">
                  <a:moveTo>
                    <a:pt x="1149161" y="823876"/>
                  </a:moveTo>
                  <a:lnTo>
                    <a:pt x="1130807" y="849782"/>
                  </a:lnTo>
                  <a:lnTo>
                    <a:pt x="1215008" y="862710"/>
                  </a:lnTo>
                  <a:lnTo>
                    <a:pt x="1198178" y="831202"/>
                  </a:lnTo>
                  <a:lnTo>
                    <a:pt x="1159509" y="831202"/>
                  </a:lnTo>
                  <a:lnTo>
                    <a:pt x="1149161" y="823876"/>
                  </a:lnTo>
                  <a:close/>
                </a:path>
                <a:path w="1215389" h="862964">
                  <a:moveTo>
                    <a:pt x="1156511" y="813501"/>
                  </a:moveTo>
                  <a:lnTo>
                    <a:pt x="1149161" y="823876"/>
                  </a:lnTo>
                  <a:lnTo>
                    <a:pt x="1159509" y="831202"/>
                  </a:lnTo>
                  <a:lnTo>
                    <a:pt x="1166876" y="820839"/>
                  </a:lnTo>
                  <a:lnTo>
                    <a:pt x="1156511" y="813501"/>
                  </a:lnTo>
                  <a:close/>
                </a:path>
                <a:path w="1215389" h="862964">
                  <a:moveTo>
                    <a:pt x="1174877" y="787577"/>
                  </a:moveTo>
                  <a:lnTo>
                    <a:pt x="1156511" y="813501"/>
                  </a:lnTo>
                  <a:lnTo>
                    <a:pt x="1166876" y="820839"/>
                  </a:lnTo>
                  <a:lnTo>
                    <a:pt x="1159509" y="831202"/>
                  </a:lnTo>
                  <a:lnTo>
                    <a:pt x="1198178" y="831202"/>
                  </a:lnTo>
                  <a:lnTo>
                    <a:pt x="1174877" y="787577"/>
                  </a:lnTo>
                  <a:close/>
                </a:path>
                <a:path w="1215389" h="862964">
                  <a:moveTo>
                    <a:pt x="7365" y="0"/>
                  </a:moveTo>
                  <a:lnTo>
                    <a:pt x="0" y="10413"/>
                  </a:lnTo>
                  <a:lnTo>
                    <a:pt x="1149161" y="823876"/>
                  </a:lnTo>
                  <a:lnTo>
                    <a:pt x="1156511" y="813501"/>
                  </a:lnTo>
                  <a:lnTo>
                    <a:pt x="7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110799" y="4768939"/>
            <a:ext cx="121920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96363" y="5026033"/>
            <a:ext cx="597694" cy="353378"/>
            <a:chOff x="6928484" y="5558378"/>
            <a:chExt cx="796925" cy="471170"/>
          </a:xfrm>
        </p:grpSpPr>
        <p:sp>
          <p:nvSpPr>
            <p:cNvPr id="18" name="object 18"/>
            <p:cNvSpPr/>
            <p:nvPr/>
          </p:nvSpPr>
          <p:spPr>
            <a:xfrm>
              <a:off x="6931532" y="5561426"/>
              <a:ext cx="791210" cy="438784"/>
            </a:xfrm>
            <a:custGeom>
              <a:avLst/>
              <a:gdLst/>
              <a:ahLst/>
              <a:cxnLst/>
              <a:rect l="l" t="t" r="r" b="b"/>
              <a:pathLst>
                <a:path w="791209" h="438785">
                  <a:moveTo>
                    <a:pt x="0" y="148238"/>
                  </a:moveTo>
                  <a:lnTo>
                    <a:pt x="48627" y="95553"/>
                  </a:lnTo>
                  <a:lnTo>
                    <a:pt x="81297" y="72956"/>
                  </a:lnTo>
                  <a:lnTo>
                    <a:pt x="118721" y="53076"/>
                  </a:lnTo>
                  <a:lnTo>
                    <a:pt x="160284" y="36075"/>
                  </a:lnTo>
                  <a:lnTo>
                    <a:pt x="205374" y="22118"/>
                  </a:lnTo>
                  <a:lnTo>
                    <a:pt x="253377" y="11368"/>
                  </a:lnTo>
                  <a:lnTo>
                    <a:pt x="303680" y="3989"/>
                  </a:lnTo>
                  <a:lnTo>
                    <a:pt x="355669" y="145"/>
                  </a:lnTo>
                  <a:lnTo>
                    <a:pt x="408731" y="0"/>
                  </a:lnTo>
                  <a:lnTo>
                    <a:pt x="462252" y="3716"/>
                  </a:lnTo>
                  <a:lnTo>
                    <a:pt x="515620" y="11459"/>
                  </a:lnTo>
                  <a:lnTo>
                    <a:pt x="576233" y="25660"/>
                  </a:lnTo>
                  <a:lnTo>
                    <a:pt x="630397" y="44424"/>
                  </a:lnTo>
                  <a:lnTo>
                    <a:pt x="677588" y="67177"/>
                  </a:lnTo>
                  <a:lnTo>
                    <a:pt x="717285" y="93347"/>
                  </a:lnTo>
                  <a:lnTo>
                    <a:pt x="748966" y="122359"/>
                  </a:lnTo>
                  <a:lnTo>
                    <a:pt x="772109" y="153640"/>
                  </a:lnTo>
                  <a:lnTo>
                    <a:pt x="790691" y="220711"/>
                  </a:lnTo>
                  <a:lnTo>
                    <a:pt x="785087" y="255354"/>
                  </a:lnTo>
                  <a:lnTo>
                    <a:pt x="768858" y="289970"/>
                  </a:lnTo>
                  <a:lnTo>
                    <a:pt x="720230" y="342653"/>
                  </a:lnTo>
                  <a:lnTo>
                    <a:pt x="687560" y="365246"/>
                  </a:lnTo>
                  <a:lnTo>
                    <a:pt x="650136" y="385124"/>
                  </a:lnTo>
                  <a:lnTo>
                    <a:pt x="608573" y="402122"/>
                  </a:lnTo>
                  <a:lnTo>
                    <a:pt x="563483" y="416078"/>
                  </a:lnTo>
                  <a:lnTo>
                    <a:pt x="515480" y="426829"/>
                  </a:lnTo>
                  <a:lnTo>
                    <a:pt x="465177" y="434212"/>
                  </a:lnTo>
                  <a:lnTo>
                    <a:pt x="413188" y="438064"/>
                  </a:lnTo>
                  <a:lnTo>
                    <a:pt x="360126" y="438221"/>
                  </a:lnTo>
                  <a:lnTo>
                    <a:pt x="306605" y="434521"/>
                  </a:lnTo>
                  <a:lnTo>
                    <a:pt x="253238" y="426800"/>
                  </a:lnTo>
                  <a:lnTo>
                    <a:pt x="214072" y="418317"/>
                  </a:lnTo>
                  <a:lnTo>
                    <a:pt x="176799" y="407712"/>
                  </a:lnTo>
                  <a:lnTo>
                    <a:pt x="109220" y="380509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5827" y="5893307"/>
              <a:ext cx="124968" cy="135636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359622" y="5027675"/>
            <a:ext cx="26479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92D710A-B2BD-1AFC-902B-C95F7A67E2F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3" y="1314507"/>
            <a:ext cx="154457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b="1" spc="-34" dirty="0"/>
              <a:t>Example</a:t>
            </a:r>
            <a:endParaRPr sz="33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687704" y="2202142"/>
            <a:ext cx="7720965" cy="109405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DFA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that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will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accept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language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having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exactly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three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68" dirty="0">
                <a:solidFill>
                  <a:prstClr val="black"/>
                </a:solidFill>
                <a:latin typeface="Calibri"/>
                <a:cs typeface="Calibri"/>
              </a:rPr>
              <a:t>“a’s”,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 ∑=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{a,b}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spcBef>
                <a:spcPts val="41"/>
              </a:spcBef>
              <a:buFont typeface="Arial MT"/>
              <a:buChar char="•"/>
            </a:pPr>
            <a:endParaRPr sz="28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L={aaa}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19096" y="3611880"/>
            <a:ext cx="501015" cy="480060"/>
          </a:xfrm>
          <a:custGeom>
            <a:avLst/>
            <a:gdLst/>
            <a:ahLst/>
            <a:cxnLst/>
            <a:rect l="l" t="t" r="r" b="b"/>
            <a:pathLst>
              <a:path w="668019" h="640079">
                <a:moveTo>
                  <a:pt x="0" y="320040"/>
                </a:moveTo>
                <a:lnTo>
                  <a:pt x="3619" y="272739"/>
                </a:lnTo>
                <a:lnTo>
                  <a:pt x="14135" y="227596"/>
                </a:lnTo>
                <a:lnTo>
                  <a:pt x="31028" y="185105"/>
                </a:lnTo>
                <a:lnTo>
                  <a:pt x="53783" y="145761"/>
                </a:lnTo>
                <a:lnTo>
                  <a:pt x="81882" y="110057"/>
                </a:lnTo>
                <a:lnTo>
                  <a:pt x="114808" y="78490"/>
                </a:lnTo>
                <a:lnTo>
                  <a:pt x="152045" y="51552"/>
                </a:lnTo>
                <a:lnTo>
                  <a:pt x="193075" y="29740"/>
                </a:lnTo>
                <a:lnTo>
                  <a:pt x="237381" y="13547"/>
                </a:lnTo>
                <a:lnTo>
                  <a:pt x="284447" y="3469"/>
                </a:lnTo>
                <a:lnTo>
                  <a:pt x="333756" y="0"/>
                </a:lnTo>
                <a:lnTo>
                  <a:pt x="383064" y="3469"/>
                </a:lnTo>
                <a:lnTo>
                  <a:pt x="430130" y="13547"/>
                </a:lnTo>
                <a:lnTo>
                  <a:pt x="474436" y="29740"/>
                </a:lnTo>
                <a:lnTo>
                  <a:pt x="515466" y="51552"/>
                </a:lnTo>
                <a:lnTo>
                  <a:pt x="552703" y="78490"/>
                </a:lnTo>
                <a:lnTo>
                  <a:pt x="585629" y="110057"/>
                </a:lnTo>
                <a:lnTo>
                  <a:pt x="613728" y="145761"/>
                </a:lnTo>
                <a:lnTo>
                  <a:pt x="636483" y="185105"/>
                </a:lnTo>
                <a:lnTo>
                  <a:pt x="653376" y="227596"/>
                </a:lnTo>
                <a:lnTo>
                  <a:pt x="663892" y="272739"/>
                </a:lnTo>
                <a:lnTo>
                  <a:pt x="667512" y="320040"/>
                </a:lnTo>
                <a:lnTo>
                  <a:pt x="663892" y="367340"/>
                </a:lnTo>
                <a:lnTo>
                  <a:pt x="653376" y="412483"/>
                </a:lnTo>
                <a:lnTo>
                  <a:pt x="636483" y="454974"/>
                </a:lnTo>
                <a:lnTo>
                  <a:pt x="613728" y="494318"/>
                </a:lnTo>
                <a:lnTo>
                  <a:pt x="585629" y="530022"/>
                </a:lnTo>
                <a:lnTo>
                  <a:pt x="552703" y="561589"/>
                </a:lnTo>
                <a:lnTo>
                  <a:pt x="515466" y="588527"/>
                </a:lnTo>
                <a:lnTo>
                  <a:pt x="474436" y="610339"/>
                </a:lnTo>
                <a:lnTo>
                  <a:pt x="430130" y="626532"/>
                </a:lnTo>
                <a:lnTo>
                  <a:pt x="383064" y="636610"/>
                </a:lnTo>
                <a:lnTo>
                  <a:pt x="333756" y="640080"/>
                </a:lnTo>
                <a:lnTo>
                  <a:pt x="284447" y="636610"/>
                </a:lnTo>
                <a:lnTo>
                  <a:pt x="237381" y="626532"/>
                </a:lnTo>
                <a:lnTo>
                  <a:pt x="193075" y="610339"/>
                </a:lnTo>
                <a:lnTo>
                  <a:pt x="152045" y="588527"/>
                </a:lnTo>
                <a:lnTo>
                  <a:pt x="114808" y="561589"/>
                </a:lnTo>
                <a:lnTo>
                  <a:pt x="81882" y="530022"/>
                </a:lnTo>
                <a:lnTo>
                  <a:pt x="53783" y="494318"/>
                </a:lnTo>
                <a:lnTo>
                  <a:pt x="31028" y="454974"/>
                </a:lnTo>
                <a:lnTo>
                  <a:pt x="14135" y="412483"/>
                </a:lnTo>
                <a:lnTo>
                  <a:pt x="3619" y="367340"/>
                </a:lnTo>
                <a:lnTo>
                  <a:pt x="0" y="32004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7978" y="3614890"/>
            <a:ext cx="1243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28691" y="3651884"/>
            <a:ext cx="542925" cy="461010"/>
          </a:xfrm>
          <a:custGeom>
            <a:avLst/>
            <a:gdLst/>
            <a:ahLst/>
            <a:cxnLst/>
            <a:rect l="l" t="t" r="r" b="b"/>
            <a:pathLst>
              <a:path w="723900" h="614679">
                <a:moveTo>
                  <a:pt x="0" y="307086"/>
                </a:moveTo>
                <a:lnTo>
                  <a:pt x="3924" y="261719"/>
                </a:lnTo>
                <a:lnTo>
                  <a:pt x="15324" y="218415"/>
                </a:lnTo>
                <a:lnTo>
                  <a:pt x="33640" y="177649"/>
                </a:lnTo>
                <a:lnTo>
                  <a:pt x="58312" y="139898"/>
                </a:lnTo>
                <a:lnTo>
                  <a:pt x="88780" y="105636"/>
                </a:lnTo>
                <a:lnTo>
                  <a:pt x="124484" y="75341"/>
                </a:lnTo>
                <a:lnTo>
                  <a:pt x="164865" y="49487"/>
                </a:lnTo>
                <a:lnTo>
                  <a:pt x="209361" y="28550"/>
                </a:lnTo>
                <a:lnTo>
                  <a:pt x="257414" y="13006"/>
                </a:lnTo>
                <a:lnTo>
                  <a:pt x="308464" y="3330"/>
                </a:lnTo>
                <a:lnTo>
                  <a:pt x="361950" y="0"/>
                </a:lnTo>
                <a:lnTo>
                  <a:pt x="415435" y="3330"/>
                </a:lnTo>
                <a:lnTo>
                  <a:pt x="466485" y="13006"/>
                </a:lnTo>
                <a:lnTo>
                  <a:pt x="514538" y="28550"/>
                </a:lnTo>
                <a:lnTo>
                  <a:pt x="559034" y="49487"/>
                </a:lnTo>
                <a:lnTo>
                  <a:pt x="599415" y="75341"/>
                </a:lnTo>
                <a:lnTo>
                  <a:pt x="635119" y="105636"/>
                </a:lnTo>
                <a:lnTo>
                  <a:pt x="665587" y="139898"/>
                </a:lnTo>
                <a:lnTo>
                  <a:pt x="690259" y="177649"/>
                </a:lnTo>
                <a:lnTo>
                  <a:pt x="708575" y="218415"/>
                </a:lnTo>
                <a:lnTo>
                  <a:pt x="719975" y="261719"/>
                </a:lnTo>
                <a:lnTo>
                  <a:pt x="723900" y="307086"/>
                </a:lnTo>
                <a:lnTo>
                  <a:pt x="719975" y="352452"/>
                </a:lnTo>
                <a:lnTo>
                  <a:pt x="708575" y="395756"/>
                </a:lnTo>
                <a:lnTo>
                  <a:pt x="690259" y="436522"/>
                </a:lnTo>
                <a:lnTo>
                  <a:pt x="665587" y="474273"/>
                </a:lnTo>
                <a:lnTo>
                  <a:pt x="635119" y="508535"/>
                </a:lnTo>
                <a:lnTo>
                  <a:pt x="599415" y="538830"/>
                </a:lnTo>
                <a:lnTo>
                  <a:pt x="559034" y="564684"/>
                </a:lnTo>
                <a:lnTo>
                  <a:pt x="514538" y="585621"/>
                </a:lnTo>
                <a:lnTo>
                  <a:pt x="466485" y="601165"/>
                </a:lnTo>
                <a:lnTo>
                  <a:pt x="415435" y="610841"/>
                </a:lnTo>
                <a:lnTo>
                  <a:pt x="361950" y="614172"/>
                </a:lnTo>
                <a:lnTo>
                  <a:pt x="308464" y="610841"/>
                </a:lnTo>
                <a:lnTo>
                  <a:pt x="257414" y="601165"/>
                </a:lnTo>
                <a:lnTo>
                  <a:pt x="209361" y="585621"/>
                </a:lnTo>
                <a:lnTo>
                  <a:pt x="164865" y="564684"/>
                </a:lnTo>
                <a:lnTo>
                  <a:pt x="124484" y="538830"/>
                </a:lnTo>
                <a:lnTo>
                  <a:pt x="88780" y="508535"/>
                </a:lnTo>
                <a:lnTo>
                  <a:pt x="58312" y="474273"/>
                </a:lnTo>
                <a:lnTo>
                  <a:pt x="33640" y="436522"/>
                </a:lnTo>
                <a:lnTo>
                  <a:pt x="15324" y="395756"/>
                </a:lnTo>
                <a:lnTo>
                  <a:pt x="3924" y="352452"/>
                </a:lnTo>
                <a:lnTo>
                  <a:pt x="0" y="30708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5383" y="3696557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13758" y="3854196"/>
            <a:ext cx="615314" cy="57150"/>
          </a:xfrm>
          <a:custGeom>
            <a:avLst/>
            <a:gdLst/>
            <a:ahLst/>
            <a:cxnLst/>
            <a:rect l="l" t="t" r="r" b="b"/>
            <a:pathLst>
              <a:path w="820420" h="76200">
                <a:moveTo>
                  <a:pt x="744093" y="0"/>
                </a:moveTo>
                <a:lnTo>
                  <a:pt x="744093" y="76200"/>
                </a:lnTo>
                <a:lnTo>
                  <a:pt x="807593" y="44450"/>
                </a:lnTo>
                <a:lnTo>
                  <a:pt x="756793" y="44450"/>
                </a:lnTo>
                <a:lnTo>
                  <a:pt x="756793" y="31750"/>
                </a:lnTo>
                <a:lnTo>
                  <a:pt x="807593" y="31750"/>
                </a:lnTo>
                <a:lnTo>
                  <a:pt x="744093" y="0"/>
                </a:lnTo>
                <a:close/>
              </a:path>
              <a:path w="820420" h="76200">
                <a:moveTo>
                  <a:pt x="74409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744093" y="44450"/>
                </a:lnTo>
                <a:lnTo>
                  <a:pt x="744093" y="31750"/>
                </a:lnTo>
                <a:close/>
              </a:path>
              <a:path w="820420" h="76200">
                <a:moveTo>
                  <a:pt x="807593" y="31750"/>
                </a:moveTo>
                <a:lnTo>
                  <a:pt x="756793" y="31750"/>
                </a:lnTo>
                <a:lnTo>
                  <a:pt x="756793" y="44450"/>
                </a:lnTo>
                <a:lnTo>
                  <a:pt x="807593" y="44450"/>
                </a:lnTo>
                <a:lnTo>
                  <a:pt x="820293" y="38100"/>
                </a:lnTo>
                <a:lnTo>
                  <a:pt x="807593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8708" y="3577933"/>
            <a:ext cx="113824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67128" y="4087749"/>
            <a:ext cx="2460308" cy="1442561"/>
            <a:chOff x="2889504" y="4307332"/>
            <a:chExt cx="3280410" cy="1923414"/>
          </a:xfrm>
        </p:grpSpPr>
        <p:sp>
          <p:nvSpPr>
            <p:cNvPr id="11" name="object 11"/>
            <p:cNvSpPr/>
            <p:nvPr/>
          </p:nvSpPr>
          <p:spPr>
            <a:xfrm>
              <a:off x="4943855" y="5416296"/>
              <a:ext cx="1219200" cy="807720"/>
            </a:xfrm>
            <a:custGeom>
              <a:avLst/>
              <a:gdLst/>
              <a:ahLst/>
              <a:cxnLst/>
              <a:rect l="l" t="t" r="r" b="b"/>
              <a:pathLst>
                <a:path w="1219200" h="807720">
                  <a:moveTo>
                    <a:pt x="0" y="403859"/>
                  </a:moveTo>
                  <a:lnTo>
                    <a:pt x="2790" y="364964"/>
                  </a:lnTo>
                  <a:lnTo>
                    <a:pt x="10991" y="327115"/>
                  </a:lnTo>
                  <a:lnTo>
                    <a:pt x="24348" y="290482"/>
                  </a:lnTo>
                  <a:lnTo>
                    <a:pt x="42604" y="255233"/>
                  </a:lnTo>
                  <a:lnTo>
                    <a:pt x="65505" y="221538"/>
                  </a:lnTo>
                  <a:lnTo>
                    <a:pt x="92795" y="189566"/>
                  </a:lnTo>
                  <a:lnTo>
                    <a:pt x="124219" y="159487"/>
                  </a:lnTo>
                  <a:lnTo>
                    <a:pt x="159520" y="131469"/>
                  </a:lnTo>
                  <a:lnTo>
                    <a:pt x="198445" y="105682"/>
                  </a:lnTo>
                  <a:lnTo>
                    <a:pt x="240736" y="82294"/>
                  </a:lnTo>
                  <a:lnTo>
                    <a:pt x="286139" y="61476"/>
                  </a:lnTo>
                  <a:lnTo>
                    <a:pt x="334399" y="43397"/>
                  </a:lnTo>
                  <a:lnTo>
                    <a:pt x="385259" y="28225"/>
                  </a:lnTo>
                  <a:lnTo>
                    <a:pt x="438465" y="16130"/>
                  </a:lnTo>
                  <a:lnTo>
                    <a:pt x="493760" y="7282"/>
                  </a:lnTo>
                  <a:lnTo>
                    <a:pt x="550890" y="1848"/>
                  </a:lnTo>
                  <a:lnTo>
                    <a:pt x="609600" y="0"/>
                  </a:lnTo>
                  <a:lnTo>
                    <a:pt x="668309" y="1848"/>
                  </a:lnTo>
                  <a:lnTo>
                    <a:pt x="725439" y="7282"/>
                  </a:lnTo>
                  <a:lnTo>
                    <a:pt x="780734" y="16130"/>
                  </a:lnTo>
                  <a:lnTo>
                    <a:pt x="833940" y="28225"/>
                  </a:lnTo>
                  <a:lnTo>
                    <a:pt x="884800" y="43397"/>
                  </a:lnTo>
                  <a:lnTo>
                    <a:pt x="933060" y="61476"/>
                  </a:lnTo>
                  <a:lnTo>
                    <a:pt x="978463" y="82294"/>
                  </a:lnTo>
                  <a:lnTo>
                    <a:pt x="1020754" y="105682"/>
                  </a:lnTo>
                  <a:lnTo>
                    <a:pt x="1059679" y="131469"/>
                  </a:lnTo>
                  <a:lnTo>
                    <a:pt x="1094980" y="159487"/>
                  </a:lnTo>
                  <a:lnTo>
                    <a:pt x="1126404" y="189566"/>
                  </a:lnTo>
                  <a:lnTo>
                    <a:pt x="1153694" y="221538"/>
                  </a:lnTo>
                  <a:lnTo>
                    <a:pt x="1176595" y="255233"/>
                  </a:lnTo>
                  <a:lnTo>
                    <a:pt x="1194851" y="290482"/>
                  </a:lnTo>
                  <a:lnTo>
                    <a:pt x="1208208" y="327115"/>
                  </a:lnTo>
                  <a:lnTo>
                    <a:pt x="1216409" y="364964"/>
                  </a:lnTo>
                  <a:lnTo>
                    <a:pt x="1219200" y="403859"/>
                  </a:lnTo>
                  <a:lnTo>
                    <a:pt x="1216409" y="442755"/>
                  </a:lnTo>
                  <a:lnTo>
                    <a:pt x="1208208" y="480604"/>
                  </a:lnTo>
                  <a:lnTo>
                    <a:pt x="1194851" y="517237"/>
                  </a:lnTo>
                  <a:lnTo>
                    <a:pt x="1176595" y="552486"/>
                  </a:lnTo>
                  <a:lnTo>
                    <a:pt x="1153694" y="586181"/>
                  </a:lnTo>
                  <a:lnTo>
                    <a:pt x="1126404" y="618153"/>
                  </a:lnTo>
                  <a:lnTo>
                    <a:pt x="1094980" y="648232"/>
                  </a:lnTo>
                  <a:lnTo>
                    <a:pt x="1059679" y="676250"/>
                  </a:lnTo>
                  <a:lnTo>
                    <a:pt x="1020754" y="702037"/>
                  </a:lnTo>
                  <a:lnTo>
                    <a:pt x="978463" y="725425"/>
                  </a:lnTo>
                  <a:lnTo>
                    <a:pt x="933060" y="746243"/>
                  </a:lnTo>
                  <a:lnTo>
                    <a:pt x="884800" y="764322"/>
                  </a:lnTo>
                  <a:lnTo>
                    <a:pt x="833940" y="779494"/>
                  </a:lnTo>
                  <a:lnTo>
                    <a:pt x="780734" y="791589"/>
                  </a:lnTo>
                  <a:lnTo>
                    <a:pt x="725439" y="800437"/>
                  </a:lnTo>
                  <a:lnTo>
                    <a:pt x="668309" y="805871"/>
                  </a:lnTo>
                  <a:lnTo>
                    <a:pt x="609600" y="807719"/>
                  </a:lnTo>
                  <a:lnTo>
                    <a:pt x="550890" y="805871"/>
                  </a:lnTo>
                  <a:lnTo>
                    <a:pt x="493760" y="800437"/>
                  </a:lnTo>
                  <a:lnTo>
                    <a:pt x="438465" y="791589"/>
                  </a:lnTo>
                  <a:lnTo>
                    <a:pt x="385259" y="779494"/>
                  </a:lnTo>
                  <a:lnTo>
                    <a:pt x="334399" y="764322"/>
                  </a:lnTo>
                  <a:lnTo>
                    <a:pt x="286139" y="746243"/>
                  </a:lnTo>
                  <a:lnTo>
                    <a:pt x="240736" y="725425"/>
                  </a:lnTo>
                  <a:lnTo>
                    <a:pt x="198445" y="702037"/>
                  </a:lnTo>
                  <a:lnTo>
                    <a:pt x="159520" y="676250"/>
                  </a:lnTo>
                  <a:lnTo>
                    <a:pt x="124219" y="648232"/>
                  </a:lnTo>
                  <a:lnTo>
                    <a:pt x="92795" y="618153"/>
                  </a:lnTo>
                  <a:lnTo>
                    <a:pt x="65505" y="586181"/>
                  </a:lnTo>
                  <a:lnTo>
                    <a:pt x="42604" y="552486"/>
                  </a:lnTo>
                  <a:lnTo>
                    <a:pt x="24348" y="517237"/>
                  </a:lnTo>
                  <a:lnTo>
                    <a:pt x="10991" y="480604"/>
                  </a:lnTo>
                  <a:lnTo>
                    <a:pt x="2790" y="442755"/>
                  </a:lnTo>
                  <a:lnTo>
                    <a:pt x="0" y="40385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889504" y="4307332"/>
              <a:ext cx="2233295" cy="1228090"/>
            </a:xfrm>
            <a:custGeom>
              <a:avLst/>
              <a:gdLst/>
              <a:ahLst/>
              <a:cxnLst/>
              <a:rect l="l" t="t" r="r" b="b"/>
              <a:pathLst>
                <a:path w="2233295" h="1228089">
                  <a:moveTo>
                    <a:pt x="2163266" y="1196733"/>
                  </a:moveTo>
                  <a:lnTo>
                    <a:pt x="2147950" y="1224661"/>
                  </a:lnTo>
                  <a:lnTo>
                    <a:pt x="2233168" y="1227836"/>
                  </a:lnTo>
                  <a:lnTo>
                    <a:pt x="2215854" y="1202817"/>
                  </a:lnTo>
                  <a:lnTo>
                    <a:pt x="2174367" y="1202817"/>
                  </a:lnTo>
                  <a:lnTo>
                    <a:pt x="2163266" y="1196733"/>
                  </a:lnTo>
                  <a:close/>
                </a:path>
                <a:path w="2233295" h="1228089">
                  <a:moveTo>
                    <a:pt x="2169334" y="1185668"/>
                  </a:moveTo>
                  <a:lnTo>
                    <a:pt x="2163266" y="1196733"/>
                  </a:lnTo>
                  <a:lnTo>
                    <a:pt x="2174367" y="1202817"/>
                  </a:lnTo>
                  <a:lnTo>
                    <a:pt x="2180462" y="1191768"/>
                  </a:lnTo>
                  <a:lnTo>
                    <a:pt x="2169334" y="1185668"/>
                  </a:lnTo>
                  <a:close/>
                </a:path>
                <a:path w="2233295" h="1228089">
                  <a:moveTo>
                    <a:pt x="2184654" y="1157732"/>
                  </a:moveTo>
                  <a:lnTo>
                    <a:pt x="2169334" y="1185668"/>
                  </a:lnTo>
                  <a:lnTo>
                    <a:pt x="2180462" y="1191768"/>
                  </a:lnTo>
                  <a:lnTo>
                    <a:pt x="2174367" y="1202817"/>
                  </a:lnTo>
                  <a:lnTo>
                    <a:pt x="2215854" y="1202817"/>
                  </a:lnTo>
                  <a:lnTo>
                    <a:pt x="2184654" y="1157732"/>
                  </a:lnTo>
                  <a:close/>
                </a:path>
                <a:path w="2233295" h="1228089">
                  <a:moveTo>
                    <a:pt x="6095" y="0"/>
                  </a:moveTo>
                  <a:lnTo>
                    <a:pt x="0" y="11176"/>
                  </a:lnTo>
                  <a:lnTo>
                    <a:pt x="2163266" y="1196733"/>
                  </a:lnTo>
                  <a:lnTo>
                    <a:pt x="2169334" y="1185668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95873" y="4505992"/>
            <a:ext cx="12192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542187" y="4864490"/>
            <a:ext cx="989171" cy="427673"/>
            <a:chOff x="6056248" y="5342987"/>
            <a:chExt cx="1318895" cy="570230"/>
          </a:xfrm>
        </p:grpSpPr>
        <p:sp>
          <p:nvSpPr>
            <p:cNvPr id="15" name="object 15"/>
            <p:cNvSpPr/>
            <p:nvPr/>
          </p:nvSpPr>
          <p:spPr>
            <a:xfrm>
              <a:off x="6059423" y="5346162"/>
              <a:ext cx="1312545" cy="534035"/>
            </a:xfrm>
            <a:custGeom>
              <a:avLst/>
              <a:gdLst/>
              <a:ahLst/>
              <a:cxnLst/>
              <a:rect l="l" t="t" r="r" b="b"/>
              <a:pathLst>
                <a:path w="1312545" h="534035">
                  <a:moveTo>
                    <a:pt x="0" y="151921"/>
                  </a:moveTo>
                  <a:lnTo>
                    <a:pt x="59640" y="112526"/>
                  </a:lnTo>
                  <a:lnTo>
                    <a:pt x="94944" y="94833"/>
                  </a:lnTo>
                  <a:lnTo>
                    <a:pt x="133536" y="78526"/>
                  </a:lnTo>
                  <a:lnTo>
                    <a:pt x="175141" y="63642"/>
                  </a:lnTo>
                  <a:lnTo>
                    <a:pt x="219482" y="50220"/>
                  </a:lnTo>
                  <a:lnTo>
                    <a:pt x="266283" y="38298"/>
                  </a:lnTo>
                  <a:lnTo>
                    <a:pt x="315269" y="27913"/>
                  </a:lnTo>
                  <a:lnTo>
                    <a:pt x="366163" y="19103"/>
                  </a:lnTo>
                  <a:lnTo>
                    <a:pt x="418689" y="11906"/>
                  </a:lnTo>
                  <a:lnTo>
                    <a:pt x="472572" y="6359"/>
                  </a:lnTo>
                  <a:lnTo>
                    <a:pt x="527535" y="2500"/>
                  </a:lnTo>
                  <a:lnTo>
                    <a:pt x="583303" y="368"/>
                  </a:lnTo>
                  <a:lnTo>
                    <a:pt x="639600" y="0"/>
                  </a:lnTo>
                  <a:lnTo>
                    <a:pt x="696149" y="1433"/>
                  </a:lnTo>
                  <a:lnTo>
                    <a:pt x="752675" y="4705"/>
                  </a:lnTo>
                  <a:lnTo>
                    <a:pt x="808901" y="9855"/>
                  </a:lnTo>
                  <a:lnTo>
                    <a:pt x="864552" y="16919"/>
                  </a:lnTo>
                  <a:lnTo>
                    <a:pt x="919352" y="25937"/>
                  </a:lnTo>
                  <a:lnTo>
                    <a:pt x="985437" y="39853"/>
                  </a:lnTo>
                  <a:lnTo>
                    <a:pt x="1046044" y="56108"/>
                  </a:lnTo>
                  <a:lnTo>
                    <a:pt x="1100974" y="74485"/>
                  </a:lnTo>
                  <a:lnTo>
                    <a:pt x="1150028" y="94767"/>
                  </a:lnTo>
                  <a:lnTo>
                    <a:pt x="1193009" y="116736"/>
                  </a:lnTo>
                  <a:lnTo>
                    <a:pt x="1229718" y="140176"/>
                  </a:lnTo>
                  <a:lnTo>
                    <a:pt x="1259956" y="164870"/>
                  </a:lnTo>
                  <a:lnTo>
                    <a:pt x="1300228" y="217150"/>
                  </a:lnTo>
                  <a:lnTo>
                    <a:pt x="1312235" y="271838"/>
                  </a:lnTo>
                  <a:lnTo>
                    <a:pt x="1307143" y="299544"/>
                  </a:lnTo>
                  <a:lnTo>
                    <a:pt x="1273778" y="354591"/>
                  </a:lnTo>
                  <a:lnTo>
                    <a:pt x="1245107" y="381499"/>
                  </a:lnTo>
                  <a:lnTo>
                    <a:pt x="1185467" y="420890"/>
                  </a:lnTo>
                  <a:lnTo>
                    <a:pt x="1150163" y="438582"/>
                  </a:lnTo>
                  <a:lnTo>
                    <a:pt x="1111571" y="454888"/>
                  </a:lnTo>
                  <a:lnTo>
                    <a:pt x="1069966" y="469771"/>
                  </a:lnTo>
                  <a:lnTo>
                    <a:pt x="1025625" y="483193"/>
                  </a:lnTo>
                  <a:lnTo>
                    <a:pt x="978824" y="495115"/>
                  </a:lnTo>
                  <a:lnTo>
                    <a:pt x="929838" y="505500"/>
                  </a:lnTo>
                  <a:lnTo>
                    <a:pt x="878944" y="514310"/>
                  </a:lnTo>
                  <a:lnTo>
                    <a:pt x="826418" y="521507"/>
                  </a:lnTo>
                  <a:lnTo>
                    <a:pt x="772535" y="527054"/>
                  </a:lnTo>
                  <a:lnTo>
                    <a:pt x="717572" y="530912"/>
                  </a:lnTo>
                  <a:lnTo>
                    <a:pt x="661804" y="533044"/>
                  </a:lnTo>
                  <a:lnTo>
                    <a:pt x="605507" y="533413"/>
                  </a:lnTo>
                  <a:lnTo>
                    <a:pt x="548958" y="531979"/>
                  </a:lnTo>
                  <a:lnTo>
                    <a:pt x="492432" y="528706"/>
                  </a:lnTo>
                  <a:lnTo>
                    <a:pt x="436206" y="523555"/>
                  </a:lnTo>
                  <a:lnTo>
                    <a:pt x="380555" y="516489"/>
                  </a:lnTo>
                  <a:lnTo>
                    <a:pt x="325754" y="507470"/>
                  </a:lnTo>
                  <a:lnTo>
                    <a:pt x="283590" y="498980"/>
                  </a:lnTo>
                  <a:lnTo>
                    <a:pt x="242950" y="489385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8483" y="5750051"/>
              <a:ext cx="204216" cy="16306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841557" y="4932578"/>
            <a:ext cx="26479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050666" y="3619881"/>
            <a:ext cx="501015" cy="480060"/>
          </a:xfrm>
          <a:custGeom>
            <a:avLst/>
            <a:gdLst/>
            <a:ahLst/>
            <a:cxnLst/>
            <a:rect l="l" t="t" r="r" b="b"/>
            <a:pathLst>
              <a:path w="668020" h="640079">
                <a:moveTo>
                  <a:pt x="0" y="320040"/>
                </a:moveTo>
                <a:lnTo>
                  <a:pt x="3619" y="272739"/>
                </a:lnTo>
                <a:lnTo>
                  <a:pt x="14135" y="227596"/>
                </a:lnTo>
                <a:lnTo>
                  <a:pt x="31028" y="185105"/>
                </a:lnTo>
                <a:lnTo>
                  <a:pt x="53783" y="145761"/>
                </a:lnTo>
                <a:lnTo>
                  <a:pt x="81882" y="110057"/>
                </a:lnTo>
                <a:lnTo>
                  <a:pt x="114808" y="78490"/>
                </a:lnTo>
                <a:lnTo>
                  <a:pt x="152045" y="51552"/>
                </a:lnTo>
                <a:lnTo>
                  <a:pt x="193075" y="29740"/>
                </a:lnTo>
                <a:lnTo>
                  <a:pt x="237381" y="13547"/>
                </a:lnTo>
                <a:lnTo>
                  <a:pt x="284447" y="3469"/>
                </a:lnTo>
                <a:lnTo>
                  <a:pt x="333756" y="0"/>
                </a:lnTo>
                <a:lnTo>
                  <a:pt x="383064" y="3469"/>
                </a:lnTo>
                <a:lnTo>
                  <a:pt x="430130" y="13547"/>
                </a:lnTo>
                <a:lnTo>
                  <a:pt x="474436" y="29740"/>
                </a:lnTo>
                <a:lnTo>
                  <a:pt x="515466" y="51552"/>
                </a:lnTo>
                <a:lnTo>
                  <a:pt x="552703" y="78490"/>
                </a:lnTo>
                <a:lnTo>
                  <a:pt x="585629" y="110057"/>
                </a:lnTo>
                <a:lnTo>
                  <a:pt x="613728" y="145761"/>
                </a:lnTo>
                <a:lnTo>
                  <a:pt x="636483" y="185105"/>
                </a:lnTo>
                <a:lnTo>
                  <a:pt x="653376" y="227596"/>
                </a:lnTo>
                <a:lnTo>
                  <a:pt x="663892" y="272739"/>
                </a:lnTo>
                <a:lnTo>
                  <a:pt x="667512" y="320040"/>
                </a:lnTo>
                <a:lnTo>
                  <a:pt x="663892" y="367340"/>
                </a:lnTo>
                <a:lnTo>
                  <a:pt x="653376" y="412483"/>
                </a:lnTo>
                <a:lnTo>
                  <a:pt x="636483" y="454974"/>
                </a:lnTo>
                <a:lnTo>
                  <a:pt x="613728" y="494318"/>
                </a:lnTo>
                <a:lnTo>
                  <a:pt x="585629" y="530022"/>
                </a:lnTo>
                <a:lnTo>
                  <a:pt x="552703" y="561589"/>
                </a:lnTo>
                <a:lnTo>
                  <a:pt x="515466" y="588527"/>
                </a:lnTo>
                <a:lnTo>
                  <a:pt x="474436" y="610339"/>
                </a:lnTo>
                <a:lnTo>
                  <a:pt x="430130" y="626532"/>
                </a:lnTo>
                <a:lnTo>
                  <a:pt x="383064" y="636610"/>
                </a:lnTo>
                <a:lnTo>
                  <a:pt x="333756" y="640080"/>
                </a:lnTo>
                <a:lnTo>
                  <a:pt x="284447" y="636610"/>
                </a:lnTo>
                <a:lnTo>
                  <a:pt x="237381" y="626532"/>
                </a:lnTo>
                <a:lnTo>
                  <a:pt x="193075" y="610339"/>
                </a:lnTo>
                <a:lnTo>
                  <a:pt x="152045" y="588527"/>
                </a:lnTo>
                <a:lnTo>
                  <a:pt x="114808" y="561589"/>
                </a:lnTo>
                <a:lnTo>
                  <a:pt x="81882" y="530022"/>
                </a:lnTo>
                <a:lnTo>
                  <a:pt x="53783" y="494318"/>
                </a:lnTo>
                <a:lnTo>
                  <a:pt x="31028" y="454974"/>
                </a:lnTo>
                <a:lnTo>
                  <a:pt x="14135" y="412483"/>
                </a:lnTo>
                <a:lnTo>
                  <a:pt x="3619" y="367340"/>
                </a:lnTo>
                <a:lnTo>
                  <a:pt x="0" y="32004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92018" y="3723951"/>
            <a:ext cx="219551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q1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05122" y="3611880"/>
            <a:ext cx="501015" cy="480060"/>
          </a:xfrm>
          <a:custGeom>
            <a:avLst/>
            <a:gdLst/>
            <a:ahLst/>
            <a:cxnLst/>
            <a:rect l="l" t="t" r="r" b="b"/>
            <a:pathLst>
              <a:path w="668020" h="640079">
                <a:moveTo>
                  <a:pt x="0" y="320040"/>
                </a:moveTo>
                <a:lnTo>
                  <a:pt x="3619" y="272739"/>
                </a:lnTo>
                <a:lnTo>
                  <a:pt x="14135" y="227596"/>
                </a:lnTo>
                <a:lnTo>
                  <a:pt x="31028" y="185105"/>
                </a:lnTo>
                <a:lnTo>
                  <a:pt x="53783" y="145761"/>
                </a:lnTo>
                <a:lnTo>
                  <a:pt x="81882" y="110057"/>
                </a:lnTo>
                <a:lnTo>
                  <a:pt x="114808" y="78490"/>
                </a:lnTo>
                <a:lnTo>
                  <a:pt x="152045" y="51552"/>
                </a:lnTo>
                <a:lnTo>
                  <a:pt x="193075" y="29740"/>
                </a:lnTo>
                <a:lnTo>
                  <a:pt x="237381" y="13547"/>
                </a:lnTo>
                <a:lnTo>
                  <a:pt x="284447" y="3469"/>
                </a:lnTo>
                <a:lnTo>
                  <a:pt x="333755" y="0"/>
                </a:lnTo>
                <a:lnTo>
                  <a:pt x="383064" y="3469"/>
                </a:lnTo>
                <a:lnTo>
                  <a:pt x="430130" y="13547"/>
                </a:lnTo>
                <a:lnTo>
                  <a:pt x="474436" y="29740"/>
                </a:lnTo>
                <a:lnTo>
                  <a:pt x="515466" y="51552"/>
                </a:lnTo>
                <a:lnTo>
                  <a:pt x="552703" y="78490"/>
                </a:lnTo>
                <a:lnTo>
                  <a:pt x="585629" y="110057"/>
                </a:lnTo>
                <a:lnTo>
                  <a:pt x="613728" y="145761"/>
                </a:lnTo>
                <a:lnTo>
                  <a:pt x="636483" y="185105"/>
                </a:lnTo>
                <a:lnTo>
                  <a:pt x="653376" y="227596"/>
                </a:lnTo>
                <a:lnTo>
                  <a:pt x="663892" y="272739"/>
                </a:lnTo>
                <a:lnTo>
                  <a:pt x="667511" y="320040"/>
                </a:lnTo>
                <a:lnTo>
                  <a:pt x="663892" y="367340"/>
                </a:lnTo>
                <a:lnTo>
                  <a:pt x="653376" y="412483"/>
                </a:lnTo>
                <a:lnTo>
                  <a:pt x="636483" y="454974"/>
                </a:lnTo>
                <a:lnTo>
                  <a:pt x="613728" y="494318"/>
                </a:lnTo>
                <a:lnTo>
                  <a:pt x="585629" y="530022"/>
                </a:lnTo>
                <a:lnTo>
                  <a:pt x="552703" y="561589"/>
                </a:lnTo>
                <a:lnTo>
                  <a:pt x="515466" y="588527"/>
                </a:lnTo>
                <a:lnTo>
                  <a:pt x="474436" y="610339"/>
                </a:lnTo>
                <a:lnTo>
                  <a:pt x="430130" y="626532"/>
                </a:lnTo>
                <a:lnTo>
                  <a:pt x="383064" y="636610"/>
                </a:lnTo>
                <a:lnTo>
                  <a:pt x="333755" y="640080"/>
                </a:lnTo>
                <a:lnTo>
                  <a:pt x="284447" y="636610"/>
                </a:lnTo>
                <a:lnTo>
                  <a:pt x="237381" y="626532"/>
                </a:lnTo>
                <a:lnTo>
                  <a:pt x="193075" y="610339"/>
                </a:lnTo>
                <a:lnTo>
                  <a:pt x="152045" y="588527"/>
                </a:lnTo>
                <a:lnTo>
                  <a:pt x="114808" y="561589"/>
                </a:lnTo>
                <a:lnTo>
                  <a:pt x="81882" y="530022"/>
                </a:lnTo>
                <a:lnTo>
                  <a:pt x="53783" y="494318"/>
                </a:lnTo>
                <a:lnTo>
                  <a:pt x="31028" y="454974"/>
                </a:lnTo>
                <a:lnTo>
                  <a:pt x="14135" y="412483"/>
                </a:lnTo>
                <a:lnTo>
                  <a:pt x="3619" y="367340"/>
                </a:lnTo>
                <a:lnTo>
                  <a:pt x="0" y="320040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46474" y="3715703"/>
            <a:ext cx="219551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q2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31066" y="3830955"/>
            <a:ext cx="1966913" cy="63341"/>
          </a:xfrm>
          <a:custGeom>
            <a:avLst/>
            <a:gdLst/>
            <a:ahLst/>
            <a:cxnLst/>
            <a:rect l="l" t="t" r="r" b="b"/>
            <a:pathLst>
              <a:path w="2622550" h="84454">
                <a:moveTo>
                  <a:pt x="785583" y="44704"/>
                </a:moveTo>
                <a:lnTo>
                  <a:pt x="733298" y="44704"/>
                </a:lnTo>
                <a:lnTo>
                  <a:pt x="720636" y="44704"/>
                </a:lnTo>
                <a:lnTo>
                  <a:pt x="720217" y="76200"/>
                </a:lnTo>
                <a:lnTo>
                  <a:pt x="785583" y="44704"/>
                </a:lnTo>
                <a:close/>
              </a:path>
              <a:path w="2622550" h="84454">
                <a:moveTo>
                  <a:pt x="796925" y="39243"/>
                </a:moveTo>
                <a:lnTo>
                  <a:pt x="721233" y="0"/>
                </a:lnTo>
                <a:lnTo>
                  <a:pt x="720801" y="31826"/>
                </a:lnTo>
                <a:lnTo>
                  <a:pt x="254" y="21590"/>
                </a:lnTo>
                <a:lnTo>
                  <a:pt x="0" y="34290"/>
                </a:lnTo>
                <a:lnTo>
                  <a:pt x="720636" y="44526"/>
                </a:lnTo>
                <a:lnTo>
                  <a:pt x="733298" y="44526"/>
                </a:lnTo>
                <a:lnTo>
                  <a:pt x="785952" y="44526"/>
                </a:lnTo>
                <a:lnTo>
                  <a:pt x="796925" y="39243"/>
                </a:lnTo>
                <a:close/>
              </a:path>
              <a:path w="2622550" h="84454">
                <a:moveTo>
                  <a:pt x="2622169" y="46228"/>
                </a:moveTo>
                <a:lnTo>
                  <a:pt x="2609469" y="39878"/>
                </a:lnTo>
                <a:lnTo>
                  <a:pt x="2545969" y="8128"/>
                </a:lnTo>
                <a:lnTo>
                  <a:pt x="2545969" y="39878"/>
                </a:lnTo>
                <a:lnTo>
                  <a:pt x="1518031" y="39878"/>
                </a:lnTo>
                <a:lnTo>
                  <a:pt x="1518031" y="52578"/>
                </a:lnTo>
                <a:lnTo>
                  <a:pt x="2545969" y="52578"/>
                </a:lnTo>
                <a:lnTo>
                  <a:pt x="2545969" y="84328"/>
                </a:lnTo>
                <a:lnTo>
                  <a:pt x="2609469" y="52578"/>
                </a:lnTo>
                <a:lnTo>
                  <a:pt x="2622169" y="462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95153" y="3583114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29880" y="3595078"/>
            <a:ext cx="113824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297174" y="4041171"/>
            <a:ext cx="2313623" cy="925830"/>
          </a:xfrm>
          <a:custGeom>
            <a:avLst/>
            <a:gdLst/>
            <a:ahLst/>
            <a:cxnLst/>
            <a:rect l="l" t="t" r="r" b="b"/>
            <a:pathLst>
              <a:path w="3084829" h="1234439">
                <a:moveTo>
                  <a:pt x="888746" y="1234440"/>
                </a:moveTo>
                <a:lnTo>
                  <a:pt x="879830" y="1187831"/>
                </a:lnTo>
                <a:lnTo>
                  <a:pt x="872744" y="1150747"/>
                </a:lnTo>
                <a:lnTo>
                  <a:pt x="847509" y="1170012"/>
                </a:lnTo>
                <a:lnTo>
                  <a:pt x="10160" y="74549"/>
                </a:lnTo>
                <a:lnTo>
                  <a:pt x="0" y="82169"/>
                </a:lnTo>
                <a:lnTo>
                  <a:pt x="837349" y="1177759"/>
                </a:lnTo>
                <a:lnTo>
                  <a:pt x="812165" y="1196975"/>
                </a:lnTo>
                <a:lnTo>
                  <a:pt x="888746" y="1234440"/>
                </a:lnTo>
                <a:close/>
              </a:path>
              <a:path w="3084829" h="1234439">
                <a:moveTo>
                  <a:pt x="1816608" y="70866"/>
                </a:moveTo>
                <a:lnTo>
                  <a:pt x="1805559" y="64516"/>
                </a:lnTo>
                <a:lnTo>
                  <a:pt x="1190637" y="1102944"/>
                </a:lnTo>
                <a:lnTo>
                  <a:pt x="1163320" y="1086739"/>
                </a:lnTo>
                <a:lnTo>
                  <a:pt x="1157224" y="1171702"/>
                </a:lnTo>
                <a:lnTo>
                  <a:pt x="1228852" y="1125601"/>
                </a:lnTo>
                <a:lnTo>
                  <a:pt x="1220063" y="1120394"/>
                </a:lnTo>
                <a:lnTo>
                  <a:pt x="1201559" y="1109421"/>
                </a:lnTo>
                <a:lnTo>
                  <a:pt x="1816608" y="70866"/>
                </a:lnTo>
                <a:close/>
              </a:path>
              <a:path w="3084829" h="1234439">
                <a:moveTo>
                  <a:pt x="3084830" y="10414"/>
                </a:moveTo>
                <a:lnTo>
                  <a:pt x="3077464" y="0"/>
                </a:lnTo>
                <a:lnTo>
                  <a:pt x="1470037" y="1149604"/>
                </a:lnTo>
                <a:lnTo>
                  <a:pt x="1451610" y="1123823"/>
                </a:lnTo>
                <a:lnTo>
                  <a:pt x="1411732" y="1199134"/>
                </a:lnTo>
                <a:lnTo>
                  <a:pt x="1495933" y="1185799"/>
                </a:lnTo>
                <a:lnTo>
                  <a:pt x="1482763" y="1167384"/>
                </a:lnTo>
                <a:lnTo>
                  <a:pt x="1477454" y="1159979"/>
                </a:lnTo>
                <a:lnTo>
                  <a:pt x="3084830" y="10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26450" y="4347591"/>
            <a:ext cx="26479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67588" y="4229671"/>
            <a:ext cx="12192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326064" y="4253674"/>
            <a:ext cx="12192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5A59D645-EBDD-B686-C791-44C8B4F0A5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806097"/>
            <a:ext cx="7601026" cy="56409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3600" b="1" spc="-34" dirty="0"/>
              <a:t>Non-Deterministic</a:t>
            </a:r>
            <a:r>
              <a:rPr sz="3600" b="1" spc="-83" dirty="0"/>
              <a:t> </a:t>
            </a:r>
            <a:r>
              <a:rPr sz="3600" b="1" spc="-23" dirty="0"/>
              <a:t>Finite</a:t>
            </a:r>
            <a:r>
              <a:rPr sz="3600" b="1" spc="-86" dirty="0"/>
              <a:t> </a:t>
            </a:r>
            <a:r>
              <a:rPr sz="3600" b="1" spc="-38" dirty="0"/>
              <a:t>Automata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9130" y="1639157"/>
            <a:ext cx="7717631" cy="3848650"/>
          </a:xfrm>
          <a:prstGeom prst="rect">
            <a:avLst/>
          </a:prstGeom>
        </p:spPr>
        <p:txBody>
          <a:bodyPr vert="horz" wrap="square" lIns="0" tIns="20479" rIns="0" bIns="0" rtlCol="0">
            <a:spAutoFit/>
          </a:bodyPr>
          <a:lstStyle/>
          <a:p>
            <a:pPr marL="38100" marR="3496628" defTabSz="685800">
              <a:lnSpc>
                <a:spcPts val="2513"/>
              </a:lnSpc>
              <a:spcBef>
                <a:spcPts val="161"/>
              </a:spcBef>
            </a:pP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NFA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 actually </a:t>
            </a: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DFA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with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different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rules </a:t>
            </a:r>
            <a:r>
              <a:rPr sz="2100" spc="-46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NFA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consist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following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parts: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38100" defTabSz="685800">
              <a:lnSpc>
                <a:spcPts val="2434"/>
              </a:lnSpc>
            </a:pPr>
            <a:r>
              <a:rPr sz="2100" spc="-34" dirty="0">
                <a:solidFill>
                  <a:prstClr val="black"/>
                </a:solidFill>
                <a:latin typeface="Calibri"/>
                <a:cs typeface="Calibri"/>
              </a:rPr>
              <a:t>NFA=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34" dirty="0">
                <a:solidFill>
                  <a:prstClr val="black"/>
                </a:solidFill>
                <a:latin typeface="Calibri"/>
                <a:cs typeface="Calibri"/>
              </a:rPr>
              <a:t>(Q,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Σ,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δ,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2081" baseline="-2102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F)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defTabSz="685800">
              <a:lnSpc>
                <a:spcPts val="2513"/>
              </a:lnSpc>
              <a:tabLst>
                <a:tab pos="723900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Q	A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u="heavy" spc="-11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finite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set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states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defTabSz="685800">
              <a:lnSpc>
                <a:spcPts val="2516"/>
              </a:lnSpc>
              <a:tabLst>
                <a:tab pos="723900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Σ	A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u="heavy" spc="-11" dirty="0">
                <a:solidFill>
                  <a:prstClr val="black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finite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alphabet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marR="3322320" defTabSz="685800">
              <a:lnSpc>
                <a:spcPts val="2513"/>
              </a:lnSpc>
              <a:spcBef>
                <a:spcPts val="94"/>
              </a:spcBef>
              <a:tabLst>
                <a:tab pos="723900" algn="l"/>
              </a:tabLst>
            </a:pP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2081" baseline="-21021" dirty="0">
                <a:solidFill>
                  <a:prstClr val="black"/>
                </a:solidFill>
                <a:latin typeface="Calibri"/>
                <a:cs typeface="Calibri"/>
              </a:rPr>
              <a:t>0	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The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initial/starting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q</a:t>
            </a:r>
            <a:r>
              <a:rPr sz="2081" baseline="-2102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2081" spc="269" baseline="-2102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Q </a:t>
            </a:r>
            <a:r>
              <a:rPr sz="2100" spc="-46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F	A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set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final/accepting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states,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defTabSz="685800">
              <a:lnSpc>
                <a:spcPts val="2426"/>
              </a:lnSpc>
              <a:tabLst>
                <a:tab pos="723900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δ	A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transition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function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spcBef>
                <a:spcPts val="38"/>
              </a:spcBef>
            </a:pPr>
            <a:endParaRPr sz="2025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indent="-171450" defTabSz="685800">
              <a:lnSpc>
                <a:spcPts val="2516"/>
              </a:lnSpc>
              <a:buFont typeface="Arial MT"/>
              <a:buChar char="•"/>
              <a:tabLst>
                <a:tab pos="209550" algn="l"/>
              </a:tabLst>
            </a:pP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NFA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can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move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to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more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than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one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next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not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deterministic.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indent="-171450" defTabSz="685800">
              <a:lnSpc>
                <a:spcPts val="2516"/>
              </a:lnSpc>
              <a:buFont typeface="Arial MT"/>
              <a:buChar char="•"/>
              <a:tabLst>
                <a:tab pos="209550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Dead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is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not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required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NFA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209550" indent="-171450" defTabSz="685800">
              <a:spcBef>
                <a:spcPts val="4"/>
              </a:spcBef>
              <a:buFont typeface="Arial MT"/>
              <a:buChar char="•"/>
              <a:tabLst>
                <a:tab pos="209550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Can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move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to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other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without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any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(epsilon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transactions)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F88DF-337D-7F3D-C287-B9710020F8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141922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b="1" spc="-3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2202142"/>
            <a:ext cx="6689884" cy="109405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NFA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that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will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accept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language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ending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with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68" dirty="0">
                <a:solidFill>
                  <a:prstClr val="black"/>
                </a:solidFill>
                <a:latin typeface="Calibri"/>
                <a:cs typeface="Calibri"/>
              </a:rPr>
              <a:t>“a”,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 ∑=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{a,b}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spcBef>
                <a:spcPts val="41"/>
              </a:spcBef>
              <a:buFont typeface="Arial MT"/>
              <a:buChar char="•"/>
            </a:pPr>
            <a:endParaRPr sz="285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L={a,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aa, ba,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aba,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bba,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abaa….}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17819" y="4938903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40" h="666114">
                <a:moveTo>
                  <a:pt x="0" y="332994"/>
                </a:moveTo>
                <a:lnTo>
                  <a:pt x="3180" y="283786"/>
                </a:lnTo>
                <a:lnTo>
                  <a:pt x="12418" y="236820"/>
                </a:lnTo>
                <a:lnTo>
                  <a:pt x="27261" y="192611"/>
                </a:lnTo>
                <a:lnTo>
                  <a:pt x="47256" y="151674"/>
                </a:lnTo>
                <a:lnTo>
                  <a:pt x="71949" y="114524"/>
                </a:lnTo>
                <a:lnTo>
                  <a:pt x="100886" y="81677"/>
                </a:lnTo>
                <a:lnTo>
                  <a:pt x="133614" y="53647"/>
                </a:lnTo>
                <a:lnTo>
                  <a:pt x="169680" y="30949"/>
                </a:lnTo>
                <a:lnTo>
                  <a:pt x="208630" y="14098"/>
                </a:lnTo>
                <a:lnTo>
                  <a:pt x="250011" y="3610"/>
                </a:lnTo>
                <a:lnTo>
                  <a:pt x="293370" y="0"/>
                </a:lnTo>
                <a:lnTo>
                  <a:pt x="336728" y="3610"/>
                </a:lnTo>
                <a:lnTo>
                  <a:pt x="378109" y="14098"/>
                </a:lnTo>
                <a:lnTo>
                  <a:pt x="417059" y="30949"/>
                </a:lnTo>
                <a:lnTo>
                  <a:pt x="453125" y="53647"/>
                </a:lnTo>
                <a:lnTo>
                  <a:pt x="485853" y="81677"/>
                </a:lnTo>
                <a:lnTo>
                  <a:pt x="514790" y="114524"/>
                </a:lnTo>
                <a:lnTo>
                  <a:pt x="539483" y="151674"/>
                </a:lnTo>
                <a:lnTo>
                  <a:pt x="559478" y="192611"/>
                </a:lnTo>
                <a:lnTo>
                  <a:pt x="574321" y="236820"/>
                </a:lnTo>
                <a:lnTo>
                  <a:pt x="583559" y="283786"/>
                </a:lnTo>
                <a:lnTo>
                  <a:pt x="586740" y="332994"/>
                </a:lnTo>
                <a:lnTo>
                  <a:pt x="583559" y="382201"/>
                </a:lnTo>
                <a:lnTo>
                  <a:pt x="574321" y="429167"/>
                </a:lnTo>
                <a:lnTo>
                  <a:pt x="559478" y="473376"/>
                </a:lnTo>
                <a:lnTo>
                  <a:pt x="539483" y="514313"/>
                </a:lnTo>
                <a:lnTo>
                  <a:pt x="514790" y="551463"/>
                </a:lnTo>
                <a:lnTo>
                  <a:pt x="485853" y="584310"/>
                </a:lnTo>
                <a:lnTo>
                  <a:pt x="453125" y="612340"/>
                </a:lnTo>
                <a:lnTo>
                  <a:pt x="417059" y="635038"/>
                </a:lnTo>
                <a:lnTo>
                  <a:pt x="378109" y="651889"/>
                </a:lnTo>
                <a:lnTo>
                  <a:pt x="336728" y="662377"/>
                </a:lnTo>
                <a:lnTo>
                  <a:pt x="293370" y="665988"/>
                </a:lnTo>
                <a:lnTo>
                  <a:pt x="250011" y="662377"/>
                </a:lnTo>
                <a:lnTo>
                  <a:pt x="208630" y="651889"/>
                </a:lnTo>
                <a:lnTo>
                  <a:pt x="169680" y="635038"/>
                </a:lnTo>
                <a:lnTo>
                  <a:pt x="133614" y="612340"/>
                </a:lnTo>
                <a:lnTo>
                  <a:pt x="100886" y="584310"/>
                </a:lnTo>
                <a:lnTo>
                  <a:pt x="71949" y="551463"/>
                </a:lnTo>
                <a:lnTo>
                  <a:pt x="47256" y="514313"/>
                </a:lnTo>
                <a:lnTo>
                  <a:pt x="27261" y="473376"/>
                </a:lnTo>
                <a:lnTo>
                  <a:pt x="12418" y="429167"/>
                </a:lnTo>
                <a:lnTo>
                  <a:pt x="3180" y="382201"/>
                </a:lnTo>
                <a:lnTo>
                  <a:pt x="0" y="33299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76507" y="4952466"/>
            <a:ext cx="1243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13498" y="4938903"/>
            <a:ext cx="441484" cy="499586"/>
          </a:xfrm>
          <a:custGeom>
            <a:avLst/>
            <a:gdLst/>
            <a:ahLst/>
            <a:cxnLst/>
            <a:rect l="l" t="t" r="r" b="b"/>
            <a:pathLst>
              <a:path w="588645" h="666114">
                <a:moveTo>
                  <a:pt x="0" y="332994"/>
                </a:moveTo>
                <a:lnTo>
                  <a:pt x="3189" y="283786"/>
                </a:lnTo>
                <a:lnTo>
                  <a:pt x="12454" y="236820"/>
                </a:lnTo>
                <a:lnTo>
                  <a:pt x="27339" y="192611"/>
                </a:lnTo>
                <a:lnTo>
                  <a:pt x="47389" y="151674"/>
                </a:lnTo>
                <a:lnTo>
                  <a:pt x="72149" y="114524"/>
                </a:lnTo>
                <a:lnTo>
                  <a:pt x="101164" y="81677"/>
                </a:lnTo>
                <a:lnTo>
                  <a:pt x="133979" y="53647"/>
                </a:lnTo>
                <a:lnTo>
                  <a:pt x="170138" y="30949"/>
                </a:lnTo>
                <a:lnTo>
                  <a:pt x="209187" y="14098"/>
                </a:lnTo>
                <a:lnTo>
                  <a:pt x="250669" y="3610"/>
                </a:lnTo>
                <a:lnTo>
                  <a:pt x="294131" y="0"/>
                </a:lnTo>
                <a:lnTo>
                  <a:pt x="337594" y="3610"/>
                </a:lnTo>
                <a:lnTo>
                  <a:pt x="379076" y="14098"/>
                </a:lnTo>
                <a:lnTo>
                  <a:pt x="418125" y="30949"/>
                </a:lnTo>
                <a:lnTo>
                  <a:pt x="454284" y="53647"/>
                </a:lnTo>
                <a:lnTo>
                  <a:pt x="487099" y="81677"/>
                </a:lnTo>
                <a:lnTo>
                  <a:pt x="516114" y="114524"/>
                </a:lnTo>
                <a:lnTo>
                  <a:pt x="540874" y="151674"/>
                </a:lnTo>
                <a:lnTo>
                  <a:pt x="560924" y="192611"/>
                </a:lnTo>
                <a:lnTo>
                  <a:pt x="575809" y="236820"/>
                </a:lnTo>
                <a:lnTo>
                  <a:pt x="585074" y="283786"/>
                </a:lnTo>
                <a:lnTo>
                  <a:pt x="588263" y="332994"/>
                </a:lnTo>
                <a:lnTo>
                  <a:pt x="585074" y="382201"/>
                </a:lnTo>
                <a:lnTo>
                  <a:pt x="575809" y="429167"/>
                </a:lnTo>
                <a:lnTo>
                  <a:pt x="560924" y="473376"/>
                </a:lnTo>
                <a:lnTo>
                  <a:pt x="540874" y="514313"/>
                </a:lnTo>
                <a:lnTo>
                  <a:pt x="516114" y="551463"/>
                </a:lnTo>
                <a:lnTo>
                  <a:pt x="487099" y="584310"/>
                </a:lnTo>
                <a:lnTo>
                  <a:pt x="454284" y="612340"/>
                </a:lnTo>
                <a:lnTo>
                  <a:pt x="418125" y="635038"/>
                </a:lnTo>
                <a:lnTo>
                  <a:pt x="379076" y="651889"/>
                </a:lnTo>
                <a:lnTo>
                  <a:pt x="337594" y="662377"/>
                </a:lnTo>
                <a:lnTo>
                  <a:pt x="294131" y="665988"/>
                </a:lnTo>
                <a:lnTo>
                  <a:pt x="250669" y="662377"/>
                </a:lnTo>
                <a:lnTo>
                  <a:pt x="209187" y="651889"/>
                </a:lnTo>
                <a:lnTo>
                  <a:pt x="170138" y="635038"/>
                </a:lnTo>
                <a:lnTo>
                  <a:pt x="133979" y="612340"/>
                </a:lnTo>
                <a:lnTo>
                  <a:pt x="101164" y="584310"/>
                </a:lnTo>
                <a:lnTo>
                  <a:pt x="72149" y="551463"/>
                </a:lnTo>
                <a:lnTo>
                  <a:pt x="47389" y="514313"/>
                </a:lnTo>
                <a:lnTo>
                  <a:pt x="27339" y="473376"/>
                </a:lnTo>
                <a:lnTo>
                  <a:pt x="12454" y="429167"/>
                </a:lnTo>
                <a:lnTo>
                  <a:pt x="3189" y="382201"/>
                </a:lnTo>
                <a:lnTo>
                  <a:pt x="0" y="33299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58945" y="5002758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57875" y="5159501"/>
            <a:ext cx="1555909" cy="57150"/>
          </a:xfrm>
          <a:custGeom>
            <a:avLst/>
            <a:gdLst/>
            <a:ahLst/>
            <a:cxnLst/>
            <a:rect l="l" t="t" r="r" b="b"/>
            <a:pathLst>
              <a:path w="2074545" h="76200">
                <a:moveTo>
                  <a:pt x="1998091" y="0"/>
                </a:moveTo>
                <a:lnTo>
                  <a:pt x="1998091" y="76200"/>
                </a:lnTo>
                <a:lnTo>
                  <a:pt x="2061591" y="44450"/>
                </a:lnTo>
                <a:lnTo>
                  <a:pt x="2010791" y="44450"/>
                </a:lnTo>
                <a:lnTo>
                  <a:pt x="2010791" y="31750"/>
                </a:lnTo>
                <a:lnTo>
                  <a:pt x="2061591" y="31750"/>
                </a:lnTo>
                <a:lnTo>
                  <a:pt x="1998091" y="0"/>
                </a:lnTo>
                <a:close/>
              </a:path>
              <a:path w="2074545" h="76200">
                <a:moveTo>
                  <a:pt x="199809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998091" y="44450"/>
                </a:lnTo>
                <a:lnTo>
                  <a:pt x="1998091" y="31750"/>
                </a:lnTo>
                <a:close/>
              </a:path>
              <a:path w="2074545" h="76200">
                <a:moveTo>
                  <a:pt x="2061591" y="31750"/>
                </a:moveTo>
                <a:lnTo>
                  <a:pt x="2010791" y="31750"/>
                </a:lnTo>
                <a:lnTo>
                  <a:pt x="2010791" y="44450"/>
                </a:lnTo>
                <a:lnTo>
                  <a:pt x="2061591" y="44450"/>
                </a:lnTo>
                <a:lnTo>
                  <a:pt x="2074291" y="38100"/>
                </a:lnTo>
                <a:lnTo>
                  <a:pt x="2061591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9185" y="4425086"/>
            <a:ext cx="26479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,b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52437" y="4951781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72899" y="4632960"/>
            <a:ext cx="561023" cy="453390"/>
            <a:chOff x="7563866" y="5034280"/>
            <a:chExt cx="748030" cy="604520"/>
          </a:xfrm>
        </p:grpSpPr>
        <p:sp>
          <p:nvSpPr>
            <p:cNvPr id="12" name="object 12"/>
            <p:cNvSpPr/>
            <p:nvPr/>
          </p:nvSpPr>
          <p:spPr>
            <a:xfrm>
              <a:off x="7567041" y="5037455"/>
              <a:ext cx="741680" cy="551180"/>
            </a:xfrm>
            <a:custGeom>
              <a:avLst/>
              <a:gdLst/>
              <a:ahLst/>
              <a:cxnLst/>
              <a:rect l="l" t="t" r="r" b="b"/>
              <a:pathLst>
                <a:path w="741679" h="551179">
                  <a:moveTo>
                    <a:pt x="0" y="400176"/>
                  </a:moveTo>
                  <a:lnTo>
                    <a:pt x="16798" y="330385"/>
                  </a:lnTo>
                  <a:lnTo>
                    <a:pt x="34345" y="294717"/>
                  </a:lnTo>
                  <a:lnTo>
                    <a:pt x="57380" y="259122"/>
                  </a:lnTo>
                  <a:lnTo>
                    <a:pt x="85444" y="224040"/>
                  </a:lnTo>
                  <a:lnTo>
                    <a:pt x="118078" y="189912"/>
                  </a:lnTo>
                  <a:lnTo>
                    <a:pt x="154823" y="157178"/>
                  </a:lnTo>
                  <a:lnTo>
                    <a:pt x="195222" y="126280"/>
                  </a:lnTo>
                  <a:lnTo>
                    <a:pt x="238815" y="97656"/>
                  </a:lnTo>
                  <a:lnTo>
                    <a:pt x="285144" y="71749"/>
                  </a:lnTo>
                  <a:lnTo>
                    <a:pt x="333750" y="48998"/>
                  </a:lnTo>
                  <a:lnTo>
                    <a:pt x="384175" y="29844"/>
                  </a:lnTo>
                  <a:lnTo>
                    <a:pt x="444162" y="12845"/>
                  </a:lnTo>
                  <a:lnTo>
                    <a:pt x="500725" y="2979"/>
                  </a:lnTo>
                  <a:lnTo>
                    <a:pt x="553127" y="0"/>
                  </a:lnTo>
                  <a:lnTo>
                    <a:pt x="600633" y="3656"/>
                  </a:lnTo>
                  <a:lnTo>
                    <a:pt x="642508" y="13699"/>
                  </a:lnTo>
                  <a:lnTo>
                    <a:pt x="678017" y="29881"/>
                  </a:lnTo>
                  <a:lnTo>
                    <a:pt x="726993" y="79661"/>
                  </a:lnTo>
                  <a:lnTo>
                    <a:pt x="741679" y="151002"/>
                  </a:lnTo>
                  <a:lnTo>
                    <a:pt x="736456" y="185467"/>
                  </a:lnTo>
                  <a:lnTo>
                    <a:pt x="707278" y="256408"/>
                  </a:lnTo>
                  <a:lnTo>
                    <a:pt x="684238" y="292001"/>
                  </a:lnTo>
                  <a:lnTo>
                    <a:pt x="656172" y="327085"/>
                  </a:lnTo>
                  <a:lnTo>
                    <a:pt x="623538" y="361219"/>
                  </a:lnTo>
                  <a:lnTo>
                    <a:pt x="586792" y="393962"/>
                  </a:lnTo>
                  <a:lnTo>
                    <a:pt x="546391" y="424871"/>
                  </a:lnTo>
                  <a:lnTo>
                    <a:pt x="502792" y="453504"/>
                  </a:lnTo>
                  <a:lnTo>
                    <a:pt x="456453" y="479421"/>
                  </a:lnTo>
                  <a:lnTo>
                    <a:pt x="407829" y="502178"/>
                  </a:lnTo>
                  <a:lnTo>
                    <a:pt x="357377" y="521334"/>
                  </a:lnTo>
                  <a:lnTo>
                    <a:pt x="318756" y="532992"/>
                  </a:lnTo>
                  <a:lnTo>
                    <a:pt x="280812" y="541823"/>
                  </a:lnTo>
                  <a:lnTo>
                    <a:pt x="243845" y="547763"/>
                  </a:lnTo>
                  <a:lnTo>
                    <a:pt x="208152" y="55074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41920" y="5501640"/>
              <a:ext cx="124968" cy="137159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1060704" y="4925187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39" h="666114">
                <a:moveTo>
                  <a:pt x="0" y="332994"/>
                </a:moveTo>
                <a:lnTo>
                  <a:pt x="3180" y="283789"/>
                </a:lnTo>
                <a:lnTo>
                  <a:pt x="12418" y="236825"/>
                </a:lnTo>
                <a:lnTo>
                  <a:pt x="27261" y="192617"/>
                </a:lnTo>
                <a:lnTo>
                  <a:pt x="47256" y="151680"/>
                </a:lnTo>
                <a:lnTo>
                  <a:pt x="71949" y="114530"/>
                </a:lnTo>
                <a:lnTo>
                  <a:pt x="100886" y="81681"/>
                </a:lnTo>
                <a:lnTo>
                  <a:pt x="133614" y="53650"/>
                </a:lnTo>
                <a:lnTo>
                  <a:pt x="169680" y="30951"/>
                </a:lnTo>
                <a:lnTo>
                  <a:pt x="208630" y="14099"/>
                </a:lnTo>
                <a:lnTo>
                  <a:pt x="250011" y="3610"/>
                </a:lnTo>
                <a:lnTo>
                  <a:pt x="293370" y="0"/>
                </a:lnTo>
                <a:lnTo>
                  <a:pt x="336728" y="3610"/>
                </a:lnTo>
                <a:lnTo>
                  <a:pt x="378109" y="14099"/>
                </a:lnTo>
                <a:lnTo>
                  <a:pt x="417059" y="30951"/>
                </a:lnTo>
                <a:lnTo>
                  <a:pt x="453125" y="53650"/>
                </a:lnTo>
                <a:lnTo>
                  <a:pt x="485853" y="81681"/>
                </a:lnTo>
                <a:lnTo>
                  <a:pt x="514790" y="114530"/>
                </a:lnTo>
                <a:lnTo>
                  <a:pt x="539483" y="151680"/>
                </a:lnTo>
                <a:lnTo>
                  <a:pt x="559478" y="192617"/>
                </a:lnTo>
                <a:lnTo>
                  <a:pt x="574321" y="236825"/>
                </a:lnTo>
                <a:lnTo>
                  <a:pt x="583559" y="283789"/>
                </a:lnTo>
                <a:lnTo>
                  <a:pt x="586740" y="332994"/>
                </a:lnTo>
                <a:lnTo>
                  <a:pt x="583559" y="382201"/>
                </a:lnTo>
                <a:lnTo>
                  <a:pt x="574321" y="429167"/>
                </a:lnTo>
                <a:lnTo>
                  <a:pt x="559478" y="473376"/>
                </a:lnTo>
                <a:lnTo>
                  <a:pt x="539483" y="514313"/>
                </a:lnTo>
                <a:lnTo>
                  <a:pt x="514790" y="551463"/>
                </a:lnTo>
                <a:lnTo>
                  <a:pt x="485853" y="584310"/>
                </a:lnTo>
                <a:lnTo>
                  <a:pt x="453125" y="612340"/>
                </a:lnTo>
                <a:lnTo>
                  <a:pt x="417059" y="635038"/>
                </a:lnTo>
                <a:lnTo>
                  <a:pt x="378109" y="651889"/>
                </a:lnTo>
                <a:lnTo>
                  <a:pt x="336728" y="662377"/>
                </a:lnTo>
                <a:lnTo>
                  <a:pt x="293370" y="665988"/>
                </a:lnTo>
                <a:lnTo>
                  <a:pt x="250011" y="662377"/>
                </a:lnTo>
                <a:lnTo>
                  <a:pt x="208630" y="651889"/>
                </a:lnTo>
                <a:lnTo>
                  <a:pt x="169680" y="635038"/>
                </a:lnTo>
                <a:lnTo>
                  <a:pt x="133614" y="612340"/>
                </a:lnTo>
                <a:lnTo>
                  <a:pt x="100886" y="584310"/>
                </a:lnTo>
                <a:lnTo>
                  <a:pt x="71949" y="551463"/>
                </a:lnTo>
                <a:lnTo>
                  <a:pt x="47256" y="514313"/>
                </a:lnTo>
                <a:lnTo>
                  <a:pt x="27261" y="473376"/>
                </a:lnTo>
                <a:lnTo>
                  <a:pt x="12418" y="429167"/>
                </a:lnTo>
                <a:lnTo>
                  <a:pt x="3180" y="382201"/>
                </a:lnTo>
                <a:lnTo>
                  <a:pt x="0" y="332994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8534" y="4938750"/>
            <a:ext cx="1243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56382" y="4925187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39" h="666114">
                <a:moveTo>
                  <a:pt x="0" y="332994"/>
                </a:moveTo>
                <a:lnTo>
                  <a:pt x="3180" y="283789"/>
                </a:lnTo>
                <a:lnTo>
                  <a:pt x="12418" y="236825"/>
                </a:lnTo>
                <a:lnTo>
                  <a:pt x="27261" y="192617"/>
                </a:lnTo>
                <a:lnTo>
                  <a:pt x="47256" y="151680"/>
                </a:lnTo>
                <a:lnTo>
                  <a:pt x="71949" y="114530"/>
                </a:lnTo>
                <a:lnTo>
                  <a:pt x="100886" y="81681"/>
                </a:lnTo>
                <a:lnTo>
                  <a:pt x="133614" y="53650"/>
                </a:lnTo>
                <a:lnTo>
                  <a:pt x="169680" y="30951"/>
                </a:lnTo>
                <a:lnTo>
                  <a:pt x="208630" y="14099"/>
                </a:lnTo>
                <a:lnTo>
                  <a:pt x="250011" y="3610"/>
                </a:lnTo>
                <a:lnTo>
                  <a:pt x="293370" y="0"/>
                </a:lnTo>
                <a:lnTo>
                  <a:pt x="336728" y="3610"/>
                </a:lnTo>
                <a:lnTo>
                  <a:pt x="378109" y="14099"/>
                </a:lnTo>
                <a:lnTo>
                  <a:pt x="417059" y="30951"/>
                </a:lnTo>
                <a:lnTo>
                  <a:pt x="453125" y="53650"/>
                </a:lnTo>
                <a:lnTo>
                  <a:pt x="485853" y="81681"/>
                </a:lnTo>
                <a:lnTo>
                  <a:pt x="514790" y="114530"/>
                </a:lnTo>
                <a:lnTo>
                  <a:pt x="539483" y="151680"/>
                </a:lnTo>
                <a:lnTo>
                  <a:pt x="559478" y="192617"/>
                </a:lnTo>
                <a:lnTo>
                  <a:pt x="574321" y="236825"/>
                </a:lnTo>
                <a:lnTo>
                  <a:pt x="583559" y="283789"/>
                </a:lnTo>
                <a:lnTo>
                  <a:pt x="586739" y="332994"/>
                </a:lnTo>
                <a:lnTo>
                  <a:pt x="583559" y="382201"/>
                </a:lnTo>
                <a:lnTo>
                  <a:pt x="574321" y="429167"/>
                </a:lnTo>
                <a:lnTo>
                  <a:pt x="559478" y="473376"/>
                </a:lnTo>
                <a:lnTo>
                  <a:pt x="539483" y="514313"/>
                </a:lnTo>
                <a:lnTo>
                  <a:pt x="514790" y="551463"/>
                </a:lnTo>
                <a:lnTo>
                  <a:pt x="485853" y="584310"/>
                </a:lnTo>
                <a:lnTo>
                  <a:pt x="453125" y="612340"/>
                </a:lnTo>
                <a:lnTo>
                  <a:pt x="417059" y="635038"/>
                </a:lnTo>
                <a:lnTo>
                  <a:pt x="378109" y="651889"/>
                </a:lnTo>
                <a:lnTo>
                  <a:pt x="336728" y="662377"/>
                </a:lnTo>
                <a:lnTo>
                  <a:pt x="293370" y="665988"/>
                </a:lnTo>
                <a:lnTo>
                  <a:pt x="250011" y="662377"/>
                </a:lnTo>
                <a:lnTo>
                  <a:pt x="208630" y="651889"/>
                </a:lnTo>
                <a:lnTo>
                  <a:pt x="169680" y="635038"/>
                </a:lnTo>
                <a:lnTo>
                  <a:pt x="133614" y="612340"/>
                </a:lnTo>
                <a:lnTo>
                  <a:pt x="100886" y="584310"/>
                </a:lnTo>
                <a:lnTo>
                  <a:pt x="71949" y="551463"/>
                </a:lnTo>
                <a:lnTo>
                  <a:pt x="47256" y="514313"/>
                </a:lnTo>
                <a:lnTo>
                  <a:pt x="27261" y="473376"/>
                </a:lnTo>
                <a:lnTo>
                  <a:pt x="12418" y="429167"/>
                </a:lnTo>
                <a:lnTo>
                  <a:pt x="3180" y="382201"/>
                </a:lnTo>
                <a:lnTo>
                  <a:pt x="0" y="33299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01162" y="4989271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00759" y="4993766"/>
            <a:ext cx="1555909" cy="57150"/>
          </a:xfrm>
          <a:custGeom>
            <a:avLst/>
            <a:gdLst/>
            <a:ahLst/>
            <a:cxnLst/>
            <a:rect l="l" t="t" r="r" b="b"/>
            <a:pathLst>
              <a:path w="2074545" h="76200">
                <a:moveTo>
                  <a:pt x="1998090" y="0"/>
                </a:moveTo>
                <a:lnTo>
                  <a:pt x="1998090" y="76200"/>
                </a:lnTo>
                <a:lnTo>
                  <a:pt x="2061590" y="44450"/>
                </a:lnTo>
                <a:lnTo>
                  <a:pt x="2010790" y="44450"/>
                </a:lnTo>
                <a:lnTo>
                  <a:pt x="2010790" y="31750"/>
                </a:lnTo>
                <a:lnTo>
                  <a:pt x="2061590" y="31750"/>
                </a:lnTo>
                <a:lnTo>
                  <a:pt x="1998090" y="0"/>
                </a:lnTo>
                <a:close/>
              </a:path>
              <a:path w="2074545" h="76200">
                <a:moveTo>
                  <a:pt x="199809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998090" y="44450"/>
                </a:lnTo>
                <a:lnTo>
                  <a:pt x="1998090" y="31750"/>
                </a:lnTo>
                <a:close/>
              </a:path>
              <a:path w="2074545" h="76200">
                <a:moveTo>
                  <a:pt x="2061590" y="31750"/>
                </a:moveTo>
                <a:lnTo>
                  <a:pt x="2010790" y="31750"/>
                </a:lnTo>
                <a:lnTo>
                  <a:pt x="2010790" y="44450"/>
                </a:lnTo>
                <a:lnTo>
                  <a:pt x="2061590" y="44450"/>
                </a:lnTo>
                <a:lnTo>
                  <a:pt x="2074290" y="38100"/>
                </a:lnTo>
                <a:lnTo>
                  <a:pt x="206159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94656" y="4938064"/>
            <a:ext cx="113824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178680" y="4574079"/>
            <a:ext cx="2336483" cy="412909"/>
            <a:chOff x="1571573" y="4955771"/>
            <a:chExt cx="3115310" cy="550545"/>
          </a:xfrm>
        </p:grpSpPr>
        <p:sp>
          <p:nvSpPr>
            <p:cNvPr id="21" name="object 21"/>
            <p:cNvSpPr/>
            <p:nvPr/>
          </p:nvSpPr>
          <p:spPr>
            <a:xfrm>
              <a:off x="1574748" y="4958946"/>
              <a:ext cx="447675" cy="478790"/>
            </a:xfrm>
            <a:custGeom>
              <a:avLst/>
              <a:gdLst/>
              <a:ahLst/>
              <a:cxnLst/>
              <a:rect l="l" t="t" r="r" b="b"/>
              <a:pathLst>
                <a:path w="447675" h="478789">
                  <a:moveTo>
                    <a:pt x="96190" y="452904"/>
                  </a:moveTo>
                  <a:lnTo>
                    <a:pt x="61747" y="423801"/>
                  </a:lnTo>
                  <a:lnTo>
                    <a:pt x="34678" y="388441"/>
                  </a:lnTo>
                  <a:lnTo>
                    <a:pt x="15211" y="348161"/>
                  </a:lnTo>
                  <a:lnTo>
                    <a:pt x="3575" y="304298"/>
                  </a:lnTo>
                  <a:lnTo>
                    <a:pt x="0" y="258190"/>
                  </a:lnTo>
                  <a:lnTo>
                    <a:pt x="4714" y="211177"/>
                  </a:lnTo>
                  <a:lnTo>
                    <a:pt x="17947" y="164595"/>
                  </a:lnTo>
                  <a:lnTo>
                    <a:pt x="39929" y="119783"/>
                  </a:lnTo>
                  <a:lnTo>
                    <a:pt x="69337" y="79973"/>
                  </a:lnTo>
                  <a:lnTo>
                    <a:pt x="103958" y="47740"/>
                  </a:lnTo>
                  <a:lnTo>
                    <a:pt x="142542" y="23433"/>
                  </a:lnTo>
                  <a:lnTo>
                    <a:pt x="183835" y="7403"/>
                  </a:lnTo>
                  <a:lnTo>
                    <a:pt x="226588" y="0"/>
                  </a:lnTo>
                  <a:lnTo>
                    <a:pt x="269547" y="1571"/>
                  </a:lnTo>
                  <a:lnTo>
                    <a:pt x="311461" y="12469"/>
                  </a:lnTo>
                  <a:lnTo>
                    <a:pt x="351079" y="33042"/>
                  </a:lnTo>
                  <a:lnTo>
                    <a:pt x="385521" y="62149"/>
                  </a:lnTo>
                  <a:lnTo>
                    <a:pt x="412592" y="97524"/>
                  </a:lnTo>
                  <a:lnTo>
                    <a:pt x="432064" y="137825"/>
                  </a:lnTo>
                  <a:lnTo>
                    <a:pt x="443709" y="181711"/>
                  </a:lnTo>
                  <a:lnTo>
                    <a:pt x="447300" y="227841"/>
                  </a:lnTo>
                  <a:lnTo>
                    <a:pt x="442608" y="274875"/>
                  </a:lnTo>
                  <a:lnTo>
                    <a:pt x="429406" y="321472"/>
                  </a:lnTo>
                  <a:lnTo>
                    <a:pt x="407467" y="366290"/>
                  </a:lnTo>
                  <a:lnTo>
                    <a:pt x="378927" y="405013"/>
                  </a:lnTo>
                  <a:lnTo>
                    <a:pt x="344697" y="437187"/>
                  </a:lnTo>
                  <a:lnTo>
                    <a:pt x="305847" y="461980"/>
                  </a:lnTo>
                  <a:lnTo>
                    <a:pt x="263449" y="47855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6128" y="5370576"/>
              <a:ext cx="124967" cy="13563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235875" y="4960938"/>
              <a:ext cx="447675" cy="478790"/>
            </a:xfrm>
            <a:custGeom>
              <a:avLst/>
              <a:gdLst/>
              <a:ahLst/>
              <a:cxnLst/>
              <a:rect l="l" t="t" r="r" b="b"/>
              <a:pathLst>
                <a:path w="447675" h="478789">
                  <a:moveTo>
                    <a:pt x="96221" y="452944"/>
                  </a:moveTo>
                  <a:lnTo>
                    <a:pt x="61778" y="423836"/>
                  </a:lnTo>
                  <a:lnTo>
                    <a:pt x="34707" y="388461"/>
                  </a:lnTo>
                  <a:lnTo>
                    <a:pt x="15235" y="348161"/>
                  </a:lnTo>
                  <a:lnTo>
                    <a:pt x="3590" y="304274"/>
                  </a:lnTo>
                  <a:lnTo>
                    <a:pt x="0" y="258144"/>
                  </a:lnTo>
                  <a:lnTo>
                    <a:pt x="4691" y="211110"/>
                  </a:lnTo>
                  <a:lnTo>
                    <a:pt x="17893" y="164514"/>
                  </a:lnTo>
                  <a:lnTo>
                    <a:pt x="39833" y="119696"/>
                  </a:lnTo>
                  <a:lnTo>
                    <a:pt x="69283" y="79891"/>
                  </a:lnTo>
                  <a:lnTo>
                    <a:pt x="103936" y="47673"/>
                  </a:lnTo>
                  <a:lnTo>
                    <a:pt x="142542" y="23387"/>
                  </a:lnTo>
                  <a:lnTo>
                    <a:pt x="183851" y="7380"/>
                  </a:lnTo>
                  <a:lnTo>
                    <a:pt x="226612" y="0"/>
                  </a:lnTo>
                  <a:lnTo>
                    <a:pt x="269576" y="1592"/>
                  </a:lnTo>
                  <a:lnTo>
                    <a:pt x="311492" y="12504"/>
                  </a:lnTo>
                  <a:lnTo>
                    <a:pt x="351110" y="33082"/>
                  </a:lnTo>
                  <a:lnTo>
                    <a:pt x="385552" y="62184"/>
                  </a:lnTo>
                  <a:lnTo>
                    <a:pt x="412623" y="97544"/>
                  </a:lnTo>
                  <a:lnTo>
                    <a:pt x="432095" y="137825"/>
                  </a:lnTo>
                  <a:lnTo>
                    <a:pt x="443740" y="181688"/>
                  </a:lnTo>
                  <a:lnTo>
                    <a:pt x="447331" y="227795"/>
                  </a:lnTo>
                  <a:lnTo>
                    <a:pt x="442639" y="274808"/>
                  </a:lnTo>
                  <a:lnTo>
                    <a:pt x="429437" y="321390"/>
                  </a:lnTo>
                  <a:lnTo>
                    <a:pt x="407498" y="366203"/>
                  </a:lnTo>
                  <a:lnTo>
                    <a:pt x="378887" y="404999"/>
                  </a:lnTo>
                  <a:lnTo>
                    <a:pt x="344633" y="437212"/>
                  </a:lnTo>
                  <a:lnTo>
                    <a:pt x="305806" y="462018"/>
                  </a:lnTo>
                  <a:lnTo>
                    <a:pt x="263480" y="478598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177634" y="4355402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36751" y="4855464"/>
            <a:ext cx="1991201" cy="524828"/>
            <a:chOff x="1915667" y="5330952"/>
            <a:chExt cx="2654935" cy="69977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5507" y="5330952"/>
              <a:ext cx="124968" cy="13563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15667" y="5954268"/>
              <a:ext cx="2246630" cy="76200"/>
            </a:xfrm>
            <a:custGeom>
              <a:avLst/>
              <a:gdLst/>
              <a:ahLst/>
              <a:cxnLst/>
              <a:rect l="l" t="t" r="r" b="b"/>
              <a:pathLst>
                <a:path w="2246629" h="76200">
                  <a:moveTo>
                    <a:pt x="76200" y="0"/>
                  </a:moveTo>
                  <a:lnTo>
                    <a:pt x="0" y="38099"/>
                  </a:lnTo>
                  <a:lnTo>
                    <a:pt x="76200" y="76199"/>
                  </a:lnTo>
                  <a:lnTo>
                    <a:pt x="76200" y="44449"/>
                  </a:lnTo>
                  <a:lnTo>
                    <a:pt x="63500" y="44449"/>
                  </a:lnTo>
                  <a:lnTo>
                    <a:pt x="63500" y="31749"/>
                  </a:lnTo>
                  <a:lnTo>
                    <a:pt x="76200" y="31749"/>
                  </a:lnTo>
                  <a:lnTo>
                    <a:pt x="76200" y="0"/>
                  </a:lnTo>
                  <a:close/>
                </a:path>
                <a:path w="2246629" h="76200">
                  <a:moveTo>
                    <a:pt x="76200" y="31749"/>
                  </a:moveTo>
                  <a:lnTo>
                    <a:pt x="63500" y="31749"/>
                  </a:lnTo>
                  <a:lnTo>
                    <a:pt x="63500" y="44449"/>
                  </a:lnTo>
                  <a:lnTo>
                    <a:pt x="76200" y="44449"/>
                  </a:lnTo>
                  <a:lnTo>
                    <a:pt x="76200" y="31749"/>
                  </a:lnTo>
                  <a:close/>
                </a:path>
                <a:path w="2246629" h="76200">
                  <a:moveTo>
                    <a:pt x="2246248" y="31749"/>
                  </a:moveTo>
                  <a:lnTo>
                    <a:pt x="76200" y="31749"/>
                  </a:lnTo>
                  <a:lnTo>
                    <a:pt x="76200" y="44449"/>
                  </a:lnTo>
                  <a:lnTo>
                    <a:pt x="2246248" y="44449"/>
                  </a:lnTo>
                  <a:lnTo>
                    <a:pt x="2246248" y="317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194655" y="5323256"/>
            <a:ext cx="12192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87704" y="3557771"/>
            <a:ext cx="1779270" cy="1028775"/>
          </a:xfrm>
          <a:prstGeom prst="rect">
            <a:avLst/>
          </a:prstGeom>
        </p:spPr>
        <p:txBody>
          <a:bodyPr vert="horz" wrap="square" lIns="0" tIns="188119" rIns="0" bIns="0" rtlCol="0">
            <a:spAutoFit/>
          </a:bodyPr>
          <a:lstStyle/>
          <a:p>
            <a:pPr marL="180975" indent="-171450" defTabSz="685800">
              <a:spcBef>
                <a:spcPts val="148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R.E=</a:t>
            </a:r>
            <a:r>
              <a:rPr sz="2100" b="1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(a+b)*a</a:t>
            </a:r>
            <a:endParaRPr sz="2100" b="1" dirty="0">
              <a:solidFill>
                <a:prstClr val="black"/>
              </a:solidFill>
              <a:latin typeface="Calibri"/>
              <a:cs typeface="Calibri"/>
            </a:endParaRPr>
          </a:p>
          <a:p>
            <a:pPr marR="3810" algn="r" defTabSz="685800">
              <a:lnSpc>
                <a:spcPts val="1489"/>
              </a:lnSpc>
              <a:spcBef>
                <a:spcPts val="1013"/>
              </a:spcBef>
            </a:pPr>
            <a:r>
              <a:rPr sz="1500" b="1" spc="-30" dirty="0">
                <a:solidFill>
                  <a:prstClr val="black"/>
                </a:solidFill>
                <a:latin typeface="Calibri"/>
                <a:cs typeface="Calibri"/>
              </a:rPr>
              <a:t>DFA</a:t>
            </a:r>
            <a:endParaRPr sz="15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R="434340" algn="ctr" defTabSz="685800">
              <a:lnSpc>
                <a:spcPts val="1489"/>
              </a:lnSpc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81037" y="4124953"/>
            <a:ext cx="329088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spc="-4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500" b="1" spc="-79" dirty="0">
                <a:solidFill>
                  <a:prstClr val="black"/>
                </a:solidFill>
                <a:latin typeface="Calibri"/>
                <a:cs typeface="Calibri"/>
              </a:rPr>
              <a:t>FA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1ADB459B-5CEA-C036-DAE0-D86510E01D5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141922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b="1" spc="-3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4" y="2202142"/>
            <a:ext cx="4572953" cy="109405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NFA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that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will accept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single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64" dirty="0">
                <a:solidFill>
                  <a:prstClr val="black"/>
                </a:solidFill>
                <a:latin typeface="Calibri"/>
                <a:cs typeface="Calibri"/>
              </a:rPr>
              <a:t>“a”,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∑=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{a,b}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defTabSz="685800">
              <a:spcBef>
                <a:spcPts val="41"/>
              </a:spcBef>
              <a:buFont typeface="Arial MT"/>
              <a:buChar char="•"/>
            </a:pPr>
            <a:endParaRPr sz="285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R.E</a:t>
            </a:r>
            <a:r>
              <a:rPr sz="2100" b="1" spc="-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100" b="1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2100" b="1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1283" y="4301109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39" h="666114">
                <a:moveTo>
                  <a:pt x="0" y="332994"/>
                </a:moveTo>
                <a:lnTo>
                  <a:pt x="3180" y="283789"/>
                </a:lnTo>
                <a:lnTo>
                  <a:pt x="12418" y="236825"/>
                </a:lnTo>
                <a:lnTo>
                  <a:pt x="27261" y="192617"/>
                </a:lnTo>
                <a:lnTo>
                  <a:pt x="47256" y="151680"/>
                </a:lnTo>
                <a:lnTo>
                  <a:pt x="71949" y="114530"/>
                </a:lnTo>
                <a:lnTo>
                  <a:pt x="100886" y="81681"/>
                </a:lnTo>
                <a:lnTo>
                  <a:pt x="133614" y="53650"/>
                </a:lnTo>
                <a:lnTo>
                  <a:pt x="169680" y="30951"/>
                </a:lnTo>
                <a:lnTo>
                  <a:pt x="208630" y="14099"/>
                </a:lnTo>
                <a:lnTo>
                  <a:pt x="250011" y="3610"/>
                </a:lnTo>
                <a:lnTo>
                  <a:pt x="293369" y="0"/>
                </a:lnTo>
                <a:lnTo>
                  <a:pt x="336728" y="3610"/>
                </a:lnTo>
                <a:lnTo>
                  <a:pt x="378109" y="14099"/>
                </a:lnTo>
                <a:lnTo>
                  <a:pt x="417059" y="30951"/>
                </a:lnTo>
                <a:lnTo>
                  <a:pt x="453125" y="53650"/>
                </a:lnTo>
                <a:lnTo>
                  <a:pt x="485853" y="81681"/>
                </a:lnTo>
                <a:lnTo>
                  <a:pt x="514790" y="114530"/>
                </a:lnTo>
                <a:lnTo>
                  <a:pt x="539483" y="151680"/>
                </a:lnTo>
                <a:lnTo>
                  <a:pt x="559478" y="192617"/>
                </a:lnTo>
                <a:lnTo>
                  <a:pt x="574321" y="236825"/>
                </a:lnTo>
                <a:lnTo>
                  <a:pt x="583559" y="283789"/>
                </a:lnTo>
                <a:lnTo>
                  <a:pt x="586739" y="332994"/>
                </a:lnTo>
                <a:lnTo>
                  <a:pt x="583559" y="382198"/>
                </a:lnTo>
                <a:lnTo>
                  <a:pt x="574321" y="429162"/>
                </a:lnTo>
                <a:lnTo>
                  <a:pt x="559478" y="473370"/>
                </a:lnTo>
                <a:lnTo>
                  <a:pt x="539483" y="514307"/>
                </a:lnTo>
                <a:lnTo>
                  <a:pt x="514790" y="551457"/>
                </a:lnTo>
                <a:lnTo>
                  <a:pt x="485853" y="584306"/>
                </a:lnTo>
                <a:lnTo>
                  <a:pt x="453125" y="612337"/>
                </a:lnTo>
                <a:lnTo>
                  <a:pt x="417059" y="635036"/>
                </a:lnTo>
                <a:lnTo>
                  <a:pt x="378109" y="651888"/>
                </a:lnTo>
                <a:lnTo>
                  <a:pt x="336728" y="662377"/>
                </a:lnTo>
                <a:lnTo>
                  <a:pt x="293369" y="665988"/>
                </a:lnTo>
                <a:lnTo>
                  <a:pt x="250011" y="662377"/>
                </a:lnTo>
                <a:lnTo>
                  <a:pt x="208630" y="651888"/>
                </a:lnTo>
                <a:lnTo>
                  <a:pt x="169680" y="635036"/>
                </a:lnTo>
                <a:lnTo>
                  <a:pt x="133614" y="612337"/>
                </a:lnTo>
                <a:lnTo>
                  <a:pt x="100886" y="584306"/>
                </a:lnTo>
                <a:lnTo>
                  <a:pt x="71949" y="551457"/>
                </a:lnTo>
                <a:lnTo>
                  <a:pt x="47256" y="514307"/>
                </a:lnTo>
                <a:lnTo>
                  <a:pt x="27261" y="473370"/>
                </a:lnTo>
                <a:lnTo>
                  <a:pt x="12418" y="429162"/>
                </a:lnTo>
                <a:lnTo>
                  <a:pt x="3180" y="382198"/>
                </a:lnTo>
                <a:lnTo>
                  <a:pt x="0" y="332994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8828" y="4314691"/>
            <a:ext cx="10525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16960" y="4301109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39" h="666114">
                <a:moveTo>
                  <a:pt x="0" y="332994"/>
                </a:moveTo>
                <a:lnTo>
                  <a:pt x="3180" y="283789"/>
                </a:lnTo>
                <a:lnTo>
                  <a:pt x="12418" y="236825"/>
                </a:lnTo>
                <a:lnTo>
                  <a:pt x="27261" y="192617"/>
                </a:lnTo>
                <a:lnTo>
                  <a:pt x="47256" y="151680"/>
                </a:lnTo>
                <a:lnTo>
                  <a:pt x="71949" y="114530"/>
                </a:lnTo>
                <a:lnTo>
                  <a:pt x="100886" y="81681"/>
                </a:lnTo>
                <a:lnTo>
                  <a:pt x="133614" y="53650"/>
                </a:lnTo>
                <a:lnTo>
                  <a:pt x="169680" y="30951"/>
                </a:lnTo>
                <a:lnTo>
                  <a:pt x="208630" y="14099"/>
                </a:lnTo>
                <a:lnTo>
                  <a:pt x="250011" y="3610"/>
                </a:lnTo>
                <a:lnTo>
                  <a:pt x="293369" y="0"/>
                </a:lnTo>
                <a:lnTo>
                  <a:pt x="336728" y="3610"/>
                </a:lnTo>
                <a:lnTo>
                  <a:pt x="378109" y="14099"/>
                </a:lnTo>
                <a:lnTo>
                  <a:pt x="417059" y="30951"/>
                </a:lnTo>
                <a:lnTo>
                  <a:pt x="453125" y="53650"/>
                </a:lnTo>
                <a:lnTo>
                  <a:pt x="485853" y="81681"/>
                </a:lnTo>
                <a:lnTo>
                  <a:pt x="514790" y="114530"/>
                </a:lnTo>
                <a:lnTo>
                  <a:pt x="539483" y="151680"/>
                </a:lnTo>
                <a:lnTo>
                  <a:pt x="559478" y="192617"/>
                </a:lnTo>
                <a:lnTo>
                  <a:pt x="574321" y="236825"/>
                </a:lnTo>
                <a:lnTo>
                  <a:pt x="583559" y="283789"/>
                </a:lnTo>
                <a:lnTo>
                  <a:pt x="586739" y="332994"/>
                </a:lnTo>
                <a:lnTo>
                  <a:pt x="583559" y="382198"/>
                </a:lnTo>
                <a:lnTo>
                  <a:pt x="574321" y="429162"/>
                </a:lnTo>
                <a:lnTo>
                  <a:pt x="559478" y="473370"/>
                </a:lnTo>
                <a:lnTo>
                  <a:pt x="539483" y="514307"/>
                </a:lnTo>
                <a:lnTo>
                  <a:pt x="514790" y="551457"/>
                </a:lnTo>
                <a:lnTo>
                  <a:pt x="485853" y="584306"/>
                </a:lnTo>
                <a:lnTo>
                  <a:pt x="453125" y="612337"/>
                </a:lnTo>
                <a:lnTo>
                  <a:pt x="417059" y="635036"/>
                </a:lnTo>
                <a:lnTo>
                  <a:pt x="378109" y="651888"/>
                </a:lnTo>
                <a:lnTo>
                  <a:pt x="336728" y="662377"/>
                </a:lnTo>
                <a:lnTo>
                  <a:pt x="293369" y="665988"/>
                </a:lnTo>
                <a:lnTo>
                  <a:pt x="250011" y="662377"/>
                </a:lnTo>
                <a:lnTo>
                  <a:pt x="208630" y="651888"/>
                </a:lnTo>
                <a:lnTo>
                  <a:pt x="169680" y="635036"/>
                </a:lnTo>
                <a:lnTo>
                  <a:pt x="133614" y="612337"/>
                </a:lnTo>
                <a:lnTo>
                  <a:pt x="100886" y="584306"/>
                </a:lnTo>
                <a:lnTo>
                  <a:pt x="71949" y="551457"/>
                </a:lnTo>
                <a:lnTo>
                  <a:pt x="47256" y="514307"/>
                </a:lnTo>
                <a:lnTo>
                  <a:pt x="27261" y="473370"/>
                </a:lnTo>
                <a:lnTo>
                  <a:pt x="12418" y="429162"/>
                </a:lnTo>
                <a:lnTo>
                  <a:pt x="3180" y="382198"/>
                </a:lnTo>
                <a:lnTo>
                  <a:pt x="0" y="332994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61931" y="4364984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61338" y="4522850"/>
            <a:ext cx="1555909" cy="57150"/>
          </a:xfrm>
          <a:custGeom>
            <a:avLst/>
            <a:gdLst/>
            <a:ahLst/>
            <a:cxnLst/>
            <a:rect l="l" t="t" r="r" b="b"/>
            <a:pathLst>
              <a:path w="2074545" h="76200">
                <a:moveTo>
                  <a:pt x="1998091" y="0"/>
                </a:moveTo>
                <a:lnTo>
                  <a:pt x="1998091" y="76199"/>
                </a:lnTo>
                <a:lnTo>
                  <a:pt x="2061591" y="44449"/>
                </a:lnTo>
                <a:lnTo>
                  <a:pt x="2010791" y="44449"/>
                </a:lnTo>
                <a:lnTo>
                  <a:pt x="2010791" y="31749"/>
                </a:lnTo>
                <a:lnTo>
                  <a:pt x="2061591" y="31749"/>
                </a:lnTo>
                <a:lnTo>
                  <a:pt x="1998091" y="0"/>
                </a:lnTo>
                <a:close/>
              </a:path>
              <a:path w="2074545" h="76200">
                <a:moveTo>
                  <a:pt x="1998091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998091" y="44449"/>
                </a:lnTo>
                <a:lnTo>
                  <a:pt x="1998091" y="31749"/>
                </a:lnTo>
                <a:close/>
              </a:path>
              <a:path w="2074545" h="76200">
                <a:moveTo>
                  <a:pt x="2061591" y="31749"/>
                </a:moveTo>
                <a:lnTo>
                  <a:pt x="2010791" y="31749"/>
                </a:lnTo>
                <a:lnTo>
                  <a:pt x="2010791" y="44449"/>
                </a:lnTo>
                <a:lnTo>
                  <a:pt x="2061591" y="44449"/>
                </a:lnTo>
                <a:lnTo>
                  <a:pt x="2074291" y="38099"/>
                </a:lnTo>
                <a:lnTo>
                  <a:pt x="2061591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1244" y="5340400"/>
            <a:ext cx="26479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,b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5424" y="4314443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39311" y="4723447"/>
            <a:ext cx="1845469" cy="1046798"/>
            <a:chOff x="1785747" y="5154929"/>
            <a:chExt cx="2460625" cy="1395730"/>
          </a:xfrm>
        </p:grpSpPr>
        <p:sp>
          <p:nvSpPr>
            <p:cNvPr id="12" name="object 12"/>
            <p:cNvSpPr/>
            <p:nvPr/>
          </p:nvSpPr>
          <p:spPr>
            <a:xfrm>
              <a:off x="3399408" y="5891615"/>
              <a:ext cx="645160" cy="441325"/>
            </a:xfrm>
            <a:custGeom>
              <a:avLst/>
              <a:gdLst/>
              <a:ahLst/>
              <a:cxnLst/>
              <a:rect l="l" t="t" r="r" b="b"/>
              <a:pathLst>
                <a:path w="645160" h="441325">
                  <a:moveTo>
                    <a:pt x="0" y="142319"/>
                  </a:moveTo>
                  <a:lnTo>
                    <a:pt x="20530" y="109874"/>
                  </a:lnTo>
                  <a:lnTo>
                    <a:pt x="48022" y="81088"/>
                  </a:lnTo>
                  <a:lnTo>
                    <a:pt x="81619" y="56227"/>
                  </a:lnTo>
                  <a:lnTo>
                    <a:pt x="120465" y="35552"/>
                  </a:lnTo>
                  <a:lnTo>
                    <a:pt x="163702" y="19329"/>
                  </a:lnTo>
                  <a:lnTo>
                    <a:pt x="210476" y="7820"/>
                  </a:lnTo>
                  <a:lnTo>
                    <a:pt x="259929" y="1289"/>
                  </a:lnTo>
                  <a:lnTo>
                    <a:pt x="311204" y="0"/>
                  </a:lnTo>
                  <a:lnTo>
                    <a:pt x="363446" y="4216"/>
                  </a:lnTo>
                  <a:lnTo>
                    <a:pt x="415798" y="14201"/>
                  </a:lnTo>
                  <a:lnTo>
                    <a:pt x="470712" y="31583"/>
                  </a:lnTo>
                  <a:lnTo>
                    <a:pt x="519229" y="54399"/>
                  </a:lnTo>
                  <a:lnTo>
                    <a:pt x="560747" y="81845"/>
                  </a:lnTo>
                  <a:lnTo>
                    <a:pt x="594664" y="113117"/>
                  </a:lnTo>
                  <a:lnTo>
                    <a:pt x="620377" y="147411"/>
                  </a:lnTo>
                  <a:lnTo>
                    <a:pt x="637286" y="183925"/>
                  </a:lnTo>
                  <a:lnTo>
                    <a:pt x="644786" y="221854"/>
                  </a:lnTo>
                  <a:lnTo>
                    <a:pt x="642278" y="260395"/>
                  </a:lnTo>
                  <a:lnTo>
                    <a:pt x="629157" y="298745"/>
                  </a:lnTo>
                  <a:lnTo>
                    <a:pt x="608631" y="331187"/>
                  </a:lnTo>
                  <a:lnTo>
                    <a:pt x="581148" y="359970"/>
                  </a:lnTo>
                  <a:lnTo>
                    <a:pt x="547566" y="384831"/>
                  </a:lnTo>
                  <a:lnTo>
                    <a:pt x="508737" y="405506"/>
                  </a:lnTo>
                  <a:lnTo>
                    <a:pt x="465518" y="421730"/>
                  </a:lnTo>
                  <a:lnTo>
                    <a:pt x="418763" y="433240"/>
                  </a:lnTo>
                  <a:lnTo>
                    <a:pt x="369328" y="439772"/>
                  </a:lnTo>
                  <a:lnTo>
                    <a:pt x="318066" y="441063"/>
                  </a:lnTo>
                  <a:lnTo>
                    <a:pt x="265834" y="436847"/>
                  </a:lnTo>
                  <a:lnTo>
                    <a:pt x="213487" y="426862"/>
                  </a:lnTo>
                  <a:lnTo>
                    <a:pt x="166070" y="412290"/>
                  </a:lnTo>
                  <a:lnTo>
                    <a:pt x="122585" y="393295"/>
                  </a:lnTo>
                  <a:lnTo>
                    <a:pt x="83733" y="370290"/>
                  </a:lnTo>
                  <a:lnTo>
                    <a:pt x="50215" y="343690"/>
                  </a:lnTo>
                  <a:lnTo>
                    <a:pt x="22732" y="313908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66516" y="6141719"/>
              <a:ext cx="124968" cy="1371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42260" y="5878067"/>
              <a:ext cx="586740" cy="666115"/>
            </a:xfrm>
            <a:custGeom>
              <a:avLst/>
              <a:gdLst/>
              <a:ahLst/>
              <a:cxnLst/>
              <a:rect l="l" t="t" r="r" b="b"/>
              <a:pathLst>
                <a:path w="586739" h="666115">
                  <a:moveTo>
                    <a:pt x="0" y="332993"/>
                  </a:moveTo>
                  <a:lnTo>
                    <a:pt x="3180" y="283786"/>
                  </a:lnTo>
                  <a:lnTo>
                    <a:pt x="12418" y="236820"/>
                  </a:lnTo>
                  <a:lnTo>
                    <a:pt x="27261" y="192611"/>
                  </a:lnTo>
                  <a:lnTo>
                    <a:pt x="47256" y="151674"/>
                  </a:lnTo>
                  <a:lnTo>
                    <a:pt x="71949" y="114524"/>
                  </a:lnTo>
                  <a:lnTo>
                    <a:pt x="100886" y="81677"/>
                  </a:lnTo>
                  <a:lnTo>
                    <a:pt x="133614" y="53647"/>
                  </a:lnTo>
                  <a:lnTo>
                    <a:pt x="169680" y="30949"/>
                  </a:lnTo>
                  <a:lnTo>
                    <a:pt x="208630" y="14098"/>
                  </a:lnTo>
                  <a:lnTo>
                    <a:pt x="250011" y="3610"/>
                  </a:lnTo>
                  <a:lnTo>
                    <a:pt x="293369" y="0"/>
                  </a:lnTo>
                  <a:lnTo>
                    <a:pt x="336728" y="3610"/>
                  </a:lnTo>
                  <a:lnTo>
                    <a:pt x="378109" y="14098"/>
                  </a:lnTo>
                  <a:lnTo>
                    <a:pt x="417059" y="30949"/>
                  </a:lnTo>
                  <a:lnTo>
                    <a:pt x="453125" y="53647"/>
                  </a:lnTo>
                  <a:lnTo>
                    <a:pt x="485853" y="81677"/>
                  </a:lnTo>
                  <a:lnTo>
                    <a:pt x="514790" y="114524"/>
                  </a:lnTo>
                  <a:lnTo>
                    <a:pt x="539483" y="151674"/>
                  </a:lnTo>
                  <a:lnTo>
                    <a:pt x="559478" y="192611"/>
                  </a:lnTo>
                  <a:lnTo>
                    <a:pt x="574321" y="236820"/>
                  </a:lnTo>
                  <a:lnTo>
                    <a:pt x="583559" y="283786"/>
                  </a:lnTo>
                  <a:lnTo>
                    <a:pt x="586739" y="332993"/>
                  </a:lnTo>
                  <a:lnTo>
                    <a:pt x="583559" y="382201"/>
                  </a:lnTo>
                  <a:lnTo>
                    <a:pt x="574321" y="429167"/>
                  </a:lnTo>
                  <a:lnTo>
                    <a:pt x="559478" y="473376"/>
                  </a:lnTo>
                  <a:lnTo>
                    <a:pt x="539483" y="514313"/>
                  </a:lnTo>
                  <a:lnTo>
                    <a:pt x="514790" y="551463"/>
                  </a:lnTo>
                  <a:lnTo>
                    <a:pt x="485853" y="584310"/>
                  </a:lnTo>
                  <a:lnTo>
                    <a:pt x="453125" y="612340"/>
                  </a:lnTo>
                  <a:lnTo>
                    <a:pt x="417059" y="635038"/>
                  </a:lnTo>
                  <a:lnTo>
                    <a:pt x="378109" y="651889"/>
                  </a:lnTo>
                  <a:lnTo>
                    <a:pt x="336728" y="662377"/>
                  </a:lnTo>
                  <a:lnTo>
                    <a:pt x="293369" y="665987"/>
                  </a:lnTo>
                  <a:lnTo>
                    <a:pt x="250011" y="662377"/>
                  </a:lnTo>
                  <a:lnTo>
                    <a:pt x="208630" y="651889"/>
                  </a:lnTo>
                  <a:lnTo>
                    <a:pt x="169680" y="635038"/>
                  </a:lnTo>
                  <a:lnTo>
                    <a:pt x="133614" y="612340"/>
                  </a:lnTo>
                  <a:lnTo>
                    <a:pt x="100886" y="584310"/>
                  </a:lnTo>
                  <a:lnTo>
                    <a:pt x="71949" y="551463"/>
                  </a:lnTo>
                  <a:lnTo>
                    <a:pt x="47256" y="514313"/>
                  </a:lnTo>
                  <a:lnTo>
                    <a:pt x="27261" y="473376"/>
                  </a:lnTo>
                  <a:lnTo>
                    <a:pt x="12418" y="429167"/>
                  </a:lnTo>
                  <a:lnTo>
                    <a:pt x="3180" y="382201"/>
                  </a:lnTo>
                  <a:lnTo>
                    <a:pt x="0" y="332993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785747" y="5154929"/>
              <a:ext cx="2460625" cy="820419"/>
            </a:xfrm>
            <a:custGeom>
              <a:avLst/>
              <a:gdLst/>
              <a:ahLst/>
              <a:cxnLst/>
              <a:rect l="l" t="t" r="r" b="b"/>
              <a:pathLst>
                <a:path w="2460625" h="820420">
                  <a:moveTo>
                    <a:pt x="1143127" y="819810"/>
                  </a:moveTo>
                  <a:lnTo>
                    <a:pt x="1125867" y="791375"/>
                  </a:lnTo>
                  <a:lnTo>
                    <a:pt x="1098931" y="746988"/>
                  </a:lnTo>
                  <a:lnTo>
                    <a:pt x="1082052" y="773849"/>
                  </a:lnTo>
                  <a:lnTo>
                    <a:pt x="6858" y="97536"/>
                  </a:lnTo>
                  <a:lnTo>
                    <a:pt x="0" y="108204"/>
                  </a:lnTo>
                  <a:lnTo>
                    <a:pt x="1075309" y="784593"/>
                  </a:lnTo>
                  <a:lnTo>
                    <a:pt x="1058418" y="811479"/>
                  </a:lnTo>
                  <a:lnTo>
                    <a:pt x="1143127" y="819810"/>
                  </a:lnTo>
                  <a:close/>
                </a:path>
                <a:path w="2460625" h="820420">
                  <a:moveTo>
                    <a:pt x="2460625" y="10668"/>
                  </a:moveTo>
                  <a:lnTo>
                    <a:pt x="2453640" y="0"/>
                  </a:lnTo>
                  <a:lnTo>
                    <a:pt x="1411109" y="675487"/>
                  </a:lnTo>
                  <a:lnTo>
                    <a:pt x="1393825" y="648855"/>
                  </a:lnTo>
                  <a:lnTo>
                    <a:pt x="1350645" y="722274"/>
                  </a:lnTo>
                  <a:lnTo>
                    <a:pt x="1435354" y="712812"/>
                  </a:lnTo>
                  <a:lnTo>
                    <a:pt x="1422527" y="693077"/>
                  </a:lnTo>
                  <a:lnTo>
                    <a:pt x="1418056" y="686181"/>
                  </a:lnTo>
                  <a:lnTo>
                    <a:pt x="2460625" y="106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6" name="object 16"/>
          <p:cNvSpPr/>
          <p:nvPr/>
        </p:nvSpPr>
        <p:spPr>
          <a:xfrm>
            <a:off x="5207507" y="4384549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40" h="666114">
                <a:moveTo>
                  <a:pt x="0" y="332994"/>
                </a:moveTo>
                <a:lnTo>
                  <a:pt x="3180" y="283789"/>
                </a:lnTo>
                <a:lnTo>
                  <a:pt x="12418" y="236825"/>
                </a:lnTo>
                <a:lnTo>
                  <a:pt x="27261" y="192617"/>
                </a:lnTo>
                <a:lnTo>
                  <a:pt x="47256" y="151680"/>
                </a:lnTo>
                <a:lnTo>
                  <a:pt x="71949" y="114530"/>
                </a:lnTo>
                <a:lnTo>
                  <a:pt x="100886" y="81681"/>
                </a:lnTo>
                <a:lnTo>
                  <a:pt x="133614" y="53650"/>
                </a:lnTo>
                <a:lnTo>
                  <a:pt x="169680" y="30951"/>
                </a:lnTo>
                <a:lnTo>
                  <a:pt x="208630" y="14099"/>
                </a:lnTo>
                <a:lnTo>
                  <a:pt x="250011" y="3610"/>
                </a:lnTo>
                <a:lnTo>
                  <a:pt x="293370" y="0"/>
                </a:lnTo>
                <a:lnTo>
                  <a:pt x="336728" y="3610"/>
                </a:lnTo>
                <a:lnTo>
                  <a:pt x="378109" y="14099"/>
                </a:lnTo>
                <a:lnTo>
                  <a:pt x="417059" y="30951"/>
                </a:lnTo>
                <a:lnTo>
                  <a:pt x="453125" y="53650"/>
                </a:lnTo>
                <a:lnTo>
                  <a:pt x="485853" y="81681"/>
                </a:lnTo>
                <a:lnTo>
                  <a:pt x="514790" y="114530"/>
                </a:lnTo>
                <a:lnTo>
                  <a:pt x="539483" y="151680"/>
                </a:lnTo>
                <a:lnTo>
                  <a:pt x="559478" y="192617"/>
                </a:lnTo>
                <a:lnTo>
                  <a:pt x="574321" y="236825"/>
                </a:lnTo>
                <a:lnTo>
                  <a:pt x="583559" y="283789"/>
                </a:lnTo>
                <a:lnTo>
                  <a:pt x="586739" y="332994"/>
                </a:lnTo>
                <a:lnTo>
                  <a:pt x="583559" y="382198"/>
                </a:lnTo>
                <a:lnTo>
                  <a:pt x="574321" y="429162"/>
                </a:lnTo>
                <a:lnTo>
                  <a:pt x="559478" y="473370"/>
                </a:lnTo>
                <a:lnTo>
                  <a:pt x="539483" y="514307"/>
                </a:lnTo>
                <a:lnTo>
                  <a:pt x="514790" y="551457"/>
                </a:lnTo>
                <a:lnTo>
                  <a:pt x="485853" y="584306"/>
                </a:lnTo>
                <a:lnTo>
                  <a:pt x="453125" y="612337"/>
                </a:lnTo>
                <a:lnTo>
                  <a:pt x="417059" y="635036"/>
                </a:lnTo>
                <a:lnTo>
                  <a:pt x="378109" y="651888"/>
                </a:lnTo>
                <a:lnTo>
                  <a:pt x="336728" y="662377"/>
                </a:lnTo>
                <a:lnTo>
                  <a:pt x="293370" y="665988"/>
                </a:lnTo>
                <a:lnTo>
                  <a:pt x="250011" y="662377"/>
                </a:lnTo>
                <a:lnTo>
                  <a:pt x="208630" y="651888"/>
                </a:lnTo>
                <a:lnTo>
                  <a:pt x="169680" y="635036"/>
                </a:lnTo>
                <a:lnTo>
                  <a:pt x="133614" y="612337"/>
                </a:lnTo>
                <a:lnTo>
                  <a:pt x="100886" y="584306"/>
                </a:lnTo>
                <a:lnTo>
                  <a:pt x="71949" y="551457"/>
                </a:lnTo>
                <a:lnTo>
                  <a:pt x="47256" y="514307"/>
                </a:lnTo>
                <a:lnTo>
                  <a:pt x="27261" y="473370"/>
                </a:lnTo>
                <a:lnTo>
                  <a:pt x="12418" y="429162"/>
                </a:lnTo>
                <a:lnTo>
                  <a:pt x="3180" y="382198"/>
                </a:lnTo>
                <a:lnTo>
                  <a:pt x="0" y="33299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65814" y="4397845"/>
            <a:ext cx="1243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03185" y="4384549"/>
            <a:ext cx="440055" cy="499586"/>
          </a:xfrm>
          <a:custGeom>
            <a:avLst/>
            <a:gdLst/>
            <a:ahLst/>
            <a:cxnLst/>
            <a:rect l="l" t="t" r="r" b="b"/>
            <a:pathLst>
              <a:path w="586740" h="666114">
                <a:moveTo>
                  <a:pt x="0" y="332994"/>
                </a:moveTo>
                <a:lnTo>
                  <a:pt x="3180" y="283789"/>
                </a:lnTo>
                <a:lnTo>
                  <a:pt x="12418" y="236825"/>
                </a:lnTo>
                <a:lnTo>
                  <a:pt x="27261" y="192617"/>
                </a:lnTo>
                <a:lnTo>
                  <a:pt x="47256" y="151680"/>
                </a:lnTo>
                <a:lnTo>
                  <a:pt x="71949" y="114530"/>
                </a:lnTo>
                <a:lnTo>
                  <a:pt x="100886" y="81681"/>
                </a:lnTo>
                <a:lnTo>
                  <a:pt x="133614" y="53650"/>
                </a:lnTo>
                <a:lnTo>
                  <a:pt x="169680" y="30951"/>
                </a:lnTo>
                <a:lnTo>
                  <a:pt x="208630" y="14099"/>
                </a:lnTo>
                <a:lnTo>
                  <a:pt x="250011" y="3610"/>
                </a:lnTo>
                <a:lnTo>
                  <a:pt x="293370" y="0"/>
                </a:lnTo>
                <a:lnTo>
                  <a:pt x="336728" y="3610"/>
                </a:lnTo>
                <a:lnTo>
                  <a:pt x="378109" y="14099"/>
                </a:lnTo>
                <a:lnTo>
                  <a:pt x="417059" y="30951"/>
                </a:lnTo>
                <a:lnTo>
                  <a:pt x="453125" y="53650"/>
                </a:lnTo>
                <a:lnTo>
                  <a:pt x="485853" y="81681"/>
                </a:lnTo>
                <a:lnTo>
                  <a:pt x="514790" y="114530"/>
                </a:lnTo>
                <a:lnTo>
                  <a:pt x="539483" y="151680"/>
                </a:lnTo>
                <a:lnTo>
                  <a:pt x="559478" y="192617"/>
                </a:lnTo>
                <a:lnTo>
                  <a:pt x="574321" y="236825"/>
                </a:lnTo>
                <a:lnTo>
                  <a:pt x="583559" y="283789"/>
                </a:lnTo>
                <a:lnTo>
                  <a:pt x="586740" y="332994"/>
                </a:lnTo>
                <a:lnTo>
                  <a:pt x="583559" y="382198"/>
                </a:lnTo>
                <a:lnTo>
                  <a:pt x="574321" y="429162"/>
                </a:lnTo>
                <a:lnTo>
                  <a:pt x="559478" y="473370"/>
                </a:lnTo>
                <a:lnTo>
                  <a:pt x="539483" y="514307"/>
                </a:lnTo>
                <a:lnTo>
                  <a:pt x="514790" y="551457"/>
                </a:lnTo>
                <a:lnTo>
                  <a:pt x="485853" y="584306"/>
                </a:lnTo>
                <a:lnTo>
                  <a:pt x="453125" y="612337"/>
                </a:lnTo>
                <a:lnTo>
                  <a:pt x="417059" y="635036"/>
                </a:lnTo>
                <a:lnTo>
                  <a:pt x="378109" y="651888"/>
                </a:lnTo>
                <a:lnTo>
                  <a:pt x="336728" y="662377"/>
                </a:lnTo>
                <a:lnTo>
                  <a:pt x="293370" y="665988"/>
                </a:lnTo>
                <a:lnTo>
                  <a:pt x="250011" y="662377"/>
                </a:lnTo>
                <a:lnTo>
                  <a:pt x="208630" y="651888"/>
                </a:lnTo>
                <a:lnTo>
                  <a:pt x="169680" y="635036"/>
                </a:lnTo>
                <a:lnTo>
                  <a:pt x="133614" y="612337"/>
                </a:lnTo>
                <a:lnTo>
                  <a:pt x="100886" y="584306"/>
                </a:lnTo>
                <a:lnTo>
                  <a:pt x="71949" y="551457"/>
                </a:lnTo>
                <a:lnTo>
                  <a:pt x="47256" y="514307"/>
                </a:lnTo>
                <a:lnTo>
                  <a:pt x="27261" y="473370"/>
                </a:lnTo>
                <a:lnTo>
                  <a:pt x="12418" y="429162"/>
                </a:lnTo>
                <a:lnTo>
                  <a:pt x="3180" y="382198"/>
                </a:lnTo>
                <a:lnTo>
                  <a:pt x="0" y="33299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48442" y="4448365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647563" y="4605147"/>
            <a:ext cx="1555909" cy="57150"/>
          </a:xfrm>
          <a:custGeom>
            <a:avLst/>
            <a:gdLst/>
            <a:ahLst/>
            <a:cxnLst/>
            <a:rect l="l" t="t" r="r" b="b"/>
            <a:pathLst>
              <a:path w="2074545" h="76200">
                <a:moveTo>
                  <a:pt x="1998091" y="0"/>
                </a:moveTo>
                <a:lnTo>
                  <a:pt x="1998091" y="76199"/>
                </a:lnTo>
                <a:lnTo>
                  <a:pt x="2061591" y="44449"/>
                </a:lnTo>
                <a:lnTo>
                  <a:pt x="2010791" y="44449"/>
                </a:lnTo>
                <a:lnTo>
                  <a:pt x="2010791" y="31749"/>
                </a:lnTo>
                <a:lnTo>
                  <a:pt x="2061591" y="31749"/>
                </a:lnTo>
                <a:lnTo>
                  <a:pt x="1998091" y="0"/>
                </a:lnTo>
                <a:close/>
              </a:path>
              <a:path w="2074545" h="76200">
                <a:moveTo>
                  <a:pt x="1998091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998091" y="44449"/>
                </a:lnTo>
                <a:lnTo>
                  <a:pt x="1998091" y="31749"/>
                </a:lnTo>
                <a:close/>
              </a:path>
              <a:path w="2074545" h="76200">
                <a:moveTo>
                  <a:pt x="2061591" y="31749"/>
                </a:moveTo>
                <a:lnTo>
                  <a:pt x="2010791" y="31749"/>
                </a:lnTo>
                <a:lnTo>
                  <a:pt x="2010791" y="44449"/>
                </a:lnTo>
                <a:lnTo>
                  <a:pt x="2061591" y="44449"/>
                </a:lnTo>
                <a:lnTo>
                  <a:pt x="2074291" y="38099"/>
                </a:lnTo>
                <a:lnTo>
                  <a:pt x="2061591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41936" y="4397178"/>
            <a:ext cx="113824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10649" y="4830661"/>
            <a:ext cx="26479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,b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32929" y="4863541"/>
            <a:ext cx="10287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44839" y="3682174"/>
            <a:ext cx="332423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spc="-4" dirty="0">
                <a:solidFill>
                  <a:prstClr val="black"/>
                </a:solidFill>
                <a:latin typeface="Calibri"/>
                <a:cs typeface="Calibri"/>
              </a:rPr>
              <a:t>D</a:t>
            </a:r>
            <a:r>
              <a:rPr sz="1500" b="1" spc="-83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48483" y="3682174"/>
            <a:ext cx="32908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500" b="1" spc="-79" dirty="0">
                <a:solidFill>
                  <a:prstClr val="black"/>
                </a:solidFill>
                <a:latin typeface="Calibri"/>
                <a:cs typeface="Calibri"/>
              </a:rPr>
              <a:t>FA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B7612C0-92A1-FB53-993D-90B41D5D511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314507"/>
            <a:ext cx="1440656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b="1" dirty="0"/>
              <a:t>E</a:t>
            </a:r>
            <a:r>
              <a:rPr b="1" spc="-64" dirty="0"/>
              <a:t>x</a:t>
            </a:r>
            <a:r>
              <a:rPr b="1"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2202142"/>
            <a:ext cx="7729061" cy="109405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NFA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that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will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accept the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language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having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exactly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three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68" dirty="0">
                <a:solidFill>
                  <a:prstClr val="black"/>
                </a:solidFill>
                <a:latin typeface="Calibri"/>
                <a:cs typeface="Calibri"/>
              </a:rPr>
              <a:t>“a’s”,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∑=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{a,b}</a:t>
            </a:r>
          </a:p>
          <a:p>
            <a:pPr defTabSz="685800">
              <a:spcBef>
                <a:spcPts val="41"/>
              </a:spcBef>
              <a:buFont typeface="Arial MT"/>
              <a:buChar char="•"/>
            </a:pPr>
            <a:endParaRPr sz="285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L={aaa}</a:t>
            </a:r>
            <a:endParaRPr sz="2100" b="1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1243" y="3678174"/>
            <a:ext cx="410528" cy="480060"/>
          </a:xfrm>
          <a:custGeom>
            <a:avLst/>
            <a:gdLst/>
            <a:ahLst/>
            <a:cxnLst/>
            <a:rect l="l" t="t" r="r" b="b"/>
            <a:pathLst>
              <a:path w="547369" h="640079">
                <a:moveTo>
                  <a:pt x="0" y="320040"/>
                </a:moveTo>
                <a:lnTo>
                  <a:pt x="3580" y="268120"/>
                </a:lnTo>
                <a:lnTo>
                  <a:pt x="13946" y="218870"/>
                </a:lnTo>
                <a:lnTo>
                  <a:pt x="30534" y="172949"/>
                </a:lnTo>
                <a:lnTo>
                  <a:pt x="52781" y="131015"/>
                </a:lnTo>
                <a:lnTo>
                  <a:pt x="80124" y="93726"/>
                </a:lnTo>
                <a:lnTo>
                  <a:pt x="111999" y="61740"/>
                </a:lnTo>
                <a:lnTo>
                  <a:pt x="147843" y="35716"/>
                </a:lnTo>
                <a:lnTo>
                  <a:pt x="187093" y="16312"/>
                </a:lnTo>
                <a:lnTo>
                  <a:pt x="229186" y="4187"/>
                </a:lnTo>
                <a:lnTo>
                  <a:pt x="273557" y="0"/>
                </a:lnTo>
                <a:lnTo>
                  <a:pt x="317942" y="4187"/>
                </a:lnTo>
                <a:lnTo>
                  <a:pt x="360041" y="16312"/>
                </a:lnTo>
                <a:lnTo>
                  <a:pt x="399294" y="35716"/>
                </a:lnTo>
                <a:lnTo>
                  <a:pt x="435138" y="61740"/>
                </a:lnTo>
                <a:lnTo>
                  <a:pt x="467010" y="93726"/>
                </a:lnTo>
                <a:lnTo>
                  <a:pt x="494349" y="131015"/>
                </a:lnTo>
                <a:lnTo>
                  <a:pt x="516591" y="172949"/>
                </a:lnTo>
                <a:lnTo>
                  <a:pt x="533174" y="218870"/>
                </a:lnTo>
                <a:lnTo>
                  <a:pt x="543536" y="268120"/>
                </a:lnTo>
                <a:lnTo>
                  <a:pt x="547116" y="320040"/>
                </a:lnTo>
                <a:lnTo>
                  <a:pt x="543536" y="371959"/>
                </a:lnTo>
                <a:lnTo>
                  <a:pt x="533174" y="421209"/>
                </a:lnTo>
                <a:lnTo>
                  <a:pt x="516591" y="467130"/>
                </a:lnTo>
                <a:lnTo>
                  <a:pt x="494349" y="509064"/>
                </a:lnTo>
                <a:lnTo>
                  <a:pt x="467010" y="546354"/>
                </a:lnTo>
                <a:lnTo>
                  <a:pt x="435138" y="578339"/>
                </a:lnTo>
                <a:lnTo>
                  <a:pt x="399294" y="604363"/>
                </a:lnTo>
                <a:lnTo>
                  <a:pt x="360041" y="623767"/>
                </a:lnTo>
                <a:lnTo>
                  <a:pt x="317942" y="635892"/>
                </a:lnTo>
                <a:lnTo>
                  <a:pt x="273557" y="640080"/>
                </a:lnTo>
                <a:lnTo>
                  <a:pt x="229186" y="635892"/>
                </a:lnTo>
                <a:lnTo>
                  <a:pt x="187093" y="623767"/>
                </a:lnTo>
                <a:lnTo>
                  <a:pt x="147843" y="604363"/>
                </a:lnTo>
                <a:lnTo>
                  <a:pt x="111999" y="578339"/>
                </a:lnTo>
                <a:lnTo>
                  <a:pt x="80124" y="546354"/>
                </a:lnTo>
                <a:lnTo>
                  <a:pt x="52781" y="509064"/>
                </a:lnTo>
                <a:lnTo>
                  <a:pt x="30534" y="467130"/>
                </a:lnTo>
                <a:lnTo>
                  <a:pt x="13946" y="421209"/>
                </a:lnTo>
                <a:lnTo>
                  <a:pt x="3580" y="371959"/>
                </a:lnTo>
                <a:lnTo>
                  <a:pt x="0" y="32004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3738" y="3681697"/>
            <a:ext cx="1243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754755" y="3719323"/>
            <a:ext cx="444818" cy="459581"/>
          </a:xfrm>
          <a:custGeom>
            <a:avLst/>
            <a:gdLst/>
            <a:ahLst/>
            <a:cxnLst/>
            <a:rect l="l" t="t" r="r" b="b"/>
            <a:pathLst>
              <a:path w="593089" h="612775">
                <a:moveTo>
                  <a:pt x="0" y="306323"/>
                </a:moveTo>
                <a:lnTo>
                  <a:pt x="3879" y="256640"/>
                </a:lnTo>
                <a:lnTo>
                  <a:pt x="15111" y="209507"/>
                </a:lnTo>
                <a:lnTo>
                  <a:pt x="33086" y="165556"/>
                </a:lnTo>
                <a:lnTo>
                  <a:pt x="57192" y="125419"/>
                </a:lnTo>
                <a:lnTo>
                  <a:pt x="86820" y="89725"/>
                </a:lnTo>
                <a:lnTo>
                  <a:pt x="121359" y="59106"/>
                </a:lnTo>
                <a:lnTo>
                  <a:pt x="160198" y="34193"/>
                </a:lnTo>
                <a:lnTo>
                  <a:pt x="202728" y="15617"/>
                </a:lnTo>
                <a:lnTo>
                  <a:pt x="248338" y="4009"/>
                </a:lnTo>
                <a:lnTo>
                  <a:pt x="296418" y="0"/>
                </a:lnTo>
                <a:lnTo>
                  <a:pt x="344497" y="4009"/>
                </a:lnTo>
                <a:lnTo>
                  <a:pt x="390107" y="15617"/>
                </a:lnTo>
                <a:lnTo>
                  <a:pt x="432637" y="34193"/>
                </a:lnTo>
                <a:lnTo>
                  <a:pt x="471476" y="59106"/>
                </a:lnTo>
                <a:lnTo>
                  <a:pt x="506015" y="89725"/>
                </a:lnTo>
                <a:lnTo>
                  <a:pt x="535643" y="125419"/>
                </a:lnTo>
                <a:lnTo>
                  <a:pt x="559749" y="165556"/>
                </a:lnTo>
                <a:lnTo>
                  <a:pt x="577724" y="209507"/>
                </a:lnTo>
                <a:lnTo>
                  <a:pt x="588956" y="256640"/>
                </a:lnTo>
                <a:lnTo>
                  <a:pt x="592836" y="306323"/>
                </a:lnTo>
                <a:lnTo>
                  <a:pt x="588956" y="356007"/>
                </a:lnTo>
                <a:lnTo>
                  <a:pt x="577724" y="403140"/>
                </a:lnTo>
                <a:lnTo>
                  <a:pt x="559749" y="447091"/>
                </a:lnTo>
                <a:lnTo>
                  <a:pt x="535643" y="487228"/>
                </a:lnTo>
                <a:lnTo>
                  <a:pt x="506015" y="522922"/>
                </a:lnTo>
                <a:lnTo>
                  <a:pt x="471476" y="553541"/>
                </a:lnTo>
                <a:lnTo>
                  <a:pt x="432637" y="578454"/>
                </a:lnTo>
                <a:lnTo>
                  <a:pt x="390107" y="597030"/>
                </a:lnTo>
                <a:lnTo>
                  <a:pt x="344497" y="608638"/>
                </a:lnTo>
                <a:lnTo>
                  <a:pt x="296418" y="612647"/>
                </a:lnTo>
                <a:lnTo>
                  <a:pt x="248338" y="608638"/>
                </a:lnTo>
                <a:lnTo>
                  <a:pt x="202728" y="597030"/>
                </a:lnTo>
                <a:lnTo>
                  <a:pt x="160198" y="578454"/>
                </a:lnTo>
                <a:lnTo>
                  <a:pt x="121359" y="553541"/>
                </a:lnTo>
                <a:lnTo>
                  <a:pt x="86820" y="522922"/>
                </a:lnTo>
                <a:lnTo>
                  <a:pt x="57192" y="487228"/>
                </a:lnTo>
                <a:lnTo>
                  <a:pt x="33086" y="447091"/>
                </a:lnTo>
                <a:lnTo>
                  <a:pt x="15111" y="403140"/>
                </a:lnTo>
                <a:lnTo>
                  <a:pt x="3879" y="356007"/>
                </a:lnTo>
                <a:lnTo>
                  <a:pt x="0" y="306323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01821" y="3763042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51835" y="3920490"/>
            <a:ext cx="503396" cy="57150"/>
          </a:xfrm>
          <a:custGeom>
            <a:avLst/>
            <a:gdLst/>
            <a:ahLst/>
            <a:cxnLst/>
            <a:rect l="l" t="t" r="r" b="b"/>
            <a:pathLst>
              <a:path w="671195" h="76200">
                <a:moveTo>
                  <a:pt x="594995" y="0"/>
                </a:moveTo>
                <a:lnTo>
                  <a:pt x="594995" y="76199"/>
                </a:lnTo>
                <a:lnTo>
                  <a:pt x="658495" y="44449"/>
                </a:lnTo>
                <a:lnTo>
                  <a:pt x="607695" y="44449"/>
                </a:lnTo>
                <a:lnTo>
                  <a:pt x="607695" y="31749"/>
                </a:lnTo>
                <a:lnTo>
                  <a:pt x="658495" y="31749"/>
                </a:lnTo>
                <a:lnTo>
                  <a:pt x="594995" y="0"/>
                </a:lnTo>
                <a:close/>
              </a:path>
              <a:path w="671195" h="76200">
                <a:moveTo>
                  <a:pt x="594995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594995" y="44449"/>
                </a:lnTo>
                <a:lnTo>
                  <a:pt x="594995" y="31749"/>
                </a:lnTo>
                <a:close/>
              </a:path>
              <a:path w="671195" h="76200">
                <a:moveTo>
                  <a:pt x="658495" y="31749"/>
                </a:moveTo>
                <a:lnTo>
                  <a:pt x="607695" y="31749"/>
                </a:lnTo>
                <a:lnTo>
                  <a:pt x="607695" y="44449"/>
                </a:lnTo>
                <a:lnTo>
                  <a:pt x="658495" y="44449"/>
                </a:lnTo>
                <a:lnTo>
                  <a:pt x="671195" y="38099"/>
                </a:lnTo>
                <a:lnTo>
                  <a:pt x="658495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4744" y="3644645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4316" y="4154234"/>
            <a:ext cx="2013585" cy="1442085"/>
            <a:chOff x="1339088" y="4395978"/>
            <a:chExt cx="2684780" cy="1922780"/>
          </a:xfrm>
        </p:grpSpPr>
        <p:sp>
          <p:nvSpPr>
            <p:cNvPr id="11" name="object 11"/>
            <p:cNvSpPr/>
            <p:nvPr/>
          </p:nvSpPr>
          <p:spPr>
            <a:xfrm>
              <a:off x="3020567" y="5504688"/>
              <a:ext cx="996950" cy="807720"/>
            </a:xfrm>
            <a:custGeom>
              <a:avLst/>
              <a:gdLst/>
              <a:ahLst/>
              <a:cxnLst/>
              <a:rect l="l" t="t" r="r" b="b"/>
              <a:pathLst>
                <a:path w="996950" h="807720">
                  <a:moveTo>
                    <a:pt x="0" y="403859"/>
                  </a:moveTo>
                  <a:lnTo>
                    <a:pt x="2924" y="359854"/>
                  </a:lnTo>
                  <a:lnTo>
                    <a:pt x="11495" y="317221"/>
                  </a:lnTo>
                  <a:lnTo>
                    <a:pt x="25408" y="276207"/>
                  </a:lnTo>
                  <a:lnTo>
                    <a:pt x="44359" y="237058"/>
                  </a:lnTo>
                  <a:lnTo>
                    <a:pt x="68043" y="200022"/>
                  </a:lnTo>
                  <a:lnTo>
                    <a:pt x="96158" y="165343"/>
                  </a:lnTo>
                  <a:lnTo>
                    <a:pt x="128398" y="133269"/>
                  </a:lnTo>
                  <a:lnTo>
                    <a:pt x="164460" y="104046"/>
                  </a:lnTo>
                  <a:lnTo>
                    <a:pt x="204039" y="77920"/>
                  </a:lnTo>
                  <a:lnTo>
                    <a:pt x="246831" y="55137"/>
                  </a:lnTo>
                  <a:lnTo>
                    <a:pt x="292533" y="35945"/>
                  </a:lnTo>
                  <a:lnTo>
                    <a:pt x="340839" y="20588"/>
                  </a:lnTo>
                  <a:lnTo>
                    <a:pt x="391446" y="9314"/>
                  </a:lnTo>
                  <a:lnTo>
                    <a:pt x="444051" y="2369"/>
                  </a:lnTo>
                  <a:lnTo>
                    <a:pt x="498347" y="0"/>
                  </a:lnTo>
                  <a:lnTo>
                    <a:pt x="552644" y="2369"/>
                  </a:lnTo>
                  <a:lnTo>
                    <a:pt x="605249" y="9314"/>
                  </a:lnTo>
                  <a:lnTo>
                    <a:pt x="655856" y="20588"/>
                  </a:lnTo>
                  <a:lnTo>
                    <a:pt x="704162" y="35945"/>
                  </a:lnTo>
                  <a:lnTo>
                    <a:pt x="749864" y="55137"/>
                  </a:lnTo>
                  <a:lnTo>
                    <a:pt x="792656" y="77920"/>
                  </a:lnTo>
                  <a:lnTo>
                    <a:pt x="832235" y="104046"/>
                  </a:lnTo>
                  <a:lnTo>
                    <a:pt x="868297" y="133269"/>
                  </a:lnTo>
                  <a:lnTo>
                    <a:pt x="900537" y="165343"/>
                  </a:lnTo>
                  <a:lnTo>
                    <a:pt x="928652" y="200022"/>
                  </a:lnTo>
                  <a:lnTo>
                    <a:pt x="952336" y="237058"/>
                  </a:lnTo>
                  <a:lnTo>
                    <a:pt x="971287" y="276207"/>
                  </a:lnTo>
                  <a:lnTo>
                    <a:pt x="985200" y="317221"/>
                  </a:lnTo>
                  <a:lnTo>
                    <a:pt x="993771" y="359854"/>
                  </a:lnTo>
                  <a:lnTo>
                    <a:pt x="996695" y="403859"/>
                  </a:lnTo>
                  <a:lnTo>
                    <a:pt x="993771" y="447865"/>
                  </a:lnTo>
                  <a:lnTo>
                    <a:pt x="985200" y="490498"/>
                  </a:lnTo>
                  <a:lnTo>
                    <a:pt x="971287" y="531512"/>
                  </a:lnTo>
                  <a:lnTo>
                    <a:pt x="952336" y="570661"/>
                  </a:lnTo>
                  <a:lnTo>
                    <a:pt x="928652" y="607697"/>
                  </a:lnTo>
                  <a:lnTo>
                    <a:pt x="900537" y="642376"/>
                  </a:lnTo>
                  <a:lnTo>
                    <a:pt x="868297" y="674450"/>
                  </a:lnTo>
                  <a:lnTo>
                    <a:pt x="832235" y="703673"/>
                  </a:lnTo>
                  <a:lnTo>
                    <a:pt x="792656" y="729799"/>
                  </a:lnTo>
                  <a:lnTo>
                    <a:pt x="749864" y="752582"/>
                  </a:lnTo>
                  <a:lnTo>
                    <a:pt x="704162" y="771774"/>
                  </a:lnTo>
                  <a:lnTo>
                    <a:pt x="655856" y="787131"/>
                  </a:lnTo>
                  <a:lnTo>
                    <a:pt x="605249" y="798405"/>
                  </a:lnTo>
                  <a:lnTo>
                    <a:pt x="552644" y="805350"/>
                  </a:lnTo>
                  <a:lnTo>
                    <a:pt x="498347" y="807720"/>
                  </a:lnTo>
                  <a:lnTo>
                    <a:pt x="444051" y="805350"/>
                  </a:lnTo>
                  <a:lnTo>
                    <a:pt x="391446" y="798405"/>
                  </a:lnTo>
                  <a:lnTo>
                    <a:pt x="340839" y="787131"/>
                  </a:lnTo>
                  <a:lnTo>
                    <a:pt x="292533" y="771774"/>
                  </a:lnTo>
                  <a:lnTo>
                    <a:pt x="246831" y="752582"/>
                  </a:lnTo>
                  <a:lnTo>
                    <a:pt x="204039" y="729799"/>
                  </a:lnTo>
                  <a:lnTo>
                    <a:pt x="164460" y="703673"/>
                  </a:lnTo>
                  <a:lnTo>
                    <a:pt x="128398" y="674450"/>
                  </a:lnTo>
                  <a:lnTo>
                    <a:pt x="96158" y="642376"/>
                  </a:lnTo>
                  <a:lnTo>
                    <a:pt x="68043" y="607697"/>
                  </a:lnTo>
                  <a:lnTo>
                    <a:pt x="44359" y="570661"/>
                  </a:lnTo>
                  <a:lnTo>
                    <a:pt x="25408" y="531512"/>
                  </a:lnTo>
                  <a:lnTo>
                    <a:pt x="11495" y="490498"/>
                  </a:lnTo>
                  <a:lnTo>
                    <a:pt x="2924" y="447865"/>
                  </a:lnTo>
                  <a:lnTo>
                    <a:pt x="0" y="40385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339088" y="4395978"/>
              <a:ext cx="1828800" cy="1228090"/>
            </a:xfrm>
            <a:custGeom>
              <a:avLst/>
              <a:gdLst/>
              <a:ahLst/>
              <a:cxnLst/>
              <a:rect l="l" t="t" r="r" b="b"/>
              <a:pathLst>
                <a:path w="1828800" h="1228089">
                  <a:moveTo>
                    <a:pt x="1761423" y="1190391"/>
                  </a:moveTo>
                  <a:lnTo>
                    <a:pt x="1743710" y="1216812"/>
                  </a:lnTo>
                  <a:lnTo>
                    <a:pt x="1828292" y="1227556"/>
                  </a:lnTo>
                  <a:lnTo>
                    <a:pt x="1811167" y="1197495"/>
                  </a:lnTo>
                  <a:lnTo>
                    <a:pt x="1772031" y="1197495"/>
                  </a:lnTo>
                  <a:lnTo>
                    <a:pt x="1761423" y="1190391"/>
                  </a:lnTo>
                  <a:close/>
                </a:path>
                <a:path w="1828800" h="1228089">
                  <a:moveTo>
                    <a:pt x="1768471" y="1179878"/>
                  </a:moveTo>
                  <a:lnTo>
                    <a:pt x="1761423" y="1190391"/>
                  </a:lnTo>
                  <a:lnTo>
                    <a:pt x="1772031" y="1197495"/>
                  </a:lnTo>
                  <a:lnTo>
                    <a:pt x="1779016" y="1186942"/>
                  </a:lnTo>
                  <a:lnTo>
                    <a:pt x="1768471" y="1179878"/>
                  </a:lnTo>
                  <a:close/>
                </a:path>
                <a:path w="1828800" h="1228089">
                  <a:moveTo>
                    <a:pt x="1786128" y="1153541"/>
                  </a:moveTo>
                  <a:lnTo>
                    <a:pt x="1768471" y="1179878"/>
                  </a:lnTo>
                  <a:lnTo>
                    <a:pt x="1779016" y="1186942"/>
                  </a:lnTo>
                  <a:lnTo>
                    <a:pt x="1772031" y="1197495"/>
                  </a:lnTo>
                  <a:lnTo>
                    <a:pt x="1811167" y="1197495"/>
                  </a:lnTo>
                  <a:lnTo>
                    <a:pt x="1786128" y="1153541"/>
                  </a:lnTo>
                  <a:close/>
                </a:path>
                <a:path w="1828800" h="1228089">
                  <a:moveTo>
                    <a:pt x="7112" y="0"/>
                  </a:moveTo>
                  <a:lnTo>
                    <a:pt x="0" y="10668"/>
                  </a:lnTo>
                  <a:lnTo>
                    <a:pt x="1761423" y="1190391"/>
                  </a:lnTo>
                  <a:lnTo>
                    <a:pt x="1768471" y="1179878"/>
                  </a:lnTo>
                  <a:lnTo>
                    <a:pt x="71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29619" y="4572571"/>
            <a:ext cx="12192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935414" y="4930814"/>
            <a:ext cx="822008" cy="427673"/>
            <a:chOff x="3913885" y="5431419"/>
            <a:chExt cx="1096010" cy="570230"/>
          </a:xfrm>
        </p:grpSpPr>
        <p:sp>
          <p:nvSpPr>
            <p:cNvPr id="15" name="object 15"/>
            <p:cNvSpPr/>
            <p:nvPr/>
          </p:nvSpPr>
          <p:spPr>
            <a:xfrm>
              <a:off x="3917060" y="5434594"/>
              <a:ext cx="1089660" cy="533400"/>
            </a:xfrm>
            <a:custGeom>
              <a:avLst/>
              <a:gdLst/>
              <a:ahLst/>
              <a:cxnLst/>
              <a:rect l="l" t="t" r="r" b="b"/>
              <a:pathLst>
                <a:path w="1089660" h="533400">
                  <a:moveTo>
                    <a:pt x="0" y="169826"/>
                  </a:moveTo>
                  <a:lnTo>
                    <a:pt x="51963" y="121725"/>
                  </a:lnTo>
                  <a:lnTo>
                    <a:pt x="84542" y="100300"/>
                  </a:lnTo>
                  <a:lnTo>
                    <a:pt x="121030" y="80727"/>
                  </a:lnTo>
                  <a:lnTo>
                    <a:pt x="161061" y="63084"/>
                  </a:lnTo>
                  <a:lnTo>
                    <a:pt x="204266" y="47445"/>
                  </a:lnTo>
                  <a:lnTo>
                    <a:pt x="250280" y="33888"/>
                  </a:lnTo>
                  <a:lnTo>
                    <a:pt x="298735" y="22489"/>
                  </a:lnTo>
                  <a:lnTo>
                    <a:pt x="349265" y="13324"/>
                  </a:lnTo>
                  <a:lnTo>
                    <a:pt x="401503" y="6470"/>
                  </a:lnTo>
                  <a:lnTo>
                    <a:pt x="455082" y="2003"/>
                  </a:lnTo>
                  <a:lnTo>
                    <a:pt x="509635" y="0"/>
                  </a:lnTo>
                  <a:lnTo>
                    <a:pt x="564795" y="536"/>
                  </a:lnTo>
                  <a:lnTo>
                    <a:pt x="620195" y="3689"/>
                  </a:lnTo>
                  <a:lnTo>
                    <a:pt x="675469" y="9535"/>
                  </a:lnTo>
                  <a:lnTo>
                    <a:pt x="730250" y="18150"/>
                  </a:lnTo>
                  <a:lnTo>
                    <a:pt x="794537" y="32256"/>
                  </a:lnTo>
                  <a:lnTo>
                    <a:pt x="853320" y="49625"/>
                  </a:lnTo>
                  <a:lnTo>
                    <a:pt x="906300" y="69932"/>
                  </a:lnTo>
                  <a:lnTo>
                    <a:pt x="953175" y="92855"/>
                  </a:lnTo>
                  <a:lnTo>
                    <a:pt x="993645" y="118070"/>
                  </a:lnTo>
                  <a:lnTo>
                    <a:pt x="1027411" y="145255"/>
                  </a:lnTo>
                  <a:lnTo>
                    <a:pt x="1054171" y="174086"/>
                  </a:lnTo>
                  <a:lnTo>
                    <a:pt x="1085473" y="235395"/>
                  </a:lnTo>
                  <a:lnTo>
                    <a:pt x="1089415" y="267227"/>
                  </a:lnTo>
                  <a:lnTo>
                    <a:pt x="1085150" y="299412"/>
                  </a:lnTo>
                  <a:lnTo>
                    <a:pt x="1050798" y="363552"/>
                  </a:lnTo>
                  <a:lnTo>
                    <a:pt x="998834" y="411663"/>
                  </a:lnTo>
                  <a:lnTo>
                    <a:pt x="966255" y="433090"/>
                  </a:lnTo>
                  <a:lnTo>
                    <a:pt x="929766" y="452662"/>
                  </a:lnTo>
                  <a:lnTo>
                    <a:pt x="889736" y="470305"/>
                  </a:lnTo>
                  <a:lnTo>
                    <a:pt x="846531" y="485940"/>
                  </a:lnTo>
                  <a:lnTo>
                    <a:pt x="800517" y="499494"/>
                  </a:lnTo>
                  <a:lnTo>
                    <a:pt x="752062" y="510888"/>
                  </a:lnTo>
                  <a:lnTo>
                    <a:pt x="701532" y="520047"/>
                  </a:lnTo>
                  <a:lnTo>
                    <a:pt x="649294" y="526895"/>
                  </a:lnTo>
                  <a:lnTo>
                    <a:pt x="595715" y="531355"/>
                  </a:lnTo>
                  <a:lnTo>
                    <a:pt x="541162" y="533352"/>
                  </a:lnTo>
                  <a:lnTo>
                    <a:pt x="486002" y="532808"/>
                  </a:lnTo>
                  <a:lnTo>
                    <a:pt x="430602" y="529649"/>
                  </a:lnTo>
                  <a:lnTo>
                    <a:pt x="375328" y="523797"/>
                  </a:lnTo>
                  <a:lnTo>
                    <a:pt x="320548" y="515177"/>
                  </a:lnTo>
                  <a:lnTo>
                    <a:pt x="280856" y="507014"/>
                  </a:lnTo>
                  <a:lnTo>
                    <a:pt x="242665" y="497453"/>
                  </a:lnTo>
                  <a:lnTo>
                    <a:pt x="206140" y="486536"/>
                  </a:lnTo>
                  <a:lnTo>
                    <a:pt x="171450" y="474309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12691" y="5838444"/>
              <a:ext cx="169164" cy="16306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203448" y="4999100"/>
            <a:ext cx="264795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728216" y="3686175"/>
            <a:ext cx="409575" cy="480060"/>
          </a:xfrm>
          <a:custGeom>
            <a:avLst/>
            <a:gdLst/>
            <a:ahLst/>
            <a:cxnLst/>
            <a:rect l="l" t="t" r="r" b="b"/>
            <a:pathLst>
              <a:path w="546100" h="640079">
                <a:moveTo>
                  <a:pt x="0" y="320039"/>
                </a:moveTo>
                <a:lnTo>
                  <a:pt x="3571" y="268120"/>
                </a:lnTo>
                <a:lnTo>
                  <a:pt x="13911" y="218870"/>
                </a:lnTo>
                <a:lnTo>
                  <a:pt x="30456" y="172949"/>
                </a:lnTo>
                <a:lnTo>
                  <a:pt x="52645" y="131015"/>
                </a:lnTo>
                <a:lnTo>
                  <a:pt x="79914" y="93726"/>
                </a:lnTo>
                <a:lnTo>
                  <a:pt x="111703" y="61740"/>
                </a:lnTo>
                <a:lnTo>
                  <a:pt x="147447" y="35716"/>
                </a:lnTo>
                <a:lnTo>
                  <a:pt x="186586" y="16312"/>
                </a:lnTo>
                <a:lnTo>
                  <a:pt x="228556" y="4187"/>
                </a:lnTo>
                <a:lnTo>
                  <a:pt x="272795" y="0"/>
                </a:lnTo>
                <a:lnTo>
                  <a:pt x="317035" y="4187"/>
                </a:lnTo>
                <a:lnTo>
                  <a:pt x="359005" y="16312"/>
                </a:lnTo>
                <a:lnTo>
                  <a:pt x="398144" y="35716"/>
                </a:lnTo>
                <a:lnTo>
                  <a:pt x="433888" y="61740"/>
                </a:lnTo>
                <a:lnTo>
                  <a:pt x="465677" y="93725"/>
                </a:lnTo>
                <a:lnTo>
                  <a:pt x="492946" y="131015"/>
                </a:lnTo>
                <a:lnTo>
                  <a:pt x="515135" y="172949"/>
                </a:lnTo>
                <a:lnTo>
                  <a:pt x="531680" y="218870"/>
                </a:lnTo>
                <a:lnTo>
                  <a:pt x="542020" y="268120"/>
                </a:lnTo>
                <a:lnTo>
                  <a:pt x="545592" y="320039"/>
                </a:lnTo>
                <a:lnTo>
                  <a:pt x="542020" y="371959"/>
                </a:lnTo>
                <a:lnTo>
                  <a:pt x="531680" y="421209"/>
                </a:lnTo>
                <a:lnTo>
                  <a:pt x="515135" y="467130"/>
                </a:lnTo>
                <a:lnTo>
                  <a:pt x="492946" y="509064"/>
                </a:lnTo>
                <a:lnTo>
                  <a:pt x="465677" y="546354"/>
                </a:lnTo>
                <a:lnTo>
                  <a:pt x="433888" y="578339"/>
                </a:lnTo>
                <a:lnTo>
                  <a:pt x="398144" y="604363"/>
                </a:lnTo>
                <a:lnTo>
                  <a:pt x="359005" y="623767"/>
                </a:lnTo>
                <a:lnTo>
                  <a:pt x="317035" y="635892"/>
                </a:lnTo>
                <a:lnTo>
                  <a:pt x="272795" y="640080"/>
                </a:lnTo>
                <a:lnTo>
                  <a:pt x="228556" y="635892"/>
                </a:lnTo>
                <a:lnTo>
                  <a:pt x="186586" y="623767"/>
                </a:lnTo>
                <a:lnTo>
                  <a:pt x="147447" y="604363"/>
                </a:lnTo>
                <a:lnTo>
                  <a:pt x="111703" y="578339"/>
                </a:lnTo>
                <a:lnTo>
                  <a:pt x="79914" y="546354"/>
                </a:lnTo>
                <a:lnTo>
                  <a:pt x="52645" y="509064"/>
                </a:lnTo>
                <a:lnTo>
                  <a:pt x="30456" y="467130"/>
                </a:lnTo>
                <a:lnTo>
                  <a:pt x="13911" y="421209"/>
                </a:lnTo>
                <a:lnTo>
                  <a:pt x="3571" y="371959"/>
                </a:lnTo>
                <a:lnTo>
                  <a:pt x="0" y="320039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71186" y="3676460"/>
            <a:ext cx="121920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859" marR="3810" indent="-3810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q  1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835783" y="3678174"/>
            <a:ext cx="410528" cy="480060"/>
          </a:xfrm>
          <a:custGeom>
            <a:avLst/>
            <a:gdLst/>
            <a:ahLst/>
            <a:cxnLst/>
            <a:rect l="l" t="t" r="r" b="b"/>
            <a:pathLst>
              <a:path w="547370" h="640079">
                <a:moveTo>
                  <a:pt x="0" y="320040"/>
                </a:moveTo>
                <a:lnTo>
                  <a:pt x="3579" y="268120"/>
                </a:lnTo>
                <a:lnTo>
                  <a:pt x="13941" y="218870"/>
                </a:lnTo>
                <a:lnTo>
                  <a:pt x="30524" y="172949"/>
                </a:lnTo>
                <a:lnTo>
                  <a:pt x="52766" y="131015"/>
                </a:lnTo>
                <a:lnTo>
                  <a:pt x="80105" y="93726"/>
                </a:lnTo>
                <a:lnTo>
                  <a:pt x="111977" y="61740"/>
                </a:lnTo>
                <a:lnTo>
                  <a:pt x="147821" y="35716"/>
                </a:lnTo>
                <a:lnTo>
                  <a:pt x="187074" y="16312"/>
                </a:lnTo>
                <a:lnTo>
                  <a:pt x="229173" y="4187"/>
                </a:lnTo>
                <a:lnTo>
                  <a:pt x="273557" y="0"/>
                </a:lnTo>
                <a:lnTo>
                  <a:pt x="317942" y="4187"/>
                </a:lnTo>
                <a:lnTo>
                  <a:pt x="360041" y="16312"/>
                </a:lnTo>
                <a:lnTo>
                  <a:pt x="399294" y="35716"/>
                </a:lnTo>
                <a:lnTo>
                  <a:pt x="435138" y="61740"/>
                </a:lnTo>
                <a:lnTo>
                  <a:pt x="467010" y="93726"/>
                </a:lnTo>
                <a:lnTo>
                  <a:pt x="494349" y="131015"/>
                </a:lnTo>
                <a:lnTo>
                  <a:pt x="516591" y="172949"/>
                </a:lnTo>
                <a:lnTo>
                  <a:pt x="533174" y="218870"/>
                </a:lnTo>
                <a:lnTo>
                  <a:pt x="543536" y="268120"/>
                </a:lnTo>
                <a:lnTo>
                  <a:pt x="547115" y="320040"/>
                </a:lnTo>
                <a:lnTo>
                  <a:pt x="543536" y="371959"/>
                </a:lnTo>
                <a:lnTo>
                  <a:pt x="533174" y="421209"/>
                </a:lnTo>
                <a:lnTo>
                  <a:pt x="516591" y="467130"/>
                </a:lnTo>
                <a:lnTo>
                  <a:pt x="494349" y="509064"/>
                </a:lnTo>
                <a:lnTo>
                  <a:pt x="467010" y="546354"/>
                </a:lnTo>
                <a:lnTo>
                  <a:pt x="435138" y="578339"/>
                </a:lnTo>
                <a:lnTo>
                  <a:pt x="399294" y="604363"/>
                </a:lnTo>
                <a:lnTo>
                  <a:pt x="360041" y="623767"/>
                </a:lnTo>
                <a:lnTo>
                  <a:pt x="317942" y="635892"/>
                </a:lnTo>
                <a:lnTo>
                  <a:pt x="273557" y="640080"/>
                </a:lnTo>
                <a:lnTo>
                  <a:pt x="229173" y="635892"/>
                </a:lnTo>
                <a:lnTo>
                  <a:pt x="187074" y="623767"/>
                </a:lnTo>
                <a:lnTo>
                  <a:pt x="147821" y="604363"/>
                </a:lnTo>
                <a:lnTo>
                  <a:pt x="111977" y="578339"/>
                </a:lnTo>
                <a:lnTo>
                  <a:pt x="80105" y="546354"/>
                </a:lnTo>
                <a:lnTo>
                  <a:pt x="52766" y="509064"/>
                </a:lnTo>
                <a:lnTo>
                  <a:pt x="30524" y="467130"/>
                </a:lnTo>
                <a:lnTo>
                  <a:pt x="13941" y="421209"/>
                </a:lnTo>
                <a:lnTo>
                  <a:pt x="3579" y="371959"/>
                </a:lnTo>
                <a:lnTo>
                  <a:pt x="0" y="32004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79419" y="3667982"/>
            <a:ext cx="121920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859" marR="3810" indent="-3810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q  2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220629" y="3897154"/>
            <a:ext cx="1609249" cy="63341"/>
          </a:xfrm>
          <a:custGeom>
            <a:avLst/>
            <a:gdLst/>
            <a:ahLst/>
            <a:cxnLst/>
            <a:rect l="l" t="t" r="r" b="b"/>
            <a:pathLst>
              <a:path w="2145665" h="84454">
                <a:moveTo>
                  <a:pt x="641223" y="44577"/>
                </a:moveTo>
                <a:lnTo>
                  <a:pt x="588518" y="44577"/>
                </a:lnTo>
                <a:lnTo>
                  <a:pt x="575754" y="44577"/>
                </a:lnTo>
                <a:lnTo>
                  <a:pt x="575183" y="76073"/>
                </a:lnTo>
                <a:lnTo>
                  <a:pt x="641223" y="44577"/>
                </a:lnTo>
                <a:close/>
              </a:path>
              <a:path w="2145665" h="84454">
                <a:moveTo>
                  <a:pt x="652145" y="39370"/>
                </a:moveTo>
                <a:lnTo>
                  <a:pt x="576580" y="0"/>
                </a:lnTo>
                <a:lnTo>
                  <a:pt x="575995" y="31661"/>
                </a:lnTo>
                <a:lnTo>
                  <a:pt x="241" y="21717"/>
                </a:lnTo>
                <a:lnTo>
                  <a:pt x="0" y="34417"/>
                </a:lnTo>
                <a:lnTo>
                  <a:pt x="575754" y="44361"/>
                </a:lnTo>
                <a:lnTo>
                  <a:pt x="588518" y="44361"/>
                </a:lnTo>
                <a:lnTo>
                  <a:pt x="641680" y="44361"/>
                </a:lnTo>
                <a:lnTo>
                  <a:pt x="652145" y="39370"/>
                </a:lnTo>
                <a:close/>
              </a:path>
              <a:path w="2145665" h="84454">
                <a:moveTo>
                  <a:pt x="2145665" y="46355"/>
                </a:moveTo>
                <a:lnTo>
                  <a:pt x="2132965" y="40005"/>
                </a:lnTo>
                <a:lnTo>
                  <a:pt x="2069465" y="8255"/>
                </a:lnTo>
                <a:lnTo>
                  <a:pt x="2069465" y="40005"/>
                </a:lnTo>
                <a:lnTo>
                  <a:pt x="1242187" y="40005"/>
                </a:lnTo>
                <a:lnTo>
                  <a:pt x="1242187" y="52705"/>
                </a:lnTo>
                <a:lnTo>
                  <a:pt x="2069465" y="52705"/>
                </a:lnTo>
                <a:lnTo>
                  <a:pt x="2069465" y="84455"/>
                </a:lnTo>
                <a:lnTo>
                  <a:pt x="2132965" y="52705"/>
                </a:lnTo>
                <a:lnTo>
                  <a:pt x="2145665" y="46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29160" y="3649408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39381" y="3661791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28813" y="4107751"/>
            <a:ext cx="1894999" cy="925830"/>
          </a:xfrm>
          <a:custGeom>
            <a:avLst/>
            <a:gdLst/>
            <a:ahLst/>
            <a:cxnLst/>
            <a:rect l="l" t="t" r="r" b="b"/>
            <a:pathLst>
              <a:path w="2526665" h="1234439">
                <a:moveTo>
                  <a:pt x="728345" y="1234059"/>
                </a:moveTo>
                <a:lnTo>
                  <a:pt x="723493" y="1183513"/>
                </a:lnTo>
                <a:lnTo>
                  <a:pt x="720204" y="1149223"/>
                </a:lnTo>
                <a:lnTo>
                  <a:pt x="693318" y="1166063"/>
                </a:lnTo>
                <a:lnTo>
                  <a:pt x="10668" y="74549"/>
                </a:lnTo>
                <a:lnTo>
                  <a:pt x="0" y="81407"/>
                </a:lnTo>
                <a:lnTo>
                  <a:pt x="682625" y="1172756"/>
                </a:lnTo>
                <a:lnTo>
                  <a:pt x="655701" y="1189609"/>
                </a:lnTo>
                <a:lnTo>
                  <a:pt x="728345" y="1234059"/>
                </a:lnTo>
                <a:close/>
              </a:path>
              <a:path w="2526665" h="1234439">
                <a:moveTo>
                  <a:pt x="1487932" y="70104"/>
                </a:moveTo>
                <a:lnTo>
                  <a:pt x="1476502" y="64516"/>
                </a:lnTo>
                <a:lnTo>
                  <a:pt x="974686" y="1100035"/>
                </a:lnTo>
                <a:lnTo>
                  <a:pt x="946150" y="1086231"/>
                </a:lnTo>
                <a:lnTo>
                  <a:pt x="947166" y="1171321"/>
                </a:lnTo>
                <a:lnTo>
                  <a:pt x="1014730" y="1119378"/>
                </a:lnTo>
                <a:lnTo>
                  <a:pt x="1009726" y="1116965"/>
                </a:lnTo>
                <a:lnTo>
                  <a:pt x="986091" y="1105547"/>
                </a:lnTo>
                <a:lnTo>
                  <a:pt x="1487932" y="70104"/>
                </a:lnTo>
                <a:close/>
              </a:path>
              <a:path w="2526665" h="1234439">
                <a:moveTo>
                  <a:pt x="2526157" y="9652"/>
                </a:moveTo>
                <a:lnTo>
                  <a:pt x="2517775" y="0"/>
                </a:lnTo>
                <a:lnTo>
                  <a:pt x="1209141" y="1143850"/>
                </a:lnTo>
                <a:lnTo>
                  <a:pt x="1188212" y="1119886"/>
                </a:lnTo>
                <a:lnTo>
                  <a:pt x="1155954" y="1198753"/>
                </a:lnTo>
                <a:lnTo>
                  <a:pt x="1238377" y="1177290"/>
                </a:lnTo>
                <a:lnTo>
                  <a:pt x="1224826" y="1161796"/>
                </a:lnTo>
                <a:lnTo>
                  <a:pt x="1217498" y="1153414"/>
                </a:lnTo>
                <a:lnTo>
                  <a:pt x="2526157" y="9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36429" y="4413656"/>
            <a:ext cx="264795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spc="-8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,b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61032" y="4296156"/>
            <a:ext cx="12192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781681" y="4320158"/>
            <a:ext cx="121920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b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77418" y="4691881"/>
            <a:ext cx="332899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spc="-4" dirty="0">
                <a:solidFill>
                  <a:prstClr val="black"/>
                </a:solidFill>
                <a:latin typeface="Calibri"/>
                <a:cs typeface="Calibri"/>
              </a:rPr>
              <a:t>D</a:t>
            </a:r>
            <a:r>
              <a:rPr sz="1500" b="1" spc="-83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230367" y="4211955"/>
            <a:ext cx="410528" cy="481489"/>
          </a:xfrm>
          <a:custGeom>
            <a:avLst/>
            <a:gdLst/>
            <a:ahLst/>
            <a:cxnLst/>
            <a:rect l="l" t="t" r="r" b="b"/>
            <a:pathLst>
              <a:path w="547370" h="641985">
                <a:moveTo>
                  <a:pt x="0" y="320802"/>
                </a:moveTo>
                <a:lnTo>
                  <a:pt x="3579" y="268768"/>
                </a:lnTo>
                <a:lnTo>
                  <a:pt x="13941" y="219407"/>
                </a:lnTo>
                <a:lnTo>
                  <a:pt x="30524" y="173379"/>
                </a:lnTo>
                <a:lnTo>
                  <a:pt x="52766" y="131344"/>
                </a:lnTo>
                <a:lnTo>
                  <a:pt x="80105" y="93964"/>
                </a:lnTo>
                <a:lnTo>
                  <a:pt x="111977" y="61898"/>
                </a:lnTo>
                <a:lnTo>
                  <a:pt x="147821" y="35809"/>
                </a:lnTo>
                <a:lnTo>
                  <a:pt x="187074" y="16355"/>
                </a:lnTo>
                <a:lnTo>
                  <a:pt x="229173" y="4199"/>
                </a:lnTo>
                <a:lnTo>
                  <a:pt x="273557" y="0"/>
                </a:lnTo>
                <a:lnTo>
                  <a:pt x="317942" y="4199"/>
                </a:lnTo>
                <a:lnTo>
                  <a:pt x="360041" y="16355"/>
                </a:lnTo>
                <a:lnTo>
                  <a:pt x="399294" y="35809"/>
                </a:lnTo>
                <a:lnTo>
                  <a:pt x="435138" y="61898"/>
                </a:lnTo>
                <a:lnTo>
                  <a:pt x="467010" y="93964"/>
                </a:lnTo>
                <a:lnTo>
                  <a:pt x="494349" y="131344"/>
                </a:lnTo>
                <a:lnTo>
                  <a:pt x="516591" y="173379"/>
                </a:lnTo>
                <a:lnTo>
                  <a:pt x="533174" y="219407"/>
                </a:lnTo>
                <a:lnTo>
                  <a:pt x="543536" y="268768"/>
                </a:lnTo>
                <a:lnTo>
                  <a:pt x="547116" y="320802"/>
                </a:lnTo>
                <a:lnTo>
                  <a:pt x="543536" y="372835"/>
                </a:lnTo>
                <a:lnTo>
                  <a:pt x="533174" y="422196"/>
                </a:lnTo>
                <a:lnTo>
                  <a:pt x="516591" y="468224"/>
                </a:lnTo>
                <a:lnTo>
                  <a:pt x="494349" y="510259"/>
                </a:lnTo>
                <a:lnTo>
                  <a:pt x="467010" y="547639"/>
                </a:lnTo>
                <a:lnTo>
                  <a:pt x="435138" y="579705"/>
                </a:lnTo>
                <a:lnTo>
                  <a:pt x="399294" y="605794"/>
                </a:lnTo>
                <a:lnTo>
                  <a:pt x="360041" y="625248"/>
                </a:lnTo>
                <a:lnTo>
                  <a:pt x="317942" y="637404"/>
                </a:lnTo>
                <a:lnTo>
                  <a:pt x="273557" y="641604"/>
                </a:lnTo>
                <a:lnTo>
                  <a:pt x="229173" y="637404"/>
                </a:lnTo>
                <a:lnTo>
                  <a:pt x="187074" y="625248"/>
                </a:lnTo>
                <a:lnTo>
                  <a:pt x="147821" y="605794"/>
                </a:lnTo>
                <a:lnTo>
                  <a:pt x="111977" y="579705"/>
                </a:lnTo>
                <a:lnTo>
                  <a:pt x="80105" y="547639"/>
                </a:lnTo>
                <a:lnTo>
                  <a:pt x="52766" y="510259"/>
                </a:lnTo>
                <a:lnTo>
                  <a:pt x="30524" y="468224"/>
                </a:lnTo>
                <a:lnTo>
                  <a:pt x="13941" y="422196"/>
                </a:lnTo>
                <a:lnTo>
                  <a:pt x="3579" y="372835"/>
                </a:lnTo>
                <a:lnTo>
                  <a:pt x="0" y="320802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73339" y="4216622"/>
            <a:ext cx="124301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2700" b="1" dirty="0">
                <a:solidFill>
                  <a:prstClr val="black"/>
                </a:solidFill>
                <a:latin typeface="Calibri"/>
                <a:cs typeface="Calibri"/>
              </a:rPr>
              <a:t>-</a:t>
            </a:r>
            <a:endParaRPr sz="27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8183880" y="4253102"/>
            <a:ext cx="444818" cy="461010"/>
          </a:xfrm>
          <a:custGeom>
            <a:avLst/>
            <a:gdLst/>
            <a:ahLst/>
            <a:cxnLst/>
            <a:rect l="l" t="t" r="r" b="b"/>
            <a:pathLst>
              <a:path w="593090" h="614679">
                <a:moveTo>
                  <a:pt x="0" y="307086"/>
                </a:moveTo>
                <a:lnTo>
                  <a:pt x="3879" y="257288"/>
                </a:lnTo>
                <a:lnTo>
                  <a:pt x="15111" y="210043"/>
                </a:lnTo>
                <a:lnTo>
                  <a:pt x="33086" y="165986"/>
                </a:lnTo>
                <a:lnTo>
                  <a:pt x="57192" y="125748"/>
                </a:lnTo>
                <a:lnTo>
                  <a:pt x="86820" y="89963"/>
                </a:lnTo>
                <a:lnTo>
                  <a:pt x="121359" y="59265"/>
                </a:lnTo>
                <a:lnTo>
                  <a:pt x="160198" y="34286"/>
                </a:lnTo>
                <a:lnTo>
                  <a:pt x="202728" y="15660"/>
                </a:lnTo>
                <a:lnTo>
                  <a:pt x="248338" y="4020"/>
                </a:lnTo>
                <a:lnTo>
                  <a:pt x="296417" y="0"/>
                </a:lnTo>
                <a:lnTo>
                  <a:pt x="344497" y="4020"/>
                </a:lnTo>
                <a:lnTo>
                  <a:pt x="390107" y="15660"/>
                </a:lnTo>
                <a:lnTo>
                  <a:pt x="432637" y="34286"/>
                </a:lnTo>
                <a:lnTo>
                  <a:pt x="471476" y="59265"/>
                </a:lnTo>
                <a:lnTo>
                  <a:pt x="506015" y="89963"/>
                </a:lnTo>
                <a:lnTo>
                  <a:pt x="535643" y="125748"/>
                </a:lnTo>
                <a:lnTo>
                  <a:pt x="559749" y="165986"/>
                </a:lnTo>
                <a:lnTo>
                  <a:pt x="577724" y="210043"/>
                </a:lnTo>
                <a:lnTo>
                  <a:pt x="588956" y="257288"/>
                </a:lnTo>
                <a:lnTo>
                  <a:pt x="592835" y="307086"/>
                </a:lnTo>
                <a:lnTo>
                  <a:pt x="588956" y="356883"/>
                </a:lnTo>
                <a:lnTo>
                  <a:pt x="577724" y="404128"/>
                </a:lnTo>
                <a:lnTo>
                  <a:pt x="559749" y="448185"/>
                </a:lnTo>
                <a:lnTo>
                  <a:pt x="535643" y="488423"/>
                </a:lnTo>
                <a:lnTo>
                  <a:pt x="506015" y="524208"/>
                </a:lnTo>
                <a:lnTo>
                  <a:pt x="471476" y="554906"/>
                </a:lnTo>
                <a:lnTo>
                  <a:pt x="432637" y="579885"/>
                </a:lnTo>
                <a:lnTo>
                  <a:pt x="390107" y="598511"/>
                </a:lnTo>
                <a:lnTo>
                  <a:pt x="344497" y="610151"/>
                </a:lnTo>
                <a:lnTo>
                  <a:pt x="296417" y="614172"/>
                </a:lnTo>
                <a:lnTo>
                  <a:pt x="248338" y="610151"/>
                </a:lnTo>
                <a:lnTo>
                  <a:pt x="202728" y="598511"/>
                </a:lnTo>
                <a:lnTo>
                  <a:pt x="160198" y="579885"/>
                </a:lnTo>
                <a:lnTo>
                  <a:pt x="121359" y="554906"/>
                </a:lnTo>
                <a:lnTo>
                  <a:pt x="86820" y="524208"/>
                </a:lnTo>
                <a:lnTo>
                  <a:pt x="57192" y="488423"/>
                </a:lnTo>
                <a:lnTo>
                  <a:pt x="33086" y="448185"/>
                </a:lnTo>
                <a:lnTo>
                  <a:pt x="15111" y="404128"/>
                </a:lnTo>
                <a:lnTo>
                  <a:pt x="3879" y="356883"/>
                </a:lnTo>
                <a:lnTo>
                  <a:pt x="0" y="307086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331423" y="4297966"/>
            <a:ext cx="15192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defTabSz="685800">
              <a:spcBef>
                <a:spcPts val="71"/>
              </a:spcBef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+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680961" y="4455414"/>
            <a:ext cx="503396" cy="57150"/>
          </a:xfrm>
          <a:custGeom>
            <a:avLst/>
            <a:gdLst/>
            <a:ahLst/>
            <a:cxnLst/>
            <a:rect l="l" t="t" r="r" b="b"/>
            <a:pathLst>
              <a:path w="671195" h="76200">
                <a:moveTo>
                  <a:pt x="594995" y="0"/>
                </a:moveTo>
                <a:lnTo>
                  <a:pt x="594995" y="76200"/>
                </a:lnTo>
                <a:lnTo>
                  <a:pt x="658495" y="44450"/>
                </a:lnTo>
                <a:lnTo>
                  <a:pt x="607695" y="44450"/>
                </a:lnTo>
                <a:lnTo>
                  <a:pt x="607695" y="31750"/>
                </a:lnTo>
                <a:lnTo>
                  <a:pt x="658495" y="31750"/>
                </a:lnTo>
                <a:lnTo>
                  <a:pt x="594995" y="0"/>
                </a:lnTo>
                <a:close/>
              </a:path>
              <a:path w="671195" h="76200">
                <a:moveTo>
                  <a:pt x="594995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94995" y="44450"/>
                </a:lnTo>
                <a:lnTo>
                  <a:pt x="594995" y="31750"/>
                </a:lnTo>
                <a:close/>
              </a:path>
              <a:path w="671195" h="76200">
                <a:moveTo>
                  <a:pt x="658495" y="31750"/>
                </a:moveTo>
                <a:lnTo>
                  <a:pt x="607695" y="31750"/>
                </a:lnTo>
                <a:lnTo>
                  <a:pt x="607695" y="44450"/>
                </a:lnTo>
                <a:lnTo>
                  <a:pt x="658495" y="44450"/>
                </a:lnTo>
                <a:lnTo>
                  <a:pt x="671195" y="38100"/>
                </a:lnTo>
                <a:lnTo>
                  <a:pt x="65849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14250" y="4179569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157341" y="4221099"/>
            <a:ext cx="409575" cy="480060"/>
          </a:xfrm>
          <a:custGeom>
            <a:avLst/>
            <a:gdLst/>
            <a:ahLst/>
            <a:cxnLst/>
            <a:rect l="l" t="t" r="r" b="b"/>
            <a:pathLst>
              <a:path w="546100" h="640079">
                <a:moveTo>
                  <a:pt x="0" y="320040"/>
                </a:moveTo>
                <a:lnTo>
                  <a:pt x="3571" y="268120"/>
                </a:lnTo>
                <a:lnTo>
                  <a:pt x="13911" y="218870"/>
                </a:lnTo>
                <a:lnTo>
                  <a:pt x="30456" y="172949"/>
                </a:lnTo>
                <a:lnTo>
                  <a:pt x="52645" y="131015"/>
                </a:lnTo>
                <a:lnTo>
                  <a:pt x="79914" y="93726"/>
                </a:lnTo>
                <a:lnTo>
                  <a:pt x="111703" y="61740"/>
                </a:lnTo>
                <a:lnTo>
                  <a:pt x="147447" y="35716"/>
                </a:lnTo>
                <a:lnTo>
                  <a:pt x="186586" y="16312"/>
                </a:lnTo>
                <a:lnTo>
                  <a:pt x="228556" y="4187"/>
                </a:lnTo>
                <a:lnTo>
                  <a:pt x="272795" y="0"/>
                </a:lnTo>
                <a:lnTo>
                  <a:pt x="317035" y="4187"/>
                </a:lnTo>
                <a:lnTo>
                  <a:pt x="359005" y="16312"/>
                </a:lnTo>
                <a:lnTo>
                  <a:pt x="398144" y="35716"/>
                </a:lnTo>
                <a:lnTo>
                  <a:pt x="433888" y="61740"/>
                </a:lnTo>
                <a:lnTo>
                  <a:pt x="465677" y="93726"/>
                </a:lnTo>
                <a:lnTo>
                  <a:pt x="492946" y="131015"/>
                </a:lnTo>
                <a:lnTo>
                  <a:pt x="515135" y="172949"/>
                </a:lnTo>
                <a:lnTo>
                  <a:pt x="531680" y="218870"/>
                </a:lnTo>
                <a:lnTo>
                  <a:pt x="542020" y="268120"/>
                </a:lnTo>
                <a:lnTo>
                  <a:pt x="545591" y="320040"/>
                </a:lnTo>
                <a:lnTo>
                  <a:pt x="542020" y="371959"/>
                </a:lnTo>
                <a:lnTo>
                  <a:pt x="531680" y="421209"/>
                </a:lnTo>
                <a:lnTo>
                  <a:pt x="515135" y="467130"/>
                </a:lnTo>
                <a:lnTo>
                  <a:pt x="492946" y="509064"/>
                </a:lnTo>
                <a:lnTo>
                  <a:pt x="465677" y="546354"/>
                </a:lnTo>
                <a:lnTo>
                  <a:pt x="433888" y="578339"/>
                </a:lnTo>
                <a:lnTo>
                  <a:pt x="398144" y="604363"/>
                </a:lnTo>
                <a:lnTo>
                  <a:pt x="359005" y="623767"/>
                </a:lnTo>
                <a:lnTo>
                  <a:pt x="317035" y="635892"/>
                </a:lnTo>
                <a:lnTo>
                  <a:pt x="272795" y="640080"/>
                </a:lnTo>
                <a:lnTo>
                  <a:pt x="228556" y="635892"/>
                </a:lnTo>
                <a:lnTo>
                  <a:pt x="186586" y="623767"/>
                </a:lnTo>
                <a:lnTo>
                  <a:pt x="147447" y="604363"/>
                </a:lnTo>
                <a:lnTo>
                  <a:pt x="111703" y="578339"/>
                </a:lnTo>
                <a:lnTo>
                  <a:pt x="79914" y="546354"/>
                </a:lnTo>
                <a:lnTo>
                  <a:pt x="52645" y="509064"/>
                </a:lnTo>
                <a:lnTo>
                  <a:pt x="30456" y="467130"/>
                </a:lnTo>
                <a:lnTo>
                  <a:pt x="13911" y="421209"/>
                </a:lnTo>
                <a:lnTo>
                  <a:pt x="3571" y="371959"/>
                </a:lnTo>
                <a:lnTo>
                  <a:pt x="0" y="32004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00788" y="4211383"/>
            <a:ext cx="121920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859" marR="3810" indent="-3810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q  1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264907" y="4211955"/>
            <a:ext cx="409575" cy="481489"/>
          </a:xfrm>
          <a:custGeom>
            <a:avLst/>
            <a:gdLst/>
            <a:ahLst/>
            <a:cxnLst/>
            <a:rect l="l" t="t" r="r" b="b"/>
            <a:pathLst>
              <a:path w="546100" h="641985">
                <a:moveTo>
                  <a:pt x="0" y="320802"/>
                </a:moveTo>
                <a:lnTo>
                  <a:pt x="3571" y="268768"/>
                </a:lnTo>
                <a:lnTo>
                  <a:pt x="13911" y="219407"/>
                </a:lnTo>
                <a:lnTo>
                  <a:pt x="30456" y="173379"/>
                </a:lnTo>
                <a:lnTo>
                  <a:pt x="52645" y="131344"/>
                </a:lnTo>
                <a:lnTo>
                  <a:pt x="79914" y="93964"/>
                </a:lnTo>
                <a:lnTo>
                  <a:pt x="111703" y="61898"/>
                </a:lnTo>
                <a:lnTo>
                  <a:pt x="147447" y="35809"/>
                </a:lnTo>
                <a:lnTo>
                  <a:pt x="186586" y="16355"/>
                </a:lnTo>
                <a:lnTo>
                  <a:pt x="228556" y="4199"/>
                </a:lnTo>
                <a:lnTo>
                  <a:pt x="272796" y="0"/>
                </a:lnTo>
                <a:lnTo>
                  <a:pt x="317035" y="4199"/>
                </a:lnTo>
                <a:lnTo>
                  <a:pt x="359005" y="16355"/>
                </a:lnTo>
                <a:lnTo>
                  <a:pt x="398144" y="35809"/>
                </a:lnTo>
                <a:lnTo>
                  <a:pt x="433888" y="61898"/>
                </a:lnTo>
                <a:lnTo>
                  <a:pt x="465677" y="93964"/>
                </a:lnTo>
                <a:lnTo>
                  <a:pt x="492946" y="131344"/>
                </a:lnTo>
                <a:lnTo>
                  <a:pt x="515135" y="173379"/>
                </a:lnTo>
                <a:lnTo>
                  <a:pt x="531680" y="219407"/>
                </a:lnTo>
                <a:lnTo>
                  <a:pt x="542020" y="268768"/>
                </a:lnTo>
                <a:lnTo>
                  <a:pt x="545591" y="320802"/>
                </a:lnTo>
                <a:lnTo>
                  <a:pt x="542020" y="372835"/>
                </a:lnTo>
                <a:lnTo>
                  <a:pt x="531680" y="422196"/>
                </a:lnTo>
                <a:lnTo>
                  <a:pt x="515135" y="468224"/>
                </a:lnTo>
                <a:lnTo>
                  <a:pt x="492946" y="510259"/>
                </a:lnTo>
                <a:lnTo>
                  <a:pt x="465677" y="547639"/>
                </a:lnTo>
                <a:lnTo>
                  <a:pt x="433888" y="579705"/>
                </a:lnTo>
                <a:lnTo>
                  <a:pt x="398144" y="605794"/>
                </a:lnTo>
                <a:lnTo>
                  <a:pt x="359005" y="625248"/>
                </a:lnTo>
                <a:lnTo>
                  <a:pt x="317035" y="637404"/>
                </a:lnTo>
                <a:lnTo>
                  <a:pt x="272796" y="641604"/>
                </a:lnTo>
                <a:lnTo>
                  <a:pt x="228556" y="637404"/>
                </a:lnTo>
                <a:lnTo>
                  <a:pt x="186586" y="625248"/>
                </a:lnTo>
                <a:lnTo>
                  <a:pt x="147447" y="605794"/>
                </a:lnTo>
                <a:lnTo>
                  <a:pt x="111703" y="579705"/>
                </a:lnTo>
                <a:lnTo>
                  <a:pt x="79914" y="547639"/>
                </a:lnTo>
                <a:lnTo>
                  <a:pt x="52645" y="510259"/>
                </a:lnTo>
                <a:lnTo>
                  <a:pt x="30456" y="468224"/>
                </a:lnTo>
                <a:lnTo>
                  <a:pt x="13911" y="422196"/>
                </a:lnTo>
                <a:lnTo>
                  <a:pt x="3571" y="372835"/>
                </a:lnTo>
                <a:lnTo>
                  <a:pt x="0" y="320802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09021" y="4202907"/>
            <a:ext cx="121920" cy="47128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859" marR="3810" indent="-3810" defTabSz="685800">
              <a:spcBef>
                <a:spcPts val="75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q  2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649754" y="4432078"/>
            <a:ext cx="1609249" cy="63341"/>
          </a:xfrm>
          <a:custGeom>
            <a:avLst/>
            <a:gdLst/>
            <a:ahLst/>
            <a:cxnLst/>
            <a:rect l="l" t="t" r="r" b="b"/>
            <a:pathLst>
              <a:path w="2145665" h="84454">
                <a:moveTo>
                  <a:pt x="641223" y="44577"/>
                </a:moveTo>
                <a:lnTo>
                  <a:pt x="588518" y="44577"/>
                </a:lnTo>
                <a:lnTo>
                  <a:pt x="575754" y="44577"/>
                </a:lnTo>
                <a:lnTo>
                  <a:pt x="575183" y="76073"/>
                </a:lnTo>
                <a:lnTo>
                  <a:pt x="641223" y="44577"/>
                </a:lnTo>
                <a:close/>
              </a:path>
              <a:path w="2145665" h="84454">
                <a:moveTo>
                  <a:pt x="652145" y="39370"/>
                </a:moveTo>
                <a:lnTo>
                  <a:pt x="576580" y="0"/>
                </a:lnTo>
                <a:lnTo>
                  <a:pt x="575995" y="31661"/>
                </a:lnTo>
                <a:lnTo>
                  <a:pt x="254" y="21717"/>
                </a:lnTo>
                <a:lnTo>
                  <a:pt x="0" y="34417"/>
                </a:lnTo>
                <a:lnTo>
                  <a:pt x="575754" y="44361"/>
                </a:lnTo>
                <a:lnTo>
                  <a:pt x="588518" y="44361"/>
                </a:lnTo>
                <a:lnTo>
                  <a:pt x="641680" y="44361"/>
                </a:lnTo>
                <a:lnTo>
                  <a:pt x="652145" y="39370"/>
                </a:lnTo>
                <a:close/>
              </a:path>
              <a:path w="2145665" h="84454">
                <a:moveTo>
                  <a:pt x="2145665" y="46355"/>
                </a:moveTo>
                <a:lnTo>
                  <a:pt x="2132965" y="40005"/>
                </a:lnTo>
                <a:lnTo>
                  <a:pt x="2069465" y="8255"/>
                </a:lnTo>
                <a:lnTo>
                  <a:pt x="2069465" y="40005"/>
                </a:lnTo>
                <a:lnTo>
                  <a:pt x="1242187" y="40005"/>
                </a:lnTo>
                <a:lnTo>
                  <a:pt x="1242187" y="52705"/>
                </a:lnTo>
                <a:lnTo>
                  <a:pt x="2069465" y="52705"/>
                </a:lnTo>
                <a:lnTo>
                  <a:pt x="2069465" y="84455"/>
                </a:lnTo>
                <a:lnTo>
                  <a:pt x="2132965" y="52705"/>
                </a:lnTo>
                <a:lnTo>
                  <a:pt x="2145665" y="463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858762" y="4184332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68983" y="4196715"/>
            <a:ext cx="11334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5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14250" y="3541108"/>
            <a:ext cx="329088" cy="2409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500" b="1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500" b="1" spc="-79" dirty="0">
                <a:solidFill>
                  <a:prstClr val="black"/>
                </a:solidFill>
                <a:latin typeface="Calibri"/>
                <a:cs typeface="Calibri"/>
              </a:rPr>
              <a:t>FA</a:t>
            </a:r>
            <a:endParaRPr sz="15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382BB4C5-13D8-DEFB-F17F-C215FAE0ECD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452437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b="1" spc="-34" dirty="0"/>
              <a:t>Example</a:t>
            </a:r>
            <a:r>
              <a:rPr b="1" spc="-86" dirty="0"/>
              <a:t> </a:t>
            </a:r>
            <a:r>
              <a:rPr b="1" spc="-15" dirty="0"/>
              <a:t>with</a:t>
            </a:r>
            <a:r>
              <a:rPr b="1" spc="-90" dirty="0"/>
              <a:t> </a:t>
            </a:r>
            <a:r>
              <a:rPr b="1" spc="-26" dirty="0"/>
              <a:t>epsilon</a:t>
            </a:r>
            <a:r>
              <a:rPr b="1" spc="-86" dirty="0"/>
              <a:t> </a:t>
            </a:r>
            <a:r>
              <a:rPr b="1" spc="-34" dirty="0"/>
              <a:t>move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2202142"/>
            <a:ext cx="1508284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R.E=</a:t>
            </a:r>
            <a:r>
              <a:rPr sz="2100" b="1" spc="-5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a*b*c*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62580" y="1984248"/>
            <a:ext cx="6570345" cy="3900011"/>
            <a:chOff x="3150107" y="1502663"/>
            <a:chExt cx="8760460" cy="5200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107" y="1502663"/>
              <a:ext cx="8759952" cy="28544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0107" y="4287012"/>
              <a:ext cx="8759952" cy="2415540"/>
            </a:xfrm>
            <a:prstGeom prst="rect">
              <a:avLst/>
            </a:prstGeom>
          </p:spPr>
        </p:pic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18A8C-651E-25C8-33AF-237AE4A41E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314507"/>
            <a:ext cx="5835491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0" dirty="0"/>
              <a:t>Categories</a:t>
            </a:r>
            <a:r>
              <a:rPr spc="-79" dirty="0"/>
              <a:t> </a:t>
            </a:r>
            <a:r>
              <a:rPr spc="-11" dirty="0"/>
              <a:t>of</a:t>
            </a:r>
            <a:r>
              <a:rPr spc="-56" dirty="0"/>
              <a:t> </a:t>
            </a:r>
            <a:r>
              <a:rPr spc="-23" dirty="0"/>
              <a:t>Finite</a:t>
            </a:r>
            <a:r>
              <a:rPr spc="-83" dirty="0"/>
              <a:t> </a:t>
            </a:r>
            <a:r>
              <a:rPr spc="-41" dirty="0"/>
              <a:t>State</a:t>
            </a:r>
            <a:r>
              <a:rPr spc="-79" dirty="0"/>
              <a:t> </a:t>
            </a:r>
            <a:r>
              <a:rPr spc="-26" dirty="0"/>
              <a:t>Machines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33840" y="2222945"/>
            <a:ext cx="3546634" cy="1982629"/>
            <a:chOff x="3378453" y="1820926"/>
            <a:chExt cx="4728845" cy="2643505"/>
          </a:xfrm>
        </p:grpSpPr>
        <p:sp>
          <p:nvSpPr>
            <p:cNvPr id="4" name="object 4"/>
            <p:cNvSpPr/>
            <p:nvPr/>
          </p:nvSpPr>
          <p:spPr>
            <a:xfrm>
              <a:off x="7536179" y="4102608"/>
              <a:ext cx="564515" cy="353695"/>
            </a:xfrm>
            <a:custGeom>
              <a:avLst/>
              <a:gdLst/>
              <a:ahLst/>
              <a:cxnLst/>
              <a:rect l="l" t="t" r="r" b="b"/>
              <a:pathLst>
                <a:path w="564515" h="353695">
                  <a:moveTo>
                    <a:pt x="564388" y="0"/>
                  </a:moveTo>
                  <a:lnTo>
                    <a:pt x="564388" y="221615"/>
                  </a:lnTo>
                  <a:lnTo>
                    <a:pt x="0" y="221615"/>
                  </a:lnTo>
                  <a:lnTo>
                    <a:pt x="0" y="353187"/>
                  </a:lnTo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175759" y="2727960"/>
              <a:ext cx="3924935" cy="473075"/>
            </a:xfrm>
            <a:custGeom>
              <a:avLst/>
              <a:gdLst/>
              <a:ahLst/>
              <a:cxnLst/>
              <a:rect l="l" t="t" r="r" b="b"/>
              <a:pathLst>
                <a:path w="3924934" h="473075">
                  <a:moveTo>
                    <a:pt x="2058924" y="0"/>
                  </a:moveTo>
                  <a:lnTo>
                    <a:pt x="2058924" y="341122"/>
                  </a:lnTo>
                  <a:lnTo>
                    <a:pt x="3924935" y="341122"/>
                  </a:lnTo>
                  <a:lnTo>
                    <a:pt x="3924935" y="472693"/>
                  </a:lnTo>
                </a:path>
                <a:path w="3924934" h="473075">
                  <a:moveTo>
                    <a:pt x="2057907" y="0"/>
                  </a:moveTo>
                  <a:lnTo>
                    <a:pt x="2057907" y="329818"/>
                  </a:lnTo>
                  <a:lnTo>
                    <a:pt x="0" y="329818"/>
                  </a:lnTo>
                  <a:lnTo>
                    <a:pt x="0" y="461390"/>
                  </a:lnTo>
                </a:path>
              </a:pathLst>
            </a:custGeom>
            <a:ln w="12192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524499" y="1827276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1328801" y="0"/>
                  </a:moveTo>
                  <a:lnTo>
                    <a:pt x="90042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3"/>
                  </a:lnTo>
                  <a:lnTo>
                    <a:pt x="0" y="810640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2" y="900684"/>
                  </a:lnTo>
                  <a:lnTo>
                    <a:pt x="1328801" y="900684"/>
                  </a:lnTo>
                  <a:lnTo>
                    <a:pt x="1363819" y="893597"/>
                  </a:lnTo>
                  <a:lnTo>
                    <a:pt x="1392443" y="874283"/>
                  </a:lnTo>
                  <a:lnTo>
                    <a:pt x="1411757" y="845659"/>
                  </a:lnTo>
                  <a:lnTo>
                    <a:pt x="1418844" y="810640"/>
                  </a:lnTo>
                  <a:lnTo>
                    <a:pt x="1418844" y="90043"/>
                  </a:lnTo>
                  <a:lnTo>
                    <a:pt x="1411757" y="55024"/>
                  </a:lnTo>
                  <a:lnTo>
                    <a:pt x="1392443" y="26400"/>
                  </a:lnTo>
                  <a:lnTo>
                    <a:pt x="1363819" y="7086"/>
                  </a:lnTo>
                  <a:lnTo>
                    <a:pt x="132880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24499" y="1827276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0" y="90043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2" y="0"/>
                  </a:lnTo>
                  <a:lnTo>
                    <a:pt x="1328801" y="0"/>
                  </a:lnTo>
                  <a:lnTo>
                    <a:pt x="1363819" y="7086"/>
                  </a:lnTo>
                  <a:lnTo>
                    <a:pt x="1392443" y="26400"/>
                  </a:lnTo>
                  <a:lnTo>
                    <a:pt x="1411757" y="55024"/>
                  </a:lnTo>
                  <a:lnTo>
                    <a:pt x="1418844" y="90043"/>
                  </a:lnTo>
                  <a:lnTo>
                    <a:pt x="1418844" y="810640"/>
                  </a:lnTo>
                  <a:lnTo>
                    <a:pt x="1411757" y="845659"/>
                  </a:lnTo>
                  <a:lnTo>
                    <a:pt x="1392443" y="874283"/>
                  </a:lnTo>
                  <a:lnTo>
                    <a:pt x="1363819" y="893597"/>
                  </a:lnTo>
                  <a:lnTo>
                    <a:pt x="1328801" y="900684"/>
                  </a:lnTo>
                  <a:lnTo>
                    <a:pt x="90042" y="900684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0"/>
                  </a:lnTo>
                  <a:lnTo>
                    <a:pt x="0" y="9004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681471" y="1976628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69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5" y="875791"/>
                  </a:lnTo>
                  <a:lnTo>
                    <a:pt x="55078" y="895119"/>
                  </a:lnTo>
                  <a:lnTo>
                    <a:pt x="90169" y="902208"/>
                  </a:lnTo>
                  <a:lnTo>
                    <a:pt x="1330198" y="902208"/>
                  </a:lnTo>
                  <a:lnTo>
                    <a:pt x="1365289" y="895119"/>
                  </a:lnTo>
                  <a:lnTo>
                    <a:pt x="1393952" y="875791"/>
                  </a:lnTo>
                  <a:lnTo>
                    <a:pt x="1413279" y="847129"/>
                  </a:lnTo>
                  <a:lnTo>
                    <a:pt x="1420368" y="812038"/>
                  </a:lnTo>
                  <a:lnTo>
                    <a:pt x="1420368" y="90170"/>
                  </a:lnTo>
                  <a:lnTo>
                    <a:pt x="1413279" y="55078"/>
                  </a:lnTo>
                  <a:lnTo>
                    <a:pt x="1393952" y="26416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681471" y="1976628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69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2" y="26416"/>
                  </a:lnTo>
                  <a:lnTo>
                    <a:pt x="1413279" y="55078"/>
                  </a:lnTo>
                  <a:lnTo>
                    <a:pt x="1420368" y="90170"/>
                  </a:lnTo>
                  <a:lnTo>
                    <a:pt x="1420368" y="812038"/>
                  </a:lnTo>
                  <a:lnTo>
                    <a:pt x="1413279" y="847129"/>
                  </a:lnTo>
                  <a:lnTo>
                    <a:pt x="1393952" y="875791"/>
                  </a:lnTo>
                  <a:lnTo>
                    <a:pt x="1365289" y="895119"/>
                  </a:lnTo>
                  <a:lnTo>
                    <a:pt x="1330198" y="902208"/>
                  </a:lnTo>
                  <a:lnTo>
                    <a:pt x="90169" y="902208"/>
                  </a:lnTo>
                  <a:lnTo>
                    <a:pt x="55078" y="895119"/>
                  </a:lnTo>
                  <a:lnTo>
                    <a:pt x="26415" y="875791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84803" y="4091940"/>
              <a:ext cx="2000885" cy="366395"/>
            </a:xfrm>
            <a:custGeom>
              <a:avLst/>
              <a:gdLst/>
              <a:ahLst/>
              <a:cxnLst/>
              <a:rect l="l" t="t" r="r" b="b"/>
              <a:pathLst>
                <a:path w="2000885" h="366395">
                  <a:moveTo>
                    <a:pt x="790956" y="0"/>
                  </a:moveTo>
                  <a:lnTo>
                    <a:pt x="790956" y="234442"/>
                  </a:lnTo>
                  <a:lnTo>
                    <a:pt x="2000885" y="234442"/>
                  </a:lnTo>
                  <a:lnTo>
                    <a:pt x="2000885" y="365887"/>
                  </a:lnTo>
                </a:path>
                <a:path w="2000885" h="366395">
                  <a:moveTo>
                    <a:pt x="790829" y="0"/>
                  </a:moveTo>
                  <a:lnTo>
                    <a:pt x="790829" y="234442"/>
                  </a:lnTo>
                  <a:lnTo>
                    <a:pt x="0" y="234442"/>
                  </a:lnTo>
                  <a:lnTo>
                    <a:pt x="0" y="365887"/>
                  </a:lnTo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88288" y="2510981"/>
            <a:ext cx="411956" cy="27555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725" b="1" spc="-30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SM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94420" y="3244787"/>
            <a:ext cx="1193959" cy="798195"/>
            <a:chOff x="3459226" y="3183382"/>
            <a:chExt cx="1591945" cy="1064260"/>
          </a:xfrm>
        </p:grpSpPr>
        <p:sp>
          <p:nvSpPr>
            <p:cNvPr id="13" name="object 13"/>
            <p:cNvSpPr/>
            <p:nvPr/>
          </p:nvSpPr>
          <p:spPr>
            <a:xfrm>
              <a:off x="3465576" y="318973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5"/>
                  </a:lnTo>
                  <a:lnTo>
                    <a:pt x="7088" y="55078"/>
                  </a:lnTo>
                  <a:lnTo>
                    <a:pt x="0" y="90169"/>
                  </a:lnTo>
                  <a:lnTo>
                    <a:pt x="0" y="812037"/>
                  </a:lnTo>
                  <a:lnTo>
                    <a:pt x="7088" y="847129"/>
                  </a:lnTo>
                  <a:lnTo>
                    <a:pt x="26416" y="875791"/>
                  </a:lnTo>
                  <a:lnTo>
                    <a:pt x="55078" y="895119"/>
                  </a:lnTo>
                  <a:lnTo>
                    <a:pt x="90170" y="902207"/>
                  </a:lnTo>
                  <a:lnTo>
                    <a:pt x="1330198" y="902207"/>
                  </a:lnTo>
                  <a:lnTo>
                    <a:pt x="1365289" y="895119"/>
                  </a:lnTo>
                  <a:lnTo>
                    <a:pt x="1393952" y="875791"/>
                  </a:lnTo>
                  <a:lnTo>
                    <a:pt x="1413279" y="847129"/>
                  </a:lnTo>
                  <a:lnTo>
                    <a:pt x="1420368" y="812037"/>
                  </a:lnTo>
                  <a:lnTo>
                    <a:pt x="1420368" y="90169"/>
                  </a:lnTo>
                  <a:lnTo>
                    <a:pt x="1413279" y="55078"/>
                  </a:lnTo>
                  <a:lnTo>
                    <a:pt x="1393952" y="26415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65576" y="318973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69"/>
                  </a:moveTo>
                  <a:lnTo>
                    <a:pt x="7088" y="55078"/>
                  </a:lnTo>
                  <a:lnTo>
                    <a:pt x="26416" y="26415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2" y="26415"/>
                  </a:lnTo>
                  <a:lnTo>
                    <a:pt x="1413279" y="55078"/>
                  </a:lnTo>
                  <a:lnTo>
                    <a:pt x="1420368" y="90169"/>
                  </a:lnTo>
                  <a:lnTo>
                    <a:pt x="1420368" y="812037"/>
                  </a:lnTo>
                  <a:lnTo>
                    <a:pt x="1413279" y="847129"/>
                  </a:lnTo>
                  <a:lnTo>
                    <a:pt x="1393952" y="875791"/>
                  </a:lnTo>
                  <a:lnTo>
                    <a:pt x="1365289" y="895119"/>
                  </a:lnTo>
                  <a:lnTo>
                    <a:pt x="1330198" y="902207"/>
                  </a:lnTo>
                  <a:lnTo>
                    <a:pt x="90170" y="902207"/>
                  </a:lnTo>
                  <a:lnTo>
                    <a:pt x="55078" y="895119"/>
                  </a:lnTo>
                  <a:lnTo>
                    <a:pt x="26416" y="875791"/>
                  </a:lnTo>
                  <a:lnTo>
                    <a:pt x="7088" y="847129"/>
                  </a:lnTo>
                  <a:lnTo>
                    <a:pt x="0" y="812037"/>
                  </a:lnTo>
                  <a:lnTo>
                    <a:pt x="0" y="9016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624072" y="3340608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1330325" y="0"/>
                  </a:moveTo>
                  <a:lnTo>
                    <a:pt x="90042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2"/>
                  </a:lnTo>
                  <a:lnTo>
                    <a:pt x="0" y="810640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2" y="900683"/>
                  </a:lnTo>
                  <a:lnTo>
                    <a:pt x="1330325" y="900683"/>
                  </a:lnTo>
                  <a:lnTo>
                    <a:pt x="1365343" y="893597"/>
                  </a:lnTo>
                  <a:lnTo>
                    <a:pt x="1393967" y="874283"/>
                  </a:lnTo>
                  <a:lnTo>
                    <a:pt x="1413281" y="845659"/>
                  </a:lnTo>
                  <a:lnTo>
                    <a:pt x="1420367" y="810640"/>
                  </a:lnTo>
                  <a:lnTo>
                    <a:pt x="1420367" y="90042"/>
                  </a:lnTo>
                  <a:lnTo>
                    <a:pt x="1413281" y="55024"/>
                  </a:lnTo>
                  <a:lnTo>
                    <a:pt x="1393967" y="26400"/>
                  </a:lnTo>
                  <a:lnTo>
                    <a:pt x="1365343" y="7086"/>
                  </a:lnTo>
                  <a:lnTo>
                    <a:pt x="133032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624072" y="3340608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0" y="90042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2" y="0"/>
                  </a:lnTo>
                  <a:lnTo>
                    <a:pt x="1330325" y="0"/>
                  </a:lnTo>
                  <a:lnTo>
                    <a:pt x="1365343" y="7086"/>
                  </a:lnTo>
                  <a:lnTo>
                    <a:pt x="1393967" y="26400"/>
                  </a:lnTo>
                  <a:lnTo>
                    <a:pt x="1413281" y="55024"/>
                  </a:lnTo>
                  <a:lnTo>
                    <a:pt x="1420367" y="90042"/>
                  </a:lnTo>
                  <a:lnTo>
                    <a:pt x="1420367" y="810640"/>
                  </a:lnTo>
                  <a:lnTo>
                    <a:pt x="1413281" y="845659"/>
                  </a:lnTo>
                  <a:lnTo>
                    <a:pt x="1393967" y="874283"/>
                  </a:lnTo>
                  <a:lnTo>
                    <a:pt x="1365343" y="893597"/>
                  </a:lnTo>
                  <a:lnTo>
                    <a:pt x="1330325" y="900683"/>
                  </a:lnTo>
                  <a:lnTo>
                    <a:pt x="90042" y="900683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0"/>
                  </a:lnTo>
                  <a:lnTo>
                    <a:pt x="0" y="90042"/>
                  </a:lnTo>
                  <a:close/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13316" y="3413093"/>
            <a:ext cx="672941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9525" marR="3810" indent="103823" defTabSz="685800">
              <a:lnSpc>
                <a:spcPts val="1898"/>
              </a:lnSpc>
              <a:spcBef>
                <a:spcPts val="28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With 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02346" y="4195763"/>
            <a:ext cx="1192530" cy="798195"/>
            <a:chOff x="2669794" y="4451350"/>
            <a:chExt cx="1590040" cy="1064260"/>
          </a:xfrm>
        </p:grpSpPr>
        <p:sp>
          <p:nvSpPr>
            <p:cNvPr id="19" name="object 19"/>
            <p:cNvSpPr/>
            <p:nvPr/>
          </p:nvSpPr>
          <p:spPr>
            <a:xfrm>
              <a:off x="2676144" y="4457700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1328801" y="0"/>
                  </a:moveTo>
                  <a:lnTo>
                    <a:pt x="90043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3"/>
                  </a:lnTo>
                  <a:lnTo>
                    <a:pt x="0" y="810641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3" y="900684"/>
                  </a:lnTo>
                  <a:lnTo>
                    <a:pt x="1328801" y="900684"/>
                  </a:lnTo>
                  <a:lnTo>
                    <a:pt x="1363819" y="893597"/>
                  </a:lnTo>
                  <a:lnTo>
                    <a:pt x="1392443" y="874283"/>
                  </a:lnTo>
                  <a:lnTo>
                    <a:pt x="1411757" y="845659"/>
                  </a:lnTo>
                  <a:lnTo>
                    <a:pt x="1418844" y="810641"/>
                  </a:lnTo>
                  <a:lnTo>
                    <a:pt x="1418844" y="90043"/>
                  </a:lnTo>
                  <a:lnTo>
                    <a:pt x="1411757" y="55024"/>
                  </a:lnTo>
                  <a:lnTo>
                    <a:pt x="1392443" y="26400"/>
                  </a:lnTo>
                  <a:lnTo>
                    <a:pt x="1363819" y="7086"/>
                  </a:lnTo>
                  <a:lnTo>
                    <a:pt x="132880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676144" y="4457700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0" y="90043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3" y="0"/>
                  </a:lnTo>
                  <a:lnTo>
                    <a:pt x="1328801" y="0"/>
                  </a:lnTo>
                  <a:lnTo>
                    <a:pt x="1363819" y="7086"/>
                  </a:lnTo>
                  <a:lnTo>
                    <a:pt x="1392443" y="26400"/>
                  </a:lnTo>
                  <a:lnTo>
                    <a:pt x="1411757" y="55024"/>
                  </a:lnTo>
                  <a:lnTo>
                    <a:pt x="1418844" y="90043"/>
                  </a:lnTo>
                  <a:lnTo>
                    <a:pt x="1418844" y="810641"/>
                  </a:lnTo>
                  <a:lnTo>
                    <a:pt x="1411757" y="845659"/>
                  </a:lnTo>
                  <a:lnTo>
                    <a:pt x="1392443" y="874283"/>
                  </a:lnTo>
                  <a:lnTo>
                    <a:pt x="1363819" y="893597"/>
                  </a:lnTo>
                  <a:lnTo>
                    <a:pt x="1328801" y="900684"/>
                  </a:lnTo>
                  <a:lnTo>
                    <a:pt x="90043" y="900684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1"/>
                  </a:lnTo>
                  <a:lnTo>
                    <a:pt x="0" y="9004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833116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7" y="0"/>
                  </a:moveTo>
                  <a:lnTo>
                    <a:pt x="90169" y="0"/>
                  </a:lnTo>
                  <a:lnTo>
                    <a:pt x="55078" y="7088"/>
                  </a:lnTo>
                  <a:lnTo>
                    <a:pt x="26415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5" y="875792"/>
                  </a:lnTo>
                  <a:lnTo>
                    <a:pt x="55078" y="895119"/>
                  </a:lnTo>
                  <a:lnTo>
                    <a:pt x="90169" y="902208"/>
                  </a:lnTo>
                  <a:lnTo>
                    <a:pt x="1330197" y="902208"/>
                  </a:lnTo>
                  <a:lnTo>
                    <a:pt x="1365289" y="895119"/>
                  </a:lnTo>
                  <a:lnTo>
                    <a:pt x="1393951" y="875792"/>
                  </a:lnTo>
                  <a:lnTo>
                    <a:pt x="1413279" y="847129"/>
                  </a:lnTo>
                  <a:lnTo>
                    <a:pt x="1420368" y="812038"/>
                  </a:lnTo>
                  <a:lnTo>
                    <a:pt x="1420368" y="90170"/>
                  </a:lnTo>
                  <a:lnTo>
                    <a:pt x="1413279" y="55078"/>
                  </a:lnTo>
                  <a:lnTo>
                    <a:pt x="1393951" y="26415"/>
                  </a:lnTo>
                  <a:lnTo>
                    <a:pt x="1365289" y="7088"/>
                  </a:lnTo>
                  <a:lnTo>
                    <a:pt x="133019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833116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5" y="26416"/>
                  </a:lnTo>
                  <a:lnTo>
                    <a:pt x="55078" y="7088"/>
                  </a:lnTo>
                  <a:lnTo>
                    <a:pt x="90169" y="0"/>
                  </a:lnTo>
                  <a:lnTo>
                    <a:pt x="1330197" y="0"/>
                  </a:lnTo>
                  <a:lnTo>
                    <a:pt x="1365289" y="7088"/>
                  </a:lnTo>
                  <a:lnTo>
                    <a:pt x="1393951" y="26415"/>
                  </a:lnTo>
                  <a:lnTo>
                    <a:pt x="1413279" y="55078"/>
                  </a:lnTo>
                  <a:lnTo>
                    <a:pt x="1420368" y="90170"/>
                  </a:lnTo>
                  <a:lnTo>
                    <a:pt x="1420368" y="812038"/>
                  </a:lnTo>
                  <a:lnTo>
                    <a:pt x="1413279" y="847129"/>
                  </a:lnTo>
                  <a:lnTo>
                    <a:pt x="1393951" y="875792"/>
                  </a:lnTo>
                  <a:lnTo>
                    <a:pt x="1365289" y="895119"/>
                  </a:lnTo>
                  <a:lnTo>
                    <a:pt x="1330197" y="902208"/>
                  </a:lnTo>
                  <a:lnTo>
                    <a:pt x="90169" y="902208"/>
                  </a:lnTo>
                  <a:lnTo>
                    <a:pt x="55078" y="895119"/>
                  </a:lnTo>
                  <a:lnTo>
                    <a:pt x="26415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340674" y="4484275"/>
            <a:ext cx="632460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srgbClr val="FF0000"/>
                </a:solidFill>
                <a:latin typeface="Calibri"/>
                <a:cs typeface="Calibri"/>
              </a:rPr>
              <a:t>Moo</a:t>
            </a:r>
            <a:r>
              <a:rPr sz="1725" b="1" spc="-23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1725" b="1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01962" y="4195763"/>
            <a:ext cx="1193959" cy="798195"/>
            <a:chOff x="4669282" y="4451350"/>
            <a:chExt cx="1591945" cy="1064260"/>
          </a:xfrm>
        </p:grpSpPr>
        <p:sp>
          <p:nvSpPr>
            <p:cNvPr id="25" name="object 25"/>
            <p:cNvSpPr/>
            <p:nvPr/>
          </p:nvSpPr>
          <p:spPr>
            <a:xfrm>
              <a:off x="4675632" y="4457700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1330325" y="0"/>
                  </a:moveTo>
                  <a:lnTo>
                    <a:pt x="90042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3"/>
                  </a:lnTo>
                  <a:lnTo>
                    <a:pt x="0" y="810641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2" y="900684"/>
                  </a:lnTo>
                  <a:lnTo>
                    <a:pt x="1330325" y="900684"/>
                  </a:lnTo>
                  <a:lnTo>
                    <a:pt x="1365343" y="893597"/>
                  </a:lnTo>
                  <a:lnTo>
                    <a:pt x="1393967" y="874283"/>
                  </a:lnTo>
                  <a:lnTo>
                    <a:pt x="1413281" y="845659"/>
                  </a:lnTo>
                  <a:lnTo>
                    <a:pt x="1420367" y="810641"/>
                  </a:lnTo>
                  <a:lnTo>
                    <a:pt x="1420367" y="90043"/>
                  </a:lnTo>
                  <a:lnTo>
                    <a:pt x="1413281" y="55024"/>
                  </a:lnTo>
                  <a:lnTo>
                    <a:pt x="1393967" y="26400"/>
                  </a:lnTo>
                  <a:lnTo>
                    <a:pt x="1365343" y="7086"/>
                  </a:lnTo>
                  <a:lnTo>
                    <a:pt x="133032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675632" y="4457700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0" y="90043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2" y="0"/>
                  </a:lnTo>
                  <a:lnTo>
                    <a:pt x="1330325" y="0"/>
                  </a:lnTo>
                  <a:lnTo>
                    <a:pt x="1365343" y="7086"/>
                  </a:lnTo>
                  <a:lnTo>
                    <a:pt x="1393967" y="26400"/>
                  </a:lnTo>
                  <a:lnTo>
                    <a:pt x="1413281" y="55024"/>
                  </a:lnTo>
                  <a:lnTo>
                    <a:pt x="1420367" y="90043"/>
                  </a:lnTo>
                  <a:lnTo>
                    <a:pt x="1420367" y="810641"/>
                  </a:lnTo>
                  <a:lnTo>
                    <a:pt x="1413281" y="845659"/>
                  </a:lnTo>
                  <a:lnTo>
                    <a:pt x="1393967" y="874283"/>
                  </a:lnTo>
                  <a:lnTo>
                    <a:pt x="1365343" y="893597"/>
                  </a:lnTo>
                  <a:lnTo>
                    <a:pt x="1330325" y="900684"/>
                  </a:lnTo>
                  <a:lnTo>
                    <a:pt x="90042" y="900684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1"/>
                  </a:lnTo>
                  <a:lnTo>
                    <a:pt x="0" y="9004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834128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6" y="875792"/>
                  </a:lnTo>
                  <a:lnTo>
                    <a:pt x="55078" y="895119"/>
                  </a:lnTo>
                  <a:lnTo>
                    <a:pt x="90170" y="902208"/>
                  </a:lnTo>
                  <a:lnTo>
                    <a:pt x="1330198" y="902208"/>
                  </a:lnTo>
                  <a:lnTo>
                    <a:pt x="1365289" y="895119"/>
                  </a:lnTo>
                  <a:lnTo>
                    <a:pt x="1393952" y="875792"/>
                  </a:lnTo>
                  <a:lnTo>
                    <a:pt x="1413279" y="847129"/>
                  </a:lnTo>
                  <a:lnTo>
                    <a:pt x="1420368" y="812038"/>
                  </a:lnTo>
                  <a:lnTo>
                    <a:pt x="1420368" y="90170"/>
                  </a:lnTo>
                  <a:lnTo>
                    <a:pt x="1413279" y="55078"/>
                  </a:lnTo>
                  <a:lnTo>
                    <a:pt x="1393952" y="26415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834128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2" y="26415"/>
                  </a:lnTo>
                  <a:lnTo>
                    <a:pt x="1413279" y="55078"/>
                  </a:lnTo>
                  <a:lnTo>
                    <a:pt x="1420368" y="90170"/>
                  </a:lnTo>
                  <a:lnTo>
                    <a:pt x="1420368" y="812038"/>
                  </a:lnTo>
                  <a:lnTo>
                    <a:pt x="1413279" y="847129"/>
                  </a:lnTo>
                  <a:lnTo>
                    <a:pt x="1393952" y="875792"/>
                  </a:lnTo>
                  <a:lnTo>
                    <a:pt x="1365289" y="895119"/>
                  </a:lnTo>
                  <a:lnTo>
                    <a:pt x="1330198" y="902208"/>
                  </a:lnTo>
                  <a:lnTo>
                    <a:pt x="90170" y="902208"/>
                  </a:lnTo>
                  <a:lnTo>
                    <a:pt x="55078" y="895119"/>
                  </a:lnTo>
                  <a:lnTo>
                    <a:pt x="26416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864293" y="4484275"/>
            <a:ext cx="588169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M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ealy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537645" y="3253930"/>
            <a:ext cx="1192530" cy="798195"/>
            <a:chOff x="7383526" y="3195573"/>
            <a:chExt cx="1590040" cy="1064260"/>
          </a:xfrm>
        </p:grpSpPr>
        <p:sp>
          <p:nvSpPr>
            <p:cNvPr id="31" name="object 31"/>
            <p:cNvSpPr/>
            <p:nvPr/>
          </p:nvSpPr>
          <p:spPr>
            <a:xfrm>
              <a:off x="7389876" y="3201923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1330325" y="0"/>
                  </a:moveTo>
                  <a:lnTo>
                    <a:pt x="90043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2"/>
                  </a:lnTo>
                  <a:lnTo>
                    <a:pt x="0" y="810640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3" y="900683"/>
                  </a:lnTo>
                  <a:lnTo>
                    <a:pt x="1330325" y="900683"/>
                  </a:lnTo>
                  <a:lnTo>
                    <a:pt x="1365343" y="893597"/>
                  </a:lnTo>
                  <a:lnTo>
                    <a:pt x="1393967" y="874283"/>
                  </a:lnTo>
                  <a:lnTo>
                    <a:pt x="1413281" y="845659"/>
                  </a:lnTo>
                  <a:lnTo>
                    <a:pt x="1420368" y="810640"/>
                  </a:lnTo>
                  <a:lnTo>
                    <a:pt x="1420368" y="90042"/>
                  </a:lnTo>
                  <a:lnTo>
                    <a:pt x="1413281" y="55024"/>
                  </a:lnTo>
                  <a:lnTo>
                    <a:pt x="1393967" y="26400"/>
                  </a:lnTo>
                  <a:lnTo>
                    <a:pt x="1365343" y="7086"/>
                  </a:lnTo>
                  <a:lnTo>
                    <a:pt x="133032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389876" y="3201923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0" y="90042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3" y="0"/>
                  </a:lnTo>
                  <a:lnTo>
                    <a:pt x="1330325" y="0"/>
                  </a:lnTo>
                  <a:lnTo>
                    <a:pt x="1365343" y="7086"/>
                  </a:lnTo>
                  <a:lnTo>
                    <a:pt x="1393967" y="26400"/>
                  </a:lnTo>
                  <a:lnTo>
                    <a:pt x="1413281" y="55024"/>
                  </a:lnTo>
                  <a:lnTo>
                    <a:pt x="1420368" y="90042"/>
                  </a:lnTo>
                  <a:lnTo>
                    <a:pt x="1420368" y="810640"/>
                  </a:lnTo>
                  <a:lnTo>
                    <a:pt x="1413281" y="845659"/>
                  </a:lnTo>
                  <a:lnTo>
                    <a:pt x="1393967" y="874283"/>
                  </a:lnTo>
                  <a:lnTo>
                    <a:pt x="1365343" y="893597"/>
                  </a:lnTo>
                  <a:lnTo>
                    <a:pt x="1330325" y="900683"/>
                  </a:lnTo>
                  <a:lnTo>
                    <a:pt x="90043" y="900683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0"/>
                  </a:lnTo>
                  <a:lnTo>
                    <a:pt x="0" y="9004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548372" y="3351275"/>
              <a:ext cx="1419225" cy="902335"/>
            </a:xfrm>
            <a:custGeom>
              <a:avLst/>
              <a:gdLst/>
              <a:ahLst/>
              <a:cxnLst/>
              <a:rect l="l" t="t" r="r" b="b"/>
              <a:pathLst>
                <a:path w="1419225" h="902335">
                  <a:moveTo>
                    <a:pt x="1328674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5" y="875792"/>
                  </a:lnTo>
                  <a:lnTo>
                    <a:pt x="55078" y="895119"/>
                  </a:lnTo>
                  <a:lnTo>
                    <a:pt x="90170" y="902207"/>
                  </a:lnTo>
                  <a:lnTo>
                    <a:pt x="1328674" y="902207"/>
                  </a:lnTo>
                  <a:lnTo>
                    <a:pt x="1363765" y="895119"/>
                  </a:lnTo>
                  <a:lnTo>
                    <a:pt x="1392427" y="875792"/>
                  </a:lnTo>
                  <a:lnTo>
                    <a:pt x="1411755" y="847129"/>
                  </a:lnTo>
                  <a:lnTo>
                    <a:pt x="1418844" y="812038"/>
                  </a:lnTo>
                  <a:lnTo>
                    <a:pt x="1418844" y="90170"/>
                  </a:lnTo>
                  <a:lnTo>
                    <a:pt x="1411755" y="55078"/>
                  </a:lnTo>
                  <a:lnTo>
                    <a:pt x="1392427" y="26416"/>
                  </a:lnTo>
                  <a:lnTo>
                    <a:pt x="1363765" y="7088"/>
                  </a:lnTo>
                  <a:lnTo>
                    <a:pt x="132867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548372" y="3351275"/>
              <a:ext cx="1419225" cy="902335"/>
            </a:xfrm>
            <a:custGeom>
              <a:avLst/>
              <a:gdLst/>
              <a:ahLst/>
              <a:cxnLst/>
              <a:rect l="l" t="t" r="r" b="b"/>
              <a:pathLst>
                <a:path w="141922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28674" y="0"/>
                  </a:lnTo>
                  <a:lnTo>
                    <a:pt x="1363765" y="7088"/>
                  </a:lnTo>
                  <a:lnTo>
                    <a:pt x="1392427" y="26416"/>
                  </a:lnTo>
                  <a:lnTo>
                    <a:pt x="1411755" y="55078"/>
                  </a:lnTo>
                  <a:lnTo>
                    <a:pt x="1418844" y="90170"/>
                  </a:lnTo>
                  <a:lnTo>
                    <a:pt x="1418844" y="812038"/>
                  </a:lnTo>
                  <a:lnTo>
                    <a:pt x="1411755" y="847129"/>
                  </a:lnTo>
                  <a:lnTo>
                    <a:pt x="1392427" y="875792"/>
                  </a:lnTo>
                  <a:lnTo>
                    <a:pt x="1363765" y="895119"/>
                  </a:lnTo>
                  <a:lnTo>
                    <a:pt x="1328674" y="902207"/>
                  </a:lnTo>
                  <a:lnTo>
                    <a:pt x="90170" y="902207"/>
                  </a:lnTo>
                  <a:lnTo>
                    <a:pt x="55078" y="895119"/>
                  </a:lnTo>
                  <a:lnTo>
                    <a:pt x="26415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804916" y="3421571"/>
            <a:ext cx="776764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60484" marR="3810" indent="-51435" defTabSz="685800">
              <a:lnSpc>
                <a:spcPts val="1898"/>
              </a:lnSpc>
              <a:spcBef>
                <a:spcPts val="28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Without  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114734" y="4194620"/>
            <a:ext cx="1192530" cy="798195"/>
            <a:chOff x="6819645" y="4449826"/>
            <a:chExt cx="1590040" cy="106426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5995" y="4456176"/>
              <a:ext cx="1418844" cy="90220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825995" y="4456176"/>
              <a:ext cx="1419225" cy="902335"/>
            </a:xfrm>
            <a:custGeom>
              <a:avLst/>
              <a:gdLst/>
              <a:ahLst/>
              <a:cxnLst/>
              <a:rect l="l" t="t" r="r" b="b"/>
              <a:pathLst>
                <a:path w="1419225" h="902335">
                  <a:moveTo>
                    <a:pt x="0" y="90169"/>
                  </a:moveTo>
                  <a:lnTo>
                    <a:pt x="7088" y="55078"/>
                  </a:lnTo>
                  <a:lnTo>
                    <a:pt x="26416" y="26415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28674" y="0"/>
                  </a:lnTo>
                  <a:lnTo>
                    <a:pt x="1363765" y="7088"/>
                  </a:lnTo>
                  <a:lnTo>
                    <a:pt x="1392427" y="26415"/>
                  </a:lnTo>
                  <a:lnTo>
                    <a:pt x="1411755" y="55078"/>
                  </a:lnTo>
                  <a:lnTo>
                    <a:pt x="1418844" y="90169"/>
                  </a:lnTo>
                  <a:lnTo>
                    <a:pt x="1418844" y="812038"/>
                  </a:lnTo>
                  <a:lnTo>
                    <a:pt x="1411755" y="847129"/>
                  </a:lnTo>
                  <a:lnTo>
                    <a:pt x="1392427" y="875792"/>
                  </a:lnTo>
                  <a:lnTo>
                    <a:pt x="1363765" y="895119"/>
                  </a:lnTo>
                  <a:lnTo>
                    <a:pt x="1328674" y="902208"/>
                  </a:lnTo>
                  <a:lnTo>
                    <a:pt x="90170" y="902208"/>
                  </a:lnTo>
                  <a:lnTo>
                    <a:pt x="55078" y="895119"/>
                  </a:lnTo>
                  <a:lnTo>
                    <a:pt x="26415" y="875791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6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982967" y="4605528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5" y="875792"/>
                  </a:lnTo>
                  <a:lnTo>
                    <a:pt x="55078" y="895119"/>
                  </a:lnTo>
                  <a:lnTo>
                    <a:pt x="90170" y="902208"/>
                  </a:lnTo>
                  <a:lnTo>
                    <a:pt x="1330198" y="902208"/>
                  </a:lnTo>
                  <a:lnTo>
                    <a:pt x="1365289" y="895119"/>
                  </a:lnTo>
                  <a:lnTo>
                    <a:pt x="1393951" y="875792"/>
                  </a:lnTo>
                  <a:lnTo>
                    <a:pt x="1413279" y="847129"/>
                  </a:lnTo>
                  <a:lnTo>
                    <a:pt x="1420367" y="812038"/>
                  </a:lnTo>
                  <a:lnTo>
                    <a:pt x="1420367" y="90170"/>
                  </a:lnTo>
                  <a:lnTo>
                    <a:pt x="1413279" y="55078"/>
                  </a:lnTo>
                  <a:lnTo>
                    <a:pt x="1393951" y="26415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6982967" y="4605528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1" y="26415"/>
                  </a:lnTo>
                  <a:lnTo>
                    <a:pt x="1413279" y="55078"/>
                  </a:lnTo>
                  <a:lnTo>
                    <a:pt x="1420367" y="90170"/>
                  </a:lnTo>
                  <a:lnTo>
                    <a:pt x="1420367" y="812038"/>
                  </a:lnTo>
                  <a:lnTo>
                    <a:pt x="1413279" y="847129"/>
                  </a:lnTo>
                  <a:lnTo>
                    <a:pt x="1393951" y="875792"/>
                  </a:lnTo>
                  <a:lnTo>
                    <a:pt x="1365289" y="895119"/>
                  </a:lnTo>
                  <a:lnTo>
                    <a:pt x="1330198" y="902208"/>
                  </a:lnTo>
                  <a:lnTo>
                    <a:pt x="90170" y="902208"/>
                  </a:lnTo>
                  <a:lnTo>
                    <a:pt x="55078" y="895119"/>
                  </a:lnTo>
                  <a:lnTo>
                    <a:pt x="26415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581841" y="4483132"/>
            <a:ext cx="378619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D</a:t>
            </a:r>
            <a:r>
              <a:rPr sz="1725" b="1" spc="-101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37376" y="4200525"/>
            <a:ext cx="1187768" cy="793433"/>
            <a:chOff x="8583168" y="4457700"/>
            <a:chExt cx="1583690" cy="1057910"/>
          </a:xfrm>
        </p:grpSpPr>
        <p:sp>
          <p:nvSpPr>
            <p:cNvPr id="43" name="object 43"/>
            <p:cNvSpPr/>
            <p:nvPr/>
          </p:nvSpPr>
          <p:spPr>
            <a:xfrm>
              <a:off x="8583168" y="4457700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1328801" y="0"/>
                  </a:moveTo>
                  <a:lnTo>
                    <a:pt x="90042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3"/>
                  </a:lnTo>
                  <a:lnTo>
                    <a:pt x="0" y="810641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2" y="900684"/>
                  </a:lnTo>
                  <a:lnTo>
                    <a:pt x="1328801" y="900684"/>
                  </a:lnTo>
                  <a:lnTo>
                    <a:pt x="1363819" y="893597"/>
                  </a:lnTo>
                  <a:lnTo>
                    <a:pt x="1392443" y="874283"/>
                  </a:lnTo>
                  <a:lnTo>
                    <a:pt x="1411757" y="845659"/>
                  </a:lnTo>
                  <a:lnTo>
                    <a:pt x="1418843" y="810641"/>
                  </a:lnTo>
                  <a:lnTo>
                    <a:pt x="1418843" y="90043"/>
                  </a:lnTo>
                  <a:lnTo>
                    <a:pt x="1411757" y="55024"/>
                  </a:lnTo>
                  <a:lnTo>
                    <a:pt x="1392443" y="26400"/>
                  </a:lnTo>
                  <a:lnTo>
                    <a:pt x="1363819" y="7086"/>
                  </a:lnTo>
                  <a:lnTo>
                    <a:pt x="132880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8740140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69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6" y="875792"/>
                  </a:lnTo>
                  <a:lnTo>
                    <a:pt x="55078" y="895119"/>
                  </a:lnTo>
                  <a:lnTo>
                    <a:pt x="90169" y="902208"/>
                  </a:lnTo>
                  <a:lnTo>
                    <a:pt x="1330198" y="902208"/>
                  </a:lnTo>
                  <a:lnTo>
                    <a:pt x="1365289" y="895119"/>
                  </a:lnTo>
                  <a:lnTo>
                    <a:pt x="1393951" y="875792"/>
                  </a:lnTo>
                  <a:lnTo>
                    <a:pt x="1413279" y="847129"/>
                  </a:lnTo>
                  <a:lnTo>
                    <a:pt x="1420367" y="812038"/>
                  </a:lnTo>
                  <a:lnTo>
                    <a:pt x="1420367" y="90170"/>
                  </a:lnTo>
                  <a:lnTo>
                    <a:pt x="1413279" y="55078"/>
                  </a:lnTo>
                  <a:lnTo>
                    <a:pt x="1393951" y="26415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8740140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69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1" y="26415"/>
                  </a:lnTo>
                  <a:lnTo>
                    <a:pt x="1413279" y="55078"/>
                  </a:lnTo>
                  <a:lnTo>
                    <a:pt x="1420367" y="90170"/>
                  </a:lnTo>
                  <a:lnTo>
                    <a:pt x="1420367" y="812038"/>
                  </a:lnTo>
                  <a:lnTo>
                    <a:pt x="1413279" y="847129"/>
                  </a:lnTo>
                  <a:lnTo>
                    <a:pt x="1393951" y="875792"/>
                  </a:lnTo>
                  <a:lnTo>
                    <a:pt x="1365289" y="895119"/>
                  </a:lnTo>
                  <a:lnTo>
                    <a:pt x="1330198" y="902208"/>
                  </a:lnTo>
                  <a:lnTo>
                    <a:pt x="90169" y="902208"/>
                  </a:lnTo>
                  <a:lnTo>
                    <a:pt x="55078" y="895119"/>
                  </a:lnTo>
                  <a:lnTo>
                    <a:pt x="26416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896004" y="4484275"/>
            <a:ext cx="384334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725" b="1" spc="-105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070473" y="4099941"/>
            <a:ext cx="508635" cy="181928"/>
          </a:xfrm>
          <a:custGeom>
            <a:avLst/>
            <a:gdLst/>
            <a:ahLst/>
            <a:cxnLst/>
            <a:rect l="l" t="t" r="r" b="b"/>
            <a:pathLst>
              <a:path w="678179" h="242570">
                <a:moveTo>
                  <a:pt x="0" y="0"/>
                </a:moveTo>
                <a:lnTo>
                  <a:pt x="677290" y="0"/>
                </a:lnTo>
              </a:path>
              <a:path w="678179" h="242570">
                <a:moveTo>
                  <a:pt x="678179" y="0"/>
                </a:moveTo>
                <a:lnTo>
                  <a:pt x="678179" y="242062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632F3099-48E2-9126-8C89-94F0D6FFA7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2671763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4" dirty="0"/>
              <a:t>Moore</a:t>
            </a:r>
            <a:r>
              <a:rPr spc="-131" dirty="0"/>
              <a:t> </a:t>
            </a:r>
            <a:r>
              <a:rPr spc="-26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8180" y="1962645"/>
            <a:ext cx="8036719" cy="3787896"/>
          </a:xfrm>
          <a:prstGeom prst="rect">
            <a:avLst/>
          </a:prstGeom>
        </p:spPr>
        <p:txBody>
          <a:bodyPr vert="horz" wrap="square" lIns="0" tIns="73343" rIns="0" bIns="0" rtlCol="0">
            <a:spAutoFit/>
          </a:bodyPr>
          <a:lstStyle/>
          <a:p>
            <a:pPr marL="190500" indent="-171450" defTabSz="685800">
              <a:spcBef>
                <a:spcPts val="578"/>
              </a:spcBef>
              <a:buFont typeface="Arial MT"/>
              <a:buChar char="•"/>
              <a:tabLst>
                <a:tab pos="190500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Moore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finite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that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generates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506"/>
              </a:spcBef>
              <a:buFont typeface="Arial MT"/>
              <a:buChar char="•"/>
              <a:tabLst>
                <a:tab pos="190500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Moore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60" dirty="0">
                <a:solidFill>
                  <a:prstClr val="black"/>
                </a:solidFill>
                <a:latin typeface="Calibri"/>
                <a:cs typeface="Calibri"/>
              </a:rPr>
              <a:t>FA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whose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outputs</a:t>
            </a:r>
            <a:r>
              <a:rPr sz="2100" spc="3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depend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on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only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present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state.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lnSpc>
                <a:spcPts val="2385"/>
              </a:lnSpc>
              <a:spcBef>
                <a:spcPts val="514"/>
              </a:spcBef>
              <a:buFont typeface="Arial MT"/>
              <a:buChar char="•"/>
              <a:tabLst>
                <a:tab pos="190500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Moore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can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be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described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by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6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tuple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34" dirty="0">
                <a:solidFill>
                  <a:prstClr val="black"/>
                </a:solidFill>
                <a:latin typeface="Calibri"/>
                <a:cs typeface="Calibri"/>
              </a:rPr>
              <a:t>(Q,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∆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δ,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278" dirty="0">
                <a:solidFill>
                  <a:prstClr val="black"/>
                </a:solidFill>
                <a:latin typeface="Microsoft YaHei UI"/>
                <a:cs typeface="Microsoft YaHei UI"/>
              </a:rPr>
              <a:t>𝜆</a:t>
            </a:r>
            <a:r>
              <a:rPr sz="2100" b="1" spc="-199" dirty="0">
                <a:solidFill>
                  <a:prstClr val="black"/>
                </a:solidFill>
                <a:latin typeface="Microsoft YaHei UI"/>
                <a:cs typeface="Microsoft YaHei U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2081" spc="-5" baseline="-2102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)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where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defTabSz="685800">
              <a:lnSpc>
                <a:spcPts val="2385"/>
              </a:lnSpc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−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495"/>
              </a:spcBef>
              <a:buFont typeface="Arial MT"/>
              <a:buChar char="•"/>
              <a:tabLst>
                <a:tab pos="190500" algn="l"/>
              </a:tabLst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2100" b="1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finite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set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states.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506"/>
              </a:spcBef>
              <a:buFont typeface="Arial MT"/>
              <a:buChar char="•"/>
              <a:tabLst>
                <a:tab pos="190500" algn="l"/>
              </a:tabLst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∑</a:t>
            </a: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 a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finite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set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of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symbols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called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alphabet.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495"/>
              </a:spcBef>
              <a:buFont typeface="Arial MT"/>
              <a:buChar char="•"/>
              <a:tabLst>
                <a:tab pos="190500" algn="l"/>
              </a:tabLst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∆</a:t>
            </a:r>
            <a:r>
              <a:rPr sz="2100" b="1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finite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set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symbols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called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alphabet.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495"/>
              </a:spcBef>
              <a:buFont typeface="Arial MT"/>
              <a:buChar char="•"/>
              <a:tabLst>
                <a:tab pos="190500" algn="l"/>
              </a:tabLst>
            </a:pP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δ</a:t>
            </a:r>
            <a:r>
              <a:rPr sz="2100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transition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function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where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δ: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×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 →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521"/>
              </a:spcBef>
              <a:buFont typeface="Arial MT"/>
              <a:buChar char="•"/>
              <a:tabLst>
                <a:tab pos="190500" algn="l"/>
              </a:tabLst>
            </a:pPr>
            <a:r>
              <a:rPr sz="2100" b="1" spc="-278" dirty="0">
                <a:solidFill>
                  <a:prstClr val="black"/>
                </a:solidFill>
                <a:latin typeface="Microsoft YaHei UI"/>
                <a:cs typeface="Microsoft YaHei UI"/>
              </a:rPr>
              <a:t>𝜆</a:t>
            </a:r>
            <a:r>
              <a:rPr sz="2100" b="1" spc="-158" dirty="0">
                <a:solidFill>
                  <a:prstClr val="black"/>
                </a:solidFill>
                <a:latin typeface="Microsoft YaHei UI"/>
                <a:cs typeface="Microsoft YaHei U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transition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function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where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278" dirty="0">
                <a:solidFill>
                  <a:prstClr val="black"/>
                </a:solidFill>
                <a:latin typeface="Microsoft YaHei UI"/>
                <a:cs typeface="Microsoft YaHei UI"/>
              </a:rPr>
              <a:t>𝜆</a:t>
            </a:r>
            <a:r>
              <a:rPr sz="2100" b="1" spc="-203" dirty="0">
                <a:solidFill>
                  <a:prstClr val="black"/>
                </a:solidFill>
                <a:latin typeface="Microsoft YaHei UI"/>
                <a:cs typeface="Microsoft YaHei U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: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Q →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b="1" spc="-4" dirty="0">
                <a:solidFill>
                  <a:prstClr val="black"/>
                </a:solidFill>
                <a:latin typeface="Calibri"/>
                <a:cs typeface="Calibri"/>
              </a:rPr>
              <a:t>∆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495"/>
              </a:spcBef>
              <a:buFont typeface="Arial MT"/>
              <a:buChar char="•"/>
              <a:tabLst>
                <a:tab pos="190500" algn="l"/>
              </a:tabLst>
            </a:pPr>
            <a:r>
              <a:rPr sz="2100" b="1" spc="4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2081" b="1" spc="5" baseline="-2102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2081" b="1" spc="242" baseline="-2102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 initial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from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where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any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processed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(q</a:t>
            </a:r>
            <a:r>
              <a:rPr sz="2081" spc="17" baseline="-2102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2081" spc="253" baseline="-2102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mbria Math"/>
                <a:cs typeface="Cambria Math"/>
              </a:rPr>
              <a:t>∈</a:t>
            </a:r>
            <a:r>
              <a:rPr sz="2100" spc="19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Q).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C4967-0D33-CF48-A8C8-1367608049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040664"/>
            <a:ext cx="2803684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4" dirty="0"/>
              <a:t>Important</a:t>
            </a:r>
            <a:r>
              <a:rPr spc="-124" dirty="0"/>
              <a:t> </a:t>
            </a:r>
            <a:r>
              <a:rPr spc="-26" dirty="0"/>
              <a:t>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6113" y="1632602"/>
            <a:ext cx="8266271" cy="3716082"/>
          </a:xfrm>
          <a:prstGeom prst="rect">
            <a:avLst/>
          </a:prstGeom>
        </p:spPr>
        <p:txBody>
          <a:bodyPr vert="horz" wrap="square" lIns="0" tIns="73343" rIns="0" bIns="0" rtlCol="0">
            <a:spAutoFit/>
          </a:bodyPr>
          <a:lstStyle/>
          <a:p>
            <a:pPr marL="180975" marR="3810" indent="-171450" algn="just" defTabSz="685800">
              <a:lnSpc>
                <a:spcPts val="2273"/>
              </a:lnSpc>
              <a:spcBef>
                <a:spcPts val="78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5">
                <a:solidFill>
                  <a:prstClr val="black"/>
                </a:solidFill>
                <a:latin typeface="Calibri"/>
                <a:cs typeface="Calibri"/>
              </a:rPr>
              <a:t>We</a:t>
            </a:r>
            <a:r>
              <a:rPr sz="2100" spc="-41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refer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to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symbol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as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letter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and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output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symbol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as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characters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marR="6191" indent="-171450" algn="just" defTabSz="685800">
              <a:lnSpc>
                <a:spcPts val="2265"/>
              </a:lnSpc>
              <a:spcBef>
                <a:spcPts val="746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Moore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always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starts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working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by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printing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a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character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by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the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mandatory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start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state.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marR="5715" indent="-171450" algn="just" defTabSz="685800">
              <a:lnSpc>
                <a:spcPts val="2265"/>
              </a:lnSpc>
              <a:spcBef>
                <a:spcPts val="75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the input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letters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(run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on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machine)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are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‘n’ then output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letters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must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be 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“n+1”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marR="5715" indent="-171450" algn="just" defTabSz="685800">
              <a:lnSpc>
                <a:spcPts val="2265"/>
              </a:lnSpc>
              <a:spcBef>
                <a:spcPts val="764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Moore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 will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not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define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any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language or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not work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to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accept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any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string, so the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process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will be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terminated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when the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last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input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letter from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string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read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and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last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character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is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printed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marR="6668" indent="-171450" algn="just" defTabSz="685800">
              <a:lnSpc>
                <a:spcPts val="2265"/>
              </a:lnSpc>
              <a:spcBef>
                <a:spcPts val="758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There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will be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always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2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symbols in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each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 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separated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by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“/”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sign.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On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 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left,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will be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23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name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and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on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right,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printed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by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that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state.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19141-20F9-16B9-1602-D1DCA42647A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865B1-32B1-6ED7-BD79-46C9DC84E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6EFE15-9C7D-1B73-06B3-4027D50D5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04276-2B84-62DA-1345-4F774080EE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D417E7-73EE-7ED3-630F-02AA7E6B9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1673"/>
            <a:ext cx="9144000" cy="500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50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003A-A409-9E36-33AA-7935F9407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FCD9C-DAB9-2C65-09DB-E62547DD6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452CA-00A4-22B5-EFFF-466288BD90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DA229-C0E3-0B4B-681C-DD10D168A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76"/>
            <a:ext cx="9144000" cy="556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865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DDFA-4B73-3071-9985-4EC282F2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66E52-D521-F860-D907-14E0F5D62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38303-79D9-29BA-13C1-28393CAAD9F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31E63-5728-7CC7-92C9-3A83D1F45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8639"/>
            <a:ext cx="9144000" cy="564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853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141922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2202142"/>
            <a:ext cx="7484269" cy="62469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lnSpc>
                <a:spcPts val="2396"/>
              </a:lnSpc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Construct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Moore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which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prints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1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every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substring</a:t>
            </a:r>
            <a:r>
              <a:rPr sz="2100" spc="4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53" dirty="0">
                <a:solidFill>
                  <a:prstClr val="black"/>
                </a:solidFill>
                <a:latin typeface="Calibri"/>
                <a:cs typeface="Calibri"/>
              </a:rPr>
              <a:t>“ab”,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defTabSz="685800">
              <a:lnSpc>
                <a:spcPts val="2396"/>
              </a:lnSpc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∑={a,b}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and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∆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=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{0,1}</a:t>
            </a:r>
            <a:endParaRPr sz="2100" dirty="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9037" y="2988945"/>
            <a:ext cx="5868162" cy="291122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0F4BB-86E7-9347-8232-5DD1F93E0C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945" y="1320164"/>
            <a:ext cx="7044309" cy="420395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8688B9-986F-BCDA-407B-8EE63BBA84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141922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2202142"/>
            <a:ext cx="7617619" cy="624690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180975" indent="-171450" defTabSz="685800">
              <a:lnSpc>
                <a:spcPts val="2396"/>
              </a:lnSpc>
              <a:spcBef>
                <a:spcPts val="71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Construct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Moore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which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prints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1</a:t>
            </a:r>
            <a:r>
              <a:rPr sz="21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every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substring</a:t>
            </a:r>
            <a:r>
              <a:rPr sz="2100" spc="4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38" dirty="0">
                <a:solidFill>
                  <a:prstClr val="black"/>
                </a:solidFill>
                <a:latin typeface="Calibri"/>
                <a:cs typeface="Calibri"/>
              </a:rPr>
              <a:t>“baa”,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if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defTabSz="685800">
              <a:lnSpc>
                <a:spcPts val="2396"/>
              </a:lnSpc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∑={a,b}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and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∆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=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{0,1}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5890" y="2896362"/>
            <a:ext cx="6180201" cy="293065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1EB330-6864-1060-2BAB-DFB12233A0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982" y="1404746"/>
            <a:ext cx="7146035" cy="40850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88F968-6619-7F9F-4E64-064A351DD76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314507"/>
            <a:ext cx="5835491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0" dirty="0"/>
              <a:t>Categories</a:t>
            </a:r>
            <a:r>
              <a:rPr spc="-79" dirty="0"/>
              <a:t> </a:t>
            </a:r>
            <a:r>
              <a:rPr spc="-11" dirty="0"/>
              <a:t>of</a:t>
            </a:r>
            <a:r>
              <a:rPr spc="-56" dirty="0"/>
              <a:t> </a:t>
            </a:r>
            <a:r>
              <a:rPr spc="-23" dirty="0"/>
              <a:t>Finite</a:t>
            </a:r>
            <a:r>
              <a:rPr spc="-83" dirty="0"/>
              <a:t> </a:t>
            </a:r>
            <a:r>
              <a:rPr spc="-41" dirty="0"/>
              <a:t>State</a:t>
            </a:r>
            <a:r>
              <a:rPr spc="-79" dirty="0"/>
              <a:t> </a:t>
            </a:r>
            <a:r>
              <a:rPr spc="-26" dirty="0"/>
              <a:t>Machines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33840" y="2222945"/>
            <a:ext cx="3546634" cy="1982629"/>
            <a:chOff x="3378453" y="1820926"/>
            <a:chExt cx="4728845" cy="2643505"/>
          </a:xfrm>
        </p:grpSpPr>
        <p:sp>
          <p:nvSpPr>
            <p:cNvPr id="4" name="object 4"/>
            <p:cNvSpPr/>
            <p:nvPr/>
          </p:nvSpPr>
          <p:spPr>
            <a:xfrm>
              <a:off x="7536179" y="4102608"/>
              <a:ext cx="564515" cy="353695"/>
            </a:xfrm>
            <a:custGeom>
              <a:avLst/>
              <a:gdLst/>
              <a:ahLst/>
              <a:cxnLst/>
              <a:rect l="l" t="t" r="r" b="b"/>
              <a:pathLst>
                <a:path w="564515" h="353695">
                  <a:moveTo>
                    <a:pt x="564388" y="0"/>
                  </a:moveTo>
                  <a:lnTo>
                    <a:pt x="564388" y="221615"/>
                  </a:lnTo>
                  <a:lnTo>
                    <a:pt x="0" y="221615"/>
                  </a:lnTo>
                  <a:lnTo>
                    <a:pt x="0" y="353187"/>
                  </a:lnTo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4175759" y="2727960"/>
              <a:ext cx="3924935" cy="473075"/>
            </a:xfrm>
            <a:custGeom>
              <a:avLst/>
              <a:gdLst/>
              <a:ahLst/>
              <a:cxnLst/>
              <a:rect l="l" t="t" r="r" b="b"/>
              <a:pathLst>
                <a:path w="3924934" h="473075">
                  <a:moveTo>
                    <a:pt x="2058924" y="0"/>
                  </a:moveTo>
                  <a:lnTo>
                    <a:pt x="2058924" y="341122"/>
                  </a:lnTo>
                  <a:lnTo>
                    <a:pt x="3924935" y="341122"/>
                  </a:lnTo>
                  <a:lnTo>
                    <a:pt x="3924935" y="472693"/>
                  </a:lnTo>
                </a:path>
                <a:path w="3924934" h="473075">
                  <a:moveTo>
                    <a:pt x="2057907" y="0"/>
                  </a:moveTo>
                  <a:lnTo>
                    <a:pt x="2057907" y="329818"/>
                  </a:lnTo>
                  <a:lnTo>
                    <a:pt x="0" y="329818"/>
                  </a:lnTo>
                  <a:lnTo>
                    <a:pt x="0" y="461390"/>
                  </a:lnTo>
                </a:path>
              </a:pathLst>
            </a:custGeom>
            <a:ln w="12192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524499" y="1827276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1328801" y="0"/>
                  </a:moveTo>
                  <a:lnTo>
                    <a:pt x="90042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3"/>
                  </a:lnTo>
                  <a:lnTo>
                    <a:pt x="0" y="810640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2" y="900684"/>
                  </a:lnTo>
                  <a:lnTo>
                    <a:pt x="1328801" y="900684"/>
                  </a:lnTo>
                  <a:lnTo>
                    <a:pt x="1363819" y="893597"/>
                  </a:lnTo>
                  <a:lnTo>
                    <a:pt x="1392443" y="874283"/>
                  </a:lnTo>
                  <a:lnTo>
                    <a:pt x="1411757" y="845659"/>
                  </a:lnTo>
                  <a:lnTo>
                    <a:pt x="1418844" y="810640"/>
                  </a:lnTo>
                  <a:lnTo>
                    <a:pt x="1418844" y="90043"/>
                  </a:lnTo>
                  <a:lnTo>
                    <a:pt x="1411757" y="55024"/>
                  </a:lnTo>
                  <a:lnTo>
                    <a:pt x="1392443" y="26400"/>
                  </a:lnTo>
                  <a:lnTo>
                    <a:pt x="1363819" y="7086"/>
                  </a:lnTo>
                  <a:lnTo>
                    <a:pt x="132880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524499" y="1827276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0" y="90043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2" y="0"/>
                  </a:lnTo>
                  <a:lnTo>
                    <a:pt x="1328801" y="0"/>
                  </a:lnTo>
                  <a:lnTo>
                    <a:pt x="1363819" y="7086"/>
                  </a:lnTo>
                  <a:lnTo>
                    <a:pt x="1392443" y="26400"/>
                  </a:lnTo>
                  <a:lnTo>
                    <a:pt x="1411757" y="55024"/>
                  </a:lnTo>
                  <a:lnTo>
                    <a:pt x="1418844" y="90043"/>
                  </a:lnTo>
                  <a:lnTo>
                    <a:pt x="1418844" y="810640"/>
                  </a:lnTo>
                  <a:lnTo>
                    <a:pt x="1411757" y="845659"/>
                  </a:lnTo>
                  <a:lnTo>
                    <a:pt x="1392443" y="874283"/>
                  </a:lnTo>
                  <a:lnTo>
                    <a:pt x="1363819" y="893597"/>
                  </a:lnTo>
                  <a:lnTo>
                    <a:pt x="1328801" y="900684"/>
                  </a:lnTo>
                  <a:lnTo>
                    <a:pt x="90042" y="900684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0"/>
                  </a:lnTo>
                  <a:lnTo>
                    <a:pt x="0" y="9004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681471" y="1976628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69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5" y="875791"/>
                  </a:lnTo>
                  <a:lnTo>
                    <a:pt x="55078" y="895119"/>
                  </a:lnTo>
                  <a:lnTo>
                    <a:pt x="90169" y="902208"/>
                  </a:lnTo>
                  <a:lnTo>
                    <a:pt x="1330198" y="902208"/>
                  </a:lnTo>
                  <a:lnTo>
                    <a:pt x="1365289" y="895119"/>
                  </a:lnTo>
                  <a:lnTo>
                    <a:pt x="1393952" y="875791"/>
                  </a:lnTo>
                  <a:lnTo>
                    <a:pt x="1413279" y="847129"/>
                  </a:lnTo>
                  <a:lnTo>
                    <a:pt x="1420368" y="812038"/>
                  </a:lnTo>
                  <a:lnTo>
                    <a:pt x="1420368" y="90170"/>
                  </a:lnTo>
                  <a:lnTo>
                    <a:pt x="1413279" y="55078"/>
                  </a:lnTo>
                  <a:lnTo>
                    <a:pt x="1393952" y="26416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681471" y="1976628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69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2" y="26416"/>
                  </a:lnTo>
                  <a:lnTo>
                    <a:pt x="1413279" y="55078"/>
                  </a:lnTo>
                  <a:lnTo>
                    <a:pt x="1420368" y="90170"/>
                  </a:lnTo>
                  <a:lnTo>
                    <a:pt x="1420368" y="812038"/>
                  </a:lnTo>
                  <a:lnTo>
                    <a:pt x="1413279" y="847129"/>
                  </a:lnTo>
                  <a:lnTo>
                    <a:pt x="1393952" y="875791"/>
                  </a:lnTo>
                  <a:lnTo>
                    <a:pt x="1365289" y="895119"/>
                  </a:lnTo>
                  <a:lnTo>
                    <a:pt x="1330198" y="902208"/>
                  </a:lnTo>
                  <a:lnTo>
                    <a:pt x="90169" y="902208"/>
                  </a:lnTo>
                  <a:lnTo>
                    <a:pt x="55078" y="895119"/>
                  </a:lnTo>
                  <a:lnTo>
                    <a:pt x="26415" y="875791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84803" y="4091940"/>
              <a:ext cx="2000885" cy="366395"/>
            </a:xfrm>
            <a:custGeom>
              <a:avLst/>
              <a:gdLst/>
              <a:ahLst/>
              <a:cxnLst/>
              <a:rect l="l" t="t" r="r" b="b"/>
              <a:pathLst>
                <a:path w="2000885" h="366395">
                  <a:moveTo>
                    <a:pt x="790956" y="0"/>
                  </a:moveTo>
                  <a:lnTo>
                    <a:pt x="790956" y="234442"/>
                  </a:lnTo>
                  <a:lnTo>
                    <a:pt x="2000885" y="234442"/>
                  </a:lnTo>
                  <a:lnTo>
                    <a:pt x="2000885" y="365887"/>
                  </a:lnTo>
                </a:path>
                <a:path w="2000885" h="366395">
                  <a:moveTo>
                    <a:pt x="790829" y="0"/>
                  </a:moveTo>
                  <a:lnTo>
                    <a:pt x="790829" y="234442"/>
                  </a:lnTo>
                  <a:lnTo>
                    <a:pt x="0" y="234442"/>
                  </a:lnTo>
                  <a:lnTo>
                    <a:pt x="0" y="365887"/>
                  </a:lnTo>
                </a:path>
              </a:pathLst>
            </a:custGeom>
            <a:ln w="12192">
              <a:solidFill>
                <a:srgbClr val="528BC1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88288" y="2510981"/>
            <a:ext cx="411956" cy="27555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defTabSz="685800">
              <a:spcBef>
                <a:spcPts val="79"/>
              </a:spcBef>
            </a:pPr>
            <a:r>
              <a:rPr sz="1725" b="1" spc="-30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SM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94420" y="3244787"/>
            <a:ext cx="1193959" cy="798195"/>
            <a:chOff x="3459226" y="3183382"/>
            <a:chExt cx="1591945" cy="1064260"/>
          </a:xfrm>
        </p:grpSpPr>
        <p:sp>
          <p:nvSpPr>
            <p:cNvPr id="13" name="object 13"/>
            <p:cNvSpPr/>
            <p:nvPr/>
          </p:nvSpPr>
          <p:spPr>
            <a:xfrm>
              <a:off x="3465576" y="318973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5"/>
                  </a:lnTo>
                  <a:lnTo>
                    <a:pt x="7088" y="55078"/>
                  </a:lnTo>
                  <a:lnTo>
                    <a:pt x="0" y="90169"/>
                  </a:lnTo>
                  <a:lnTo>
                    <a:pt x="0" y="812037"/>
                  </a:lnTo>
                  <a:lnTo>
                    <a:pt x="7088" y="847129"/>
                  </a:lnTo>
                  <a:lnTo>
                    <a:pt x="26416" y="875791"/>
                  </a:lnTo>
                  <a:lnTo>
                    <a:pt x="55078" y="895119"/>
                  </a:lnTo>
                  <a:lnTo>
                    <a:pt x="90170" y="902207"/>
                  </a:lnTo>
                  <a:lnTo>
                    <a:pt x="1330198" y="902207"/>
                  </a:lnTo>
                  <a:lnTo>
                    <a:pt x="1365289" y="895119"/>
                  </a:lnTo>
                  <a:lnTo>
                    <a:pt x="1393952" y="875791"/>
                  </a:lnTo>
                  <a:lnTo>
                    <a:pt x="1413279" y="847129"/>
                  </a:lnTo>
                  <a:lnTo>
                    <a:pt x="1420368" y="812037"/>
                  </a:lnTo>
                  <a:lnTo>
                    <a:pt x="1420368" y="90169"/>
                  </a:lnTo>
                  <a:lnTo>
                    <a:pt x="1413279" y="55078"/>
                  </a:lnTo>
                  <a:lnTo>
                    <a:pt x="1393952" y="26415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65576" y="318973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69"/>
                  </a:moveTo>
                  <a:lnTo>
                    <a:pt x="7088" y="55078"/>
                  </a:lnTo>
                  <a:lnTo>
                    <a:pt x="26416" y="26415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2" y="26415"/>
                  </a:lnTo>
                  <a:lnTo>
                    <a:pt x="1413279" y="55078"/>
                  </a:lnTo>
                  <a:lnTo>
                    <a:pt x="1420368" y="90169"/>
                  </a:lnTo>
                  <a:lnTo>
                    <a:pt x="1420368" y="812037"/>
                  </a:lnTo>
                  <a:lnTo>
                    <a:pt x="1413279" y="847129"/>
                  </a:lnTo>
                  <a:lnTo>
                    <a:pt x="1393952" y="875791"/>
                  </a:lnTo>
                  <a:lnTo>
                    <a:pt x="1365289" y="895119"/>
                  </a:lnTo>
                  <a:lnTo>
                    <a:pt x="1330198" y="902207"/>
                  </a:lnTo>
                  <a:lnTo>
                    <a:pt x="90170" y="902207"/>
                  </a:lnTo>
                  <a:lnTo>
                    <a:pt x="55078" y="895119"/>
                  </a:lnTo>
                  <a:lnTo>
                    <a:pt x="26416" y="875791"/>
                  </a:lnTo>
                  <a:lnTo>
                    <a:pt x="7088" y="847129"/>
                  </a:lnTo>
                  <a:lnTo>
                    <a:pt x="0" y="812037"/>
                  </a:lnTo>
                  <a:lnTo>
                    <a:pt x="0" y="9016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624072" y="3340608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1330325" y="0"/>
                  </a:moveTo>
                  <a:lnTo>
                    <a:pt x="90042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2"/>
                  </a:lnTo>
                  <a:lnTo>
                    <a:pt x="0" y="810640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2" y="900683"/>
                  </a:lnTo>
                  <a:lnTo>
                    <a:pt x="1330325" y="900683"/>
                  </a:lnTo>
                  <a:lnTo>
                    <a:pt x="1365343" y="893597"/>
                  </a:lnTo>
                  <a:lnTo>
                    <a:pt x="1393967" y="874283"/>
                  </a:lnTo>
                  <a:lnTo>
                    <a:pt x="1413281" y="845659"/>
                  </a:lnTo>
                  <a:lnTo>
                    <a:pt x="1420367" y="810640"/>
                  </a:lnTo>
                  <a:lnTo>
                    <a:pt x="1420367" y="90042"/>
                  </a:lnTo>
                  <a:lnTo>
                    <a:pt x="1413281" y="55024"/>
                  </a:lnTo>
                  <a:lnTo>
                    <a:pt x="1393967" y="26400"/>
                  </a:lnTo>
                  <a:lnTo>
                    <a:pt x="1365343" y="7086"/>
                  </a:lnTo>
                  <a:lnTo>
                    <a:pt x="133032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624072" y="3340608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0" y="90042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2" y="0"/>
                  </a:lnTo>
                  <a:lnTo>
                    <a:pt x="1330325" y="0"/>
                  </a:lnTo>
                  <a:lnTo>
                    <a:pt x="1365343" y="7086"/>
                  </a:lnTo>
                  <a:lnTo>
                    <a:pt x="1393967" y="26400"/>
                  </a:lnTo>
                  <a:lnTo>
                    <a:pt x="1413281" y="55024"/>
                  </a:lnTo>
                  <a:lnTo>
                    <a:pt x="1420367" y="90042"/>
                  </a:lnTo>
                  <a:lnTo>
                    <a:pt x="1420367" y="810640"/>
                  </a:lnTo>
                  <a:lnTo>
                    <a:pt x="1413281" y="845659"/>
                  </a:lnTo>
                  <a:lnTo>
                    <a:pt x="1393967" y="874283"/>
                  </a:lnTo>
                  <a:lnTo>
                    <a:pt x="1365343" y="893597"/>
                  </a:lnTo>
                  <a:lnTo>
                    <a:pt x="1330325" y="900683"/>
                  </a:lnTo>
                  <a:lnTo>
                    <a:pt x="90042" y="900683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0"/>
                  </a:lnTo>
                  <a:lnTo>
                    <a:pt x="0" y="90042"/>
                  </a:lnTo>
                  <a:close/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913316" y="3413093"/>
            <a:ext cx="672941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9525" marR="3810" indent="103823" defTabSz="685800">
              <a:lnSpc>
                <a:spcPts val="1898"/>
              </a:lnSpc>
              <a:spcBef>
                <a:spcPts val="28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With 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002346" y="4195763"/>
            <a:ext cx="1192530" cy="798195"/>
            <a:chOff x="2669794" y="4451350"/>
            <a:chExt cx="1590040" cy="1064260"/>
          </a:xfrm>
        </p:grpSpPr>
        <p:sp>
          <p:nvSpPr>
            <p:cNvPr id="19" name="object 19"/>
            <p:cNvSpPr/>
            <p:nvPr/>
          </p:nvSpPr>
          <p:spPr>
            <a:xfrm>
              <a:off x="2676144" y="4457700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1328801" y="0"/>
                  </a:moveTo>
                  <a:lnTo>
                    <a:pt x="90043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3"/>
                  </a:lnTo>
                  <a:lnTo>
                    <a:pt x="0" y="810641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3" y="900684"/>
                  </a:lnTo>
                  <a:lnTo>
                    <a:pt x="1328801" y="900684"/>
                  </a:lnTo>
                  <a:lnTo>
                    <a:pt x="1363819" y="893597"/>
                  </a:lnTo>
                  <a:lnTo>
                    <a:pt x="1392443" y="874283"/>
                  </a:lnTo>
                  <a:lnTo>
                    <a:pt x="1411757" y="845659"/>
                  </a:lnTo>
                  <a:lnTo>
                    <a:pt x="1418844" y="810641"/>
                  </a:lnTo>
                  <a:lnTo>
                    <a:pt x="1418844" y="90043"/>
                  </a:lnTo>
                  <a:lnTo>
                    <a:pt x="1411757" y="55024"/>
                  </a:lnTo>
                  <a:lnTo>
                    <a:pt x="1392443" y="26400"/>
                  </a:lnTo>
                  <a:lnTo>
                    <a:pt x="1363819" y="7086"/>
                  </a:lnTo>
                  <a:lnTo>
                    <a:pt x="132880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676144" y="4457700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0" y="90043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3" y="0"/>
                  </a:lnTo>
                  <a:lnTo>
                    <a:pt x="1328801" y="0"/>
                  </a:lnTo>
                  <a:lnTo>
                    <a:pt x="1363819" y="7086"/>
                  </a:lnTo>
                  <a:lnTo>
                    <a:pt x="1392443" y="26400"/>
                  </a:lnTo>
                  <a:lnTo>
                    <a:pt x="1411757" y="55024"/>
                  </a:lnTo>
                  <a:lnTo>
                    <a:pt x="1418844" y="90043"/>
                  </a:lnTo>
                  <a:lnTo>
                    <a:pt x="1418844" y="810641"/>
                  </a:lnTo>
                  <a:lnTo>
                    <a:pt x="1411757" y="845659"/>
                  </a:lnTo>
                  <a:lnTo>
                    <a:pt x="1392443" y="874283"/>
                  </a:lnTo>
                  <a:lnTo>
                    <a:pt x="1363819" y="893597"/>
                  </a:lnTo>
                  <a:lnTo>
                    <a:pt x="1328801" y="900684"/>
                  </a:lnTo>
                  <a:lnTo>
                    <a:pt x="90043" y="900684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1"/>
                  </a:lnTo>
                  <a:lnTo>
                    <a:pt x="0" y="9004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833116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7" y="0"/>
                  </a:moveTo>
                  <a:lnTo>
                    <a:pt x="90169" y="0"/>
                  </a:lnTo>
                  <a:lnTo>
                    <a:pt x="55078" y="7088"/>
                  </a:lnTo>
                  <a:lnTo>
                    <a:pt x="26415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5" y="875792"/>
                  </a:lnTo>
                  <a:lnTo>
                    <a:pt x="55078" y="895119"/>
                  </a:lnTo>
                  <a:lnTo>
                    <a:pt x="90169" y="902208"/>
                  </a:lnTo>
                  <a:lnTo>
                    <a:pt x="1330197" y="902208"/>
                  </a:lnTo>
                  <a:lnTo>
                    <a:pt x="1365289" y="895119"/>
                  </a:lnTo>
                  <a:lnTo>
                    <a:pt x="1393951" y="875792"/>
                  </a:lnTo>
                  <a:lnTo>
                    <a:pt x="1413279" y="847129"/>
                  </a:lnTo>
                  <a:lnTo>
                    <a:pt x="1420368" y="812038"/>
                  </a:lnTo>
                  <a:lnTo>
                    <a:pt x="1420368" y="90170"/>
                  </a:lnTo>
                  <a:lnTo>
                    <a:pt x="1413279" y="55078"/>
                  </a:lnTo>
                  <a:lnTo>
                    <a:pt x="1393951" y="26415"/>
                  </a:lnTo>
                  <a:lnTo>
                    <a:pt x="1365289" y="7088"/>
                  </a:lnTo>
                  <a:lnTo>
                    <a:pt x="133019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833116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5" y="26416"/>
                  </a:lnTo>
                  <a:lnTo>
                    <a:pt x="55078" y="7088"/>
                  </a:lnTo>
                  <a:lnTo>
                    <a:pt x="90169" y="0"/>
                  </a:lnTo>
                  <a:lnTo>
                    <a:pt x="1330197" y="0"/>
                  </a:lnTo>
                  <a:lnTo>
                    <a:pt x="1365289" y="7088"/>
                  </a:lnTo>
                  <a:lnTo>
                    <a:pt x="1393951" y="26415"/>
                  </a:lnTo>
                  <a:lnTo>
                    <a:pt x="1413279" y="55078"/>
                  </a:lnTo>
                  <a:lnTo>
                    <a:pt x="1420368" y="90170"/>
                  </a:lnTo>
                  <a:lnTo>
                    <a:pt x="1420368" y="812038"/>
                  </a:lnTo>
                  <a:lnTo>
                    <a:pt x="1413279" y="847129"/>
                  </a:lnTo>
                  <a:lnTo>
                    <a:pt x="1393951" y="875792"/>
                  </a:lnTo>
                  <a:lnTo>
                    <a:pt x="1365289" y="895119"/>
                  </a:lnTo>
                  <a:lnTo>
                    <a:pt x="1330197" y="902208"/>
                  </a:lnTo>
                  <a:lnTo>
                    <a:pt x="90169" y="902208"/>
                  </a:lnTo>
                  <a:lnTo>
                    <a:pt x="55078" y="895119"/>
                  </a:lnTo>
                  <a:lnTo>
                    <a:pt x="26415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340674" y="4484275"/>
            <a:ext cx="632460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Moo</a:t>
            </a:r>
            <a:r>
              <a:rPr sz="1725" b="1" spc="-23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e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01962" y="4195763"/>
            <a:ext cx="1193959" cy="798195"/>
            <a:chOff x="4669282" y="4451350"/>
            <a:chExt cx="1591945" cy="1064260"/>
          </a:xfrm>
        </p:grpSpPr>
        <p:sp>
          <p:nvSpPr>
            <p:cNvPr id="25" name="object 25"/>
            <p:cNvSpPr/>
            <p:nvPr/>
          </p:nvSpPr>
          <p:spPr>
            <a:xfrm>
              <a:off x="4675632" y="4457700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1330325" y="0"/>
                  </a:moveTo>
                  <a:lnTo>
                    <a:pt x="90042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3"/>
                  </a:lnTo>
                  <a:lnTo>
                    <a:pt x="0" y="810641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2" y="900684"/>
                  </a:lnTo>
                  <a:lnTo>
                    <a:pt x="1330325" y="900684"/>
                  </a:lnTo>
                  <a:lnTo>
                    <a:pt x="1365343" y="893597"/>
                  </a:lnTo>
                  <a:lnTo>
                    <a:pt x="1393967" y="874283"/>
                  </a:lnTo>
                  <a:lnTo>
                    <a:pt x="1413281" y="845659"/>
                  </a:lnTo>
                  <a:lnTo>
                    <a:pt x="1420367" y="810641"/>
                  </a:lnTo>
                  <a:lnTo>
                    <a:pt x="1420367" y="90043"/>
                  </a:lnTo>
                  <a:lnTo>
                    <a:pt x="1413281" y="55024"/>
                  </a:lnTo>
                  <a:lnTo>
                    <a:pt x="1393967" y="26400"/>
                  </a:lnTo>
                  <a:lnTo>
                    <a:pt x="1365343" y="7086"/>
                  </a:lnTo>
                  <a:lnTo>
                    <a:pt x="133032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675632" y="4457700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0" y="90043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2" y="0"/>
                  </a:lnTo>
                  <a:lnTo>
                    <a:pt x="1330325" y="0"/>
                  </a:lnTo>
                  <a:lnTo>
                    <a:pt x="1365343" y="7086"/>
                  </a:lnTo>
                  <a:lnTo>
                    <a:pt x="1393967" y="26400"/>
                  </a:lnTo>
                  <a:lnTo>
                    <a:pt x="1413281" y="55024"/>
                  </a:lnTo>
                  <a:lnTo>
                    <a:pt x="1420367" y="90043"/>
                  </a:lnTo>
                  <a:lnTo>
                    <a:pt x="1420367" y="810641"/>
                  </a:lnTo>
                  <a:lnTo>
                    <a:pt x="1413281" y="845659"/>
                  </a:lnTo>
                  <a:lnTo>
                    <a:pt x="1393967" y="874283"/>
                  </a:lnTo>
                  <a:lnTo>
                    <a:pt x="1365343" y="893597"/>
                  </a:lnTo>
                  <a:lnTo>
                    <a:pt x="1330325" y="900684"/>
                  </a:lnTo>
                  <a:lnTo>
                    <a:pt x="90042" y="900684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1"/>
                  </a:lnTo>
                  <a:lnTo>
                    <a:pt x="0" y="9004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834128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6" y="875792"/>
                  </a:lnTo>
                  <a:lnTo>
                    <a:pt x="55078" y="895119"/>
                  </a:lnTo>
                  <a:lnTo>
                    <a:pt x="90170" y="902208"/>
                  </a:lnTo>
                  <a:lnTo>
                    <a:pt x="1330198" y="902208"/>
                  </a:lnTo>
                  <a:lnTo>
                    <a:pt x="1365289" y="895119"/>
                  </a:lnTo>
                  <a:lnTo>
                    <a:pt x="1393952" y="875792"/>
                  </a:lnTo>
                  <a:lnTo>
                    <a:pt x="1413279" y="847129"/>
                  </a:lnTo>
                  <a:lnTo>
                    <a:pt x="1420368" y="812038"/>
                  </a:lnTo>
                  <a:lnTo>
                    <a:pt x="1420368" y="90170"/>
                  </a:lnTo>
                  <a:lnTo>
                    <a:pt x="1413279" y="55078"/>
                  </a:lnTo>
                  <a:lnTo>
                    <a:pt x="1393952" y="26415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4834128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2" y="26415"/>
                  </a:lnTo>
                  <a:lnTo>
                    <a:pt x="1413279" y="55078"/>
                  </a:lnTo>
                  <a:lnTo>
                    <a:pt x="1420368" y="90170"/>
                  </a:lnTo>
                  <a:lnTo>
                    <a:pt x="1420368" y="812038"/>
                  </a:lnTo>
                  <a:lnTo>
                    <a:pt x="1413279" y="847129"/>
                  </a:lnTo>
                  <a:lnTo>
                    <a:pt x="1393952" y="875792"/>
                  </a:lnTo>
                  <a:lnTo>
                    <a:pt x="1365289" y="895119"/>
                  </a:lnTo>
                  <a:lnTo>
                    <a:pt x="1330198" y="902208"/>
                  </a:lnTo>
                  <a:lnTo>
                    <a:pt x="90170" y="902208"/>
                  </a:lnTo>
                  <a:lnTo>
                    <a:pt x="55078" y="895119"/>
                  </a:lnTo>
                  <a:lnTo>
                    <a:pt x="26416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864293" y="4484275"/>
            <a:ext cx="588169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srgbClr val="FF0000"/>
                </a:solidFill>
                <a:latin typeface="Calibri"/>
                <a:cs typeface="Calibri"/>
              </a:rPr>
              <a:t>M</a:t>
            </a:r>
            <a:r>
              <a:rPr sz="1725" b="1" dirty="0">
                <a:solidFill>
                  <a:srgbClr val="FF0000"/>
                </a:solidFill>
                <a:latin typeface="Calibri"/>
                <a:cs typeface="Calibri"/>
              </a:rPr>
              <a:t>ealy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537645" y="3253930"/>
            <a:ext cx="1192530" cy="798195"/>
            <a:chOff x="7383526" y="3195573"/>
            <a:chExt cx="1590040" cy="1064260"/>
          </a:xfrm>
        </p:grpSpPr>
        <p:sp>
          <p:nvSpPr>
            <p:cNvPr id="31" name="object 31"/>
            <p:cNvSpPr/>
            <p:nvPr/>
          </p:nvSpPr>
          <p:spPr>
            <a:xfrm>
              <a:off x="7389876" y="3201923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1330325" y="0"/>
                  </a:moveTo>
                  <a:lnTo>
                    <a:pt x="90043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2"/>
                  </a:lnTo>
                  <a:lnTo>
                    <a:pt x="0" y="810640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3" y="900683"/>
                  </a:lnTo>
                  <a:lnTo>
                    <a:pt x="1330325" y="900683"/>
                  </a:lnTo>
                  <a:lnTo>
                    <a:pt x="1365343" y="893597"/>
                  </a:lnTo>
                  <a:lnTo>
                    <a:pt x="1393967" y="874283"/>
                  </a:lnTo>
                  <a:lnTo>
                    <a:pt x="1413281" y="845659"/>
                  </a:lnTo>
                  <a:lnTo>
                    <a:pt x="1420368" y="810640"/>
                  </a:lnTo>
                  <a:lnTo>
                    <a:pt x="1420368" y="90042"/>
                  </a:lnTo>
                  <a:lnTo>
                    <a:pt x="1413281" y="55024"/>
                  </a:lnTo>
                  <a:lnTo>
                    <a:pt x="1393967" y="26400"/>
                  </a:lnTo>
                  <a:lnTo>
                    <a:pt x="1365343" y="7086"/>
                  </a:lnTo>
                  <a:lnTo>
                    <a:pt x="133032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389876" y="3201923"/>
              <a:ext cx="1420495" cy="901065"/>
            </a:xfrm>
            <a:custGeom>
              <a:avLst/>
              <a:gdLst/>
              <a:ahLst/>
              <a:cxnLst/>
              <a:rect l="l" t="t" r="r" b="b"/>
              <a:pathLst>
                <a:path w="1420495" h="901064">
                  <a:moveTo>
                    <a:pt x="0" y="90042"/>
                  </a:moveTo>
                  <a:lnTo>
                    <a:pt x="7086" y="55024"/>
                  </a:lnTo>
                  <a:lnTo>
                    <a:pt x="26400" y="26400"/>
                  </a:lnTo>
                  <a:lnTo>
                    <a:pt x="55024" y="7086"/>
                  </a:lnTo>
                  <a:lnTo>
                    <a:pt x="90043" y="0"/>
                  </a:lnTo>
                  <a:lnTo>
                    <a:pt x="1330325" y="0"/>
                  </a:lnTo>
                  <a:lnTo>
                    <a:pt x="1365343" y="7086"/>
                  </a:lnTo>
                  <a:lnTo>
                    <a:pt x="1393967" y="26400"/>
                  </a:lnTo>
                  <a:lnTo>
                    <a:pt x="1413281" y="55024"/>
                  </a:lnTo>
                  <a:lnTo>
                    <a:pt x="1420368" y="90042"/>
                  </a:lnTo>
                  <a:lnTo>
                    <a:pt x="1420368" y="810640"/>
                  </a:lnTo>
                  <a:lnTo>
                    <a:pt x="1413281" y="845659"/>
                  </a:lnTo>
                  <a:lnTo>
                    <a:pt x="1393967" y="874283"/>
                  </a:lnTo>
                  <a:lnTo>
                    <a:pt x="1365343" y="893597"/>
                  </a:lnTo>
                  <a:lnTo>
                    <a:pt x="1330325" y="900683"/>
                  </a:lnTo>
                  <a:lnTo>
                    <a:pt x="90043" y="900683"/>
                  </a:lnTo>
                  <a:lnTo>
                    <a:pt x="55024" y="893597"/>
                  </a:lnTo>
                  <a:lnTo>
                    <a:pt x="26400" y="874283"/>
                  </a:lnTo>
                  <a:lnTo>
                    <a:pt x="7086" y="845659"/>
                  </a:lnTo>
                  <a:lnTo>
                    <a:pt x="0" y="810640"/>
                  </a:lnTo>
                  <a:lnTo>
                    <a:pt x="0" y="9004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7548372" y="3351275"/>
              <a:ext cx="1419225" cy="902335"/>
            </a:xfrm>
            <a:custGeom>
              <a:avLst/>
              <a:gdLst/>
              <a:ahLst/>
              <a:cxnLst/>
              <a:rect l="l" t="t" r="r" b="b"/>
              <a:pathLst>
                <a:path w="1419225" h="902335">
                  <a:moveTo>
                    <a:pt x="1328674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5" y="875792"/>
                  </a:lnTo>
                  <a:lnTo>
                    <a:pt x="55078" y="895119"/>
                  </a:lnTo>
                  <a:lnTo>
                    <a:pt x="90170" y="902207"/>
                  </a:lnTo>
                  <a:lnTo>
                    <a:pt x="1328674" y="902207"/>
                  </a:lnTo>
                  <a:lnTo>
                    <a:pt x="1363765" y="895119"/>
                  </a:lnTo>
                  <a:lnTo>
                    <a:pt x="1392427" y="875792"/>
                  </a:lnTo>
                  <a:lnTo>
                    <a:pt x="1411755" y="847129"/>
                  </a:lnTo>
                  <a:lnTo>
                    <a:pt x="1418844" y="812038"/>
                  </a:lnTo>
                  <a:lnTo>
                    <a:pt x="1418844" y="90170"/>
                  </a:lnTo>
                  <a:lnTo>
                    <a:pt x="1411755" y="55078"/>
                  </a:lnTo>
                  <a:lnTo>
                    <a:pt x="1392427" y="26416"/>
                  </a:lnTo>
                  <a:lnTo>
                    <a:pt x="1363765" y="7088"/>
                  </a:lnTo>
                  <a:lnTo>
                    <a:pt x="132867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548372" y="3351275"/>
              <a:ext cx="1419225" cy="902335"/>
            </a:xfrm>
            <a:custGeom>
              <a:avLst/>
              <a:gdLst/>
              <a:ahLst/>
              <a:cxnLst/>
              <a:rect l="l" t="t" r="r" b="b"/>
              <a:pathLst>
                <a:path w="141922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28674" y="0"/>
                  </a:lnTo>
                  <a:lnTo>
                    <a:pt x="1363765" y="7088"/>
                  </a:lnTo>
                  <a:lnTo>
                    <a:pt x="1392427" y="26416"/>
                  </a:lnTo>
                  <a:lnTo>
                    <a:pt x="1411755" y="55078"/>
                  </a:lnTo>
                  <a:lnTo>
                    <a:pt x="1418844" y="90170"/>
                  </a:lnTo>
                  <a:lnTo>
                    <a:pt x="1418844" y="812038"/>
                  </a:lnTo>
                  <a:lnTo>
                    <a:pt x="1411755" y="847129"/>
                  </a:lnTo>
                  <a:lnTo>
                    <a:pt x="1392427" y="875792"/>
                  </a:lnTo>
                  <a:lnTo>
                    <a:pt x="1363765" y="895119"/>
                  </a:lnTo>
                  <a:lnTo>
                    <a:pt x="1328674" y="902207"/>
                  </a:lnTo>
                  <a:lnTo>
                    <a:pt x="90170" y="902207"/>
                  </a:lnTo>
                  <a:lnTo>
                    <a:pt x="55078" y="895119"/>
                  </a:lnTo>
                  <a:lnTo>
                    <a:pt x="26415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804916" y="3421571"/>
            <a:ext cx="776764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60484" marR="3810" indent="-51435" defTabSz="685800">
              <a:lnSpc>
                <a:spcPts val="1898"/>
              </a:lnSpc>
              <a:spcBef>
                <a:spcPts val="28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Without  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114734" y="4194620"/>
            <a:ext cx="1192530" cy="798195"/>
            <a:chOff x="6819645" y="4449826"/>
            <a:chExt cx="1590040" cy="1064260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5995" y="4456176"/>
              <a:ext cx="1418844" cy="90220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825995" y="4456176"/>
              <a:ext cx="1419225" cy="902335"/>
            </a:xfrm>
            <a:custGeom>
              <a:avLst/>
              <a:gdLst/>
              <a:ahLst/>
              <a:cxnLst/>
              <a:rect l="l" t="t" r="r" b="b"/>
              <a:pathLst>
                <a:path w="1419225" h="902335">
                  <a:moveTo>
                    <a:pt x="0" y="90169"/>
                  </a:moveTo>
                  <a:lnTo>
                    <a:pt x="7088" y="55078"/>
                  </a:lnTo>
                  <a:lnTo>
                    <a:pt x="26416" y="26415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28674" y="0"/>
                  </a:lnTo>
                  <a:lnTo>
                    <a:pt x="1363765" y="7088"/>
                  </a:lnTo>
                  <a:lnTo>
                    <a:pt x="1392427" y="26415"/>
                  </a:lnTo>
                  <a:lnTo>
                    <a:pt x="1411755" y="55078"/>
                  </a:lnTo>
                  <a:lnTo>
                    <a:pt x="1418844" y="90169"/>
                  </a:lnTo>
                  <a:lnTo>
                    <a:pt x="1418844" y="812038"/>
                  </a:lnTo>
                  <a:lnTo>
                    <a:pt x="1411755" y="847129"/>
                  </a:lnTo>
                  <a:lnTo>
                    <a:pt x="1392427" y="875792"/>
                  </a:lnTo>
                  <a:lnTo>
                    <a:pt x="1363765" y="895119"/>
                  </a:lnTo>
                  <a:lnTo>
                    <a:pt x="1328674" y="902208"/>
                  </a:lnTo>
                  <a:lnTo>
                    <a:pt x="90170" y="902208"/>
                  </a:lnTo>
                  <a:lnTo>
                    <a:pt x="55078" y="895119"/>
                  </a:lnTo>
                  <a:lnTo>
                    <a:pt x="26415" y="875791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69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982967" y="4605528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70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5" y="875792"/>
                  </a:lnTo>
                  <a:lnTo>
                    <a:pt x="55078" y="895119"/>
                  </a:lnTo>
                  <a:lnTo>
                    <a:pt x="90170" y="902208"/>
                  </a:lnTo>
                  <a:lnTo>
                    <a:pt x="1330198" y="902208"/>
                  </a:lnTo>
                  <a:lnTo>
                    <a:pt x="1365289" y="895119"/>
                  </a:lnTo>
                  <a:lnTo>
                    <a:pt x="1393951" y="875792"/>
                  </a:lnTo>
                  <a:lnTo>
                    <a:pt x="1413279" y="847129"/>
                  </a:lnTo>
                  <a:lnTo>
                    <a:pt x="1420367" y="812038"/>
                  </a:lnTo>
                  <a:lnTo>
                    <a:pt x="1420367" y="90170"/>
                  </a:lnTo>
                  <a:lnTo>
                    <a:pt x="1413279" y="55078"/>
                  </a:lnTo>
                  <a:lnTo>
                    <a:pt x="1393951" y="26415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6982967" y="4605528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70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1" y="26415"/>
                  </a:lnTo>
                  <a:lnTo>
                    <a:pt x="1413279" y="55078"/>
                  </a:lnTo>
                  <a:lnTo>
                    <a:pt x="1420367" y="90170"/>
                  </a:lnTo>
                  <a:lnTo>
                    <a:pt x="1420367" y="812038"/>
                  </a:lnTo>
                  <a:lnTo>
                    <a:pt x="1413279" y="847129"/>
                  </a:lnTo>
                  <a:lnTo>
                    <a:pt x="1393951" y="875792"/>
                  </a:lnTo>
                  <a:lnTo>
                    <a:pt x="1365289" y="895119"/>
                  </a:lnTo>
                  <a:lnTo>
                    <a:pt x="1330198" y="902208"/>
                  </a:lnTo>
                  <a:lnTo>
                    <a:pt x="90170" y="902208"/>
                  </a:lnTo>
                  <a:lnTo>
                    <a:pt x="55078" y="895119"/>
                  </a:lnTo>
                  <a:lnTo>
                    <a:pt x="26415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581841" y="4483132"/>
            <a:ext cx="378619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spc="-4" dirty="0">
                <a:solidFill>
                  <a:prstClr val="black"/>
                </a:solidFill>
                <a:latin typeface="Calibri"/>
                <a:cs typeface="Calibri"/>
              </a:rPr>
              <a:t>D</a:t>
            </a:r>
            <a:r>
              <a:rPr sz="1725" b="1" spc="-101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437376" y="4200525"/>
            <a:ext cx="1187768" cy="793433"/>
            <a:chOff x="8583168" y="4457700"/>
            <a:chExt cx="1583690" cy="1057910"/>
          </a:xfrm>
        </p:grpSpPr>
        <p:sp>
          <p:nvSpPr>
            <p:cNvPr id="43" name="object 43"/>
            <p:cNvSpPr/>
            <p:nvPr/>
          </p:nvSpPr>
          <p:spPr>
            <a:xfrm>
              <a:off x="8583168" y="4457700"/>
              <a:ext cx="1419225" cy="901065"/>
            </a:xfrm>
            <a:custGeom>
              <a:avLst/>
              <a:gdLst/>
              <a:ahLst/>
              <a:cxnLst/>
              <a:rect l="l" t="t" r="r" b="b"/>
              <a:pathLst>
                <a:path w="1419225" h="901064">
                  <a:moveTo>
                    <a:pt x="1328801" y="0"/>
                  </a:moveTo>
                  <a:lnTo>
                    <a:pt x="90042" y="0"/>
                  </a:lnTo>
                  <a:lnTo>
                    <a:pt x="55024" y="7086"/>
                  </a:lnTo>
                  <a:lnTo>
                    <a:pt x="26400" y="26400"/>
                  </a:lnTo>
                  <a:lnTo>
                    <a:pt x="7086" y="55024"/>
                  </a:lnTo>
                  <a:lnTo>
                    <a:pt x="0" y="90043"/>
                  </a:lnTo>
                  <a:lnTo>
                    <a:pt x="0" y="810641"/>
                  </a:lnTo>
                  <a:lnTo>
                    <a:pt x="7086" y="845659"/>
                  </a:lnTo>
                  <a:lnTo>
                    <a:pt x="26400" y="874283"/>
                  </a:lnTo>
                  <a:lnTo>
                    <a:pt x="55024" y="893597"/>
                  </a:lnTo>
                  <a:lnTo>
                    <a:pt x="90042" y="900684"/>
                  </a:lnTo>
                  <a:lnTo>
                    <a:pt x="1328801" y="900684"/>
                  </a:lnTo>
                  <a:lnTo>
                    <a:pt x="1363819" y="893597"/>
                  </a:lnTo>
                  <a:lnTo>
                    <a:pt x="1392443" y="874283"/>
                  </a:lnTo>
                  <a:lnTo>
                    <a:pt x="1411757" y="845659"/>
                  </a:lnTo>
                  <a:lnTo>
                    <a:pt x="1418843" y="810641"/>
                  </a:lnTo>
                  <a:lnTo>
                    <a:pt x="1418843" y="90043"/>
                  </a:lnTo>
                  <a:lnTo>
                    <a:pt x="1411757" y="55024"/>
                  </a:lnTo>
                  <a:lnTo>
                    <a:pt x="1392443" y="26400"/>
                  </a:lnTo>
                  <a:lnTo>
                    <a:pt x="1363819" y="7086"/>
                  </a:lnTo>
                  <a:lnTo>
                    <a:pt x="132880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8740140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1330198" y="0"/>
                  </a:moveTo>
                  <a:lnTo>
                    <a:pt x="90169" y="0"/>
                  </a:lnTo>
                  <a:lnTo>
                    <a:pt x="55078" y="7088"/>
                  </a:lnTo>
                  <a:lnTo>
                    <a:pt x="26416" y="26416"/>
                  </a:lnTo>
                  <a:lnTo>
                    <a:pt x="7088" y="55078"/>
                  </a:lnTo>
                  <a:lnTo>
                    <a:pt x="0" y="90170"/>
                  </a:lnTo>
                  <a:lnTo>
                    <a:pt x="0" y="812038"/>
                  </a:lnTo>
                  <a:lnTo>
                    <a:pt x="7088" y="847129"/>
                  </a:lnTo>
                  <a:lnTo>
                    <a:pt x="26416" y="875792"/>
                  </a:lnTo>
                  <a:lnTo>
                    <a:pt x="55078" y="895119"/>
                  </a:lnTo>
                  <a:lnTo>
                    <a:pt x="90169" y="902208"/>
                  </a:lnTo>
                  <a:lnTo>
                    <a:pt x="1330198" y="902208"/>
                  </a:lnTo>
                  <a:lnTo>
                    <a:pt x="1365289" y="895119"/>
                  </a:lnTo>
                  <a:lnTo>
                    <a:pt x="1393951" y="875792"/>
                  </a:lnTo>
                  <a:lnTo>
                    <a:pt x="1413279" y="847129"/>
                  </a:lnTo>
                  <a:lnTo>
                    <a:pt x="1420367" y="812038"/>
                  </a:lnTo>
                  <a:lnTo>
                    <a:pt x="1420367" y="90170"/>
                  </a:lnTo>
                  <a:lnTo>
                    <a:pt x="1413279" y="55078"/>
                  </a:lnTo>
                  <a:lnTo>
                    <a:pt x="1393951" y="26415"/>
                  </a:lnTo>
                  <a:lnTo>
                    <a:pt x="1365289" y="7088"/>
                  </a:lnTo>
                  <a:lnTo>
                    <a:pt x="133019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8740140" y="4607052"/>
              <a:ext cx="1420495" cy="902335"/>
            </a:xfrm>
            <a:custGeom>
              <a:avLst/>
              <a:gdLst/>
              <a:ahLst/>
              <a:cxnLst/>
              <a:rect l="l" t="t" r="r" b="b"/>
              <a:pathLst>
                <a:path w="1420495" h="902335">
                  <a:moveTo>
                    <a:pt x="0" y="90170"/>
                  </a:moveTo>
                  <a:lnTo>
                    <a:pt x="7088" y="55078"/>
                  </a:lnTo>
                  <a:lnTo>
                    <a:pt x="26416" y="26416"/>
                  </a:lnTo>
                  <a:lnTo>
                    <a:pt x="55078" y="7088"/>
                  </a:lnTo>
                  <a:lnTo>
                    <a:pt x="90169" y="0"/>
                  </a:lnTo>
                  <a:lnTo>
                    <a:pt x="1330198" y="0"/>
                  </a:lnTo>
                  <a:lnTo>
                    <a:pt x="1365289" y="7088"/>
                  </a:lnTo>
                  <a:lnTo>
                    <a:pt x="1393951" y="26415"/>
                  </a:lnTo>
                  <a:lnTo>
                    <a:pt x="1413279" y="55078"/>
                  </a:lnTo>
                  <a:lnTo>
                    <a:pt x="1420367" y="90170"/>
                  </a:lnTo>
                  <a:lnTo>
                    <a:pt x="1420367" y="812038"/>
                  </a:lnTo>
                  <a:lnTo>
                    <a:pt x="1413279" y="847129"/>
                  </a:lnTo>
                  <a:lnTo>
                    <a:pt x="1393951" y="875792"/>
                  </a:lnTo>
                  <a:lnTo>
                    <a:pt x="1365289" y="895119"/>
                  </a:lnTo>
                  <a:lnTo>
                    <a:pt x="1330198" y="902208"/>
                  </a:lnTo>
                  <a:lnTo>
                    <a:pt x="90169" y="902208"/>
                  </a:lnTo>
                  <a:lnTo>
                    <a:pt x="55078" y="895119"/>
                  </a:lnTo>
                  <a:lnTo>
                    <a:pt x="26416" y="875792"/>
                  </a:lnTo>
                  <a:lnTo>
                    <a:pt x="7088" y="847129"/>
                  </a:lnTo>
                  <a:lnTo>
                    <a:pt x="0" y="812038"/>
                  </a:lnTo>
                  <a:lnTo>
                    <a:pt x="0" y="90170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defTabSz="685800"/>
              <a:endParaRPr sz="135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6896004" y="4484275"/>
            <a:ext cx="384334" cy="2750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defTabSz="685800">
              <a:spcBef>
                <a:spcPts val="75"/>
              </a:spcBef>
            </a:pP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725" b="1" spc="-105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725" b="1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endParaRPr sz="1725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070473" y="4099941"/>
            <a:ext cx="508635" cy="181928"/>
          </a:xfrm>
          <a:custGeom>
            <a:avLst/>
            <a:gdLst/>
            <a:ahLst/>
            <a:cxnLst/>
            <a:rect l="l" t="t" r="r" b="b"/>
            <a:pathLst>
              <a:path w="678179" h="242570">
                <a:moveTo>
                  <a:pt x="0" y="0"/>
                </a:moveTo>
                <a:lnTo>
                  <a:pt x="677290" y="0"/>
                </a:lnTo>
              </a:path>
              <a:path w="678179" h="242570">
                <a:moveTo>
                  <a:pt x="678179" y="0"/>
                </a:moveTo>
                <a:lnTo>
                  <a:pt x="678179" y="242062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defTabSz="685800"/>
            <a:endParaRPr sz="135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EB110BCF-E160-0329-B448-28CD8B3914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177633"/>
            <a:ext cx="2573178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23" dirty="0"/>
              <a:t>Mealy</a:t>
            </a:r>
            <a:r>
              <a:rPr spc="-124" dirty="0"/>
              <a:t> </a:t>
            </a:r>
            <a:r>
              <a:rPr spc="-26" dirty="0"/>
              <a:t>Machine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774" y="1836185"/>
            <a:ext cx="8327231" cy="3874490"/>
          </a:xfrm>
          <a:prstGeom prst="rect">
            <a:avLst/>
          </a:prstGeom>
        </p:spPr>
        <p:txBody>
          <a:bodyPr vert="horz" wrap="square" lIns="0" tIns="44291" rIns="0" bIns="0" rtlCol="0">
            <a:spAutoFit/>
          </a:bodyPr>
          <a:lstStyle/>
          <a:p>
            <a:pPr marL="190500" indent="-171450" defTabSz="685800">
              <a:spcBef>
                <a:spcPts val="349"/>
              </a:spcBef>
              <a:buFont typeface="Arial MT"/>
              <a:buChar char="•"/>
              <a:tabLst>
                <a:tab pos="190500" algn="l"/>
              </a:tabLst>
            </a:pP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Mealy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95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finite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that 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generates</a:t>
            </a:r>
            <a:r>
              <a:rPr sz="1950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marR="13335" indent="-171450" defTabSz="685800">
              <a:lnSpc>
                <a:spcPts val="1875"/>
              </a:lnSpc>
              <a:spcBef>
                <a:spcPts val="731"/>
              </a:spcBef>
              <a:buFont typeface="Arial MT"/>
              <a:buChar char="•"/>
              <a:tabLst>
                <a:tab pos="190500" algn="l"/>
                <a:tab pos="454343" algn="l"/>
                <a:tab pos="1197293" algn="l"/>
                <a:tab pos="2179320" algn="l"/>
                <a:tab pos="2452211" algn="l"/>
                <a:tab pos="2691289" algn="l"/>
                <a:tab pos="3674269" algn="l"/>
                <a:tab pos="3981926" algn="l"/>
                <a:tab pos="4701064" algn="l"/>
                <a:tab pos="5509260" algn="l"/>
                <a:tab pos="6348413" algn="l"/>
                <a:tab pos="7330440" algn="l"/>
                <a:tab pos="7971473" algn="l"/>
              </a:tabLst>
            </a:pP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	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M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ealy	machi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e	is	a	machine	in	which	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outpu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	</a:t>
            </a:r>
            <a:r>
              <a:rPr sz="1950" spc="-38" dirty="0">
                <a:solidFill>
                  <a:prstClr val="black"/>
                </a:solidFill>
                <a:latin typeface="Calibri"/>
                <a:cs typeface="Calibri"/>
              </a:rPr>
              <a:t>s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y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mb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o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l	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de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p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e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d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s	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upo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n	t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h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e 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present</a:t>
            </a:r>
            <a:r>
              <a:rPr sz="1950" spc="-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symbol.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marR="15716" indent="-171450" defTabSz="685800">
              <a:lnSpc>
                <a:spcPct val="80000"/>
              </a:lnSpc>
              <a:spcBef>
                <a:spcPts val="769"/>
              </a:spcBef>
              <a:buFont typeface="Arial MT"/>
              <a:buChar char="•"/>
              <a:tabLst>
                <a:tab pos="190500" algn="l"/>
                <a:tab pos="481489" algn="l"/>
                <a:tab pos="914876" algn="l"/>
                <a:tab pos="1636395" algn="l"/>
                <a:tab pos="2657951" algn="l"/>
                <a:tab pos="3092291" algn="l"/>
                <a:tab pos="3879056" algn="l"/>
                <a:tab pos="4131469" algn="l"/>
                <a:tab pos="5452110" algn="l"/>
                <a:tab pos="5997416" algn="l"/>
                <a:tab pos="6572250" algn="l"/>
                <a:tab pos="7200900" algn="l"/>
                <a:tab pos="8018145" algn="l"/>
              </a:tabLst>
            </a:pP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In	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h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e	Mealy	machi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e,	the	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outpu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	is	</a:t>
            </a:r>
            <a:r>
              <a:rPr sz="1950" spc="-34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ep</a:t>
            </a:r>
            <a:r>
              <a:rPr sz="1950" spc="-34" dirty="0">
                <a:solidFill>
                  <a:prstClr val="black"/>
                </a:solidFill>
                <a:latin typeface="Calibri"/>
                <a:cs typeface="Calibri"/>
              </a:rPr>
              <a:t>r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e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s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e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950" spc="-26" dirty="0">
                <a:solidFill>
                  <a:prstClr val="black"/>
                </a:solidFill>
                <a:latin typeface="Calibri"/>
                <a:cs typeface="Calibri"/>
              </a:rPr>
              <a:t>t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ed	w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i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th	ea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c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h	i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n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pu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	</a:t>
            </a:r>
            <a:r>
              <a:rPr sz="1950" spc="-38" dirty="0">
                <a:solidFill>
                  <a:prstClr val="black"/>
                </a:solidFill>
                <a:latin typeface="Calibri"/>
                <a:cs typeface="Calibri"/>
              </a:rPr>
              <a:t>s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y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m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bo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l	</a:t>
            </a:r>
            <a:r>
              <a:rPr sz="1950" spc="-49" dirty="0">
                <a:solidFill>
                  <a:prstClr val="black"/>
                </a:solidFill>
                <a:latin typeface="Calibri"/>
                <a:cs typeface="Calibri"/>
              </a:rPr>
              <a:t>f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or 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each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state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separated</a:t>
            </a:r>
            <a:r>
              <a:rPr sz="1950" spc="-3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by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/.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281"/>
              </a:spcBef>
              <a:buFont typeface="Arial MT"/>
              <a:buChar char="•"/>
              <a:tabLst>
                <a:tab pos="190500" algn="l"/>
              </a:tabLst>
            </a:pP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Mealy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can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be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described</a:t>
            </a:r>
            <a:r>
              <a:rPr sz="1950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by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 a 6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tuple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30" dirty="0">
                <a:solidFill>
                  <a:prstClr val="black"/>
                </a:solidFill>
                <a:latin typeface="Calibri"/>
                <a:cs typeface="Calibri"/>
              </a:rPr>
              <a:t>(Q,</a:t>
            </a:r>
            <a:r>
              <a:rPr sz="195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∑,</a:t>
            </a:r>
            <a:r>
              <a:rPr sz="195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b="1" spc="-4" dirty="0">
                <a:solidFill>
                  <a:prstClr val="black"/>
                </a:solidFill>
                <a:latin typeface="Calibri"/>
                <a:cs typeface="Calibri"/>
              </a:rPr>
              <a:t>∆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,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δ, </a:t>
            </a:r>
            <a:r>
              <a:rPr sz="1950" b="1" spc="-255" dirty="0">
                <a:solidFill>
                  <a:prstClr val="black"/>
                </a:solidFill>
                <a:latin typeface="Microsoft YaHei UI"/>
                <a:cs typeface="Microsoft YaHei UI"/>
              </a:rPr>
              <a:t>𝜆</a:t>
            </a:r>
            <a:r>
              <a:rPr sz="1950" b="1" spc="-195" dirty="0">
                <a:solidFill>
                  <a:prstClr val="black"/>
                </a:solidFill>
                <a:latin typeface="Microsoft YaHei UI"/>
                <a:cs typeface="Microsoft YaHei U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,</a:t>
            </a:r>
            <a:r>
              <a:rPr sz="195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1913" baseline="-2124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)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where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−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278"/>
              </a:spcBef>
              <a:buFont typeface="Arial MT"/>
              <a:buChar char="•"/>
              <a:tabLst>
                <a:tab pos="190500" algn="l"/>
              </a:tabLst>
            </a:pPr>
            <a:r>
              <a:rPr sz="1950" b="1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1950" b="1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finite</a:t>
            </a:r>
            <a:r>
              <a:rPr sz="1950" spc="-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set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of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states.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289"/>
              </a:spcBef>
              <a:buFont typeface="Arial MT"/>
              <a:buChar char="•"/>
              <a:tabLst>
                <a:tab pos="190500" algn="l"/>
              </a:tabLst>
            </a:pPr>
            <a:r>
              <a:rPr sz="1950" b="1" dirty="0">
                <a:solidFill>
                  <a:prstClr val="black"/>
                </a:solidFill>
                <a:latin typeface="Calibri"/>
                <a:cs typeface="Calibri"/>
              </a:rPr>
              <a:t>∑</a:t>
            </a:r>
            <a:r>
              <a:rPr sz="1950" b="1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finite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set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of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symbols</a:t>
            </a:r>
            <a:r>
              <a:rPr sz="1950" spc="-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called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alphabet.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281"/>
              </a:spcBef>
              <a:buFont typeface="Arial MT"/>
              <a:buChar char="•"/>
              <a:tabLst>
                <a:tab pos="190500" algn="l"/>
              </a:tabLst>
            </a:pPr>
            <a:r>
              <a:rPr sz="1950" b="1" dirty="0">
                <a:solidFill>
                  <a:prstClr val="black"/>
                </a:solidFill>
                <a:latin typeface="Calibri"/>
                <a:cs typeface="Calibri"/>
              </a:rPr>
              <a:t>∆</a:t>
            </a:r>
            <a:r>
              <a:rPr sz="1950" b="1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finite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set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of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symbols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called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alphabet.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281"/>
              </a:spcBef>
              <a:buFont typeface="Arial MT"/>
              <a:buChar char="•"/>
              <a:tabLst>
                <a:tab pos="190500" algn="l"/>
              </a:tabLst>
            </a:pPr>
            <a:r>
              <a:rPr sz="1950" b="1" dirty="0">
                <a:solidFill>
                  <a:prstClr val="black"/>
                </a:solidFill>
                <a:latin typeface="Calibri"/>
                <a:cs typeface="Calibri"/>
              </a:rPr>
              <a:t>δ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1950" spc="-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transition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function</a:t>
            </a:r>
            <a:r>
              <a:rPr sz="195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where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δ: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×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∑</a:t>
            </a:r>
            <a:r>
              <a:rPr sz="195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→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285"/>
              </a:spcBef>
              <a:buFont typeface="Arial MT"/>
              <a:buChar char="•"/>
              <a:tabLst>
                <a:tab pos="190500" algn="l"/>
              </a:tabLst>
            </a:pPr>
            <a:r>
              <a:rPr sz="1950" b="1" spc="-255" dirty="0">
                <a:solidFill>
                  <a:prstClr val="black"/>
                </a:solidFill>
                <a:latin typeface="Microsoft YaHei UI"/>
                <a:cs typeface="Microsoft YaHei UI"/>
              </a:rPr>
              <a:t>𝜆</a:t>
            </a:r>
            <a:r>
              <a:rPr sz="1950" b="1" spc="-150" dirty="0">
                <a:solidFill>
                  <a:prstClr val="black"/>
                </a:solidFill>
                <a:latin typeface="Microsoft YaHei UI"/>
                <a:cs typeface="Microsoft YaHei U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1950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output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transition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function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where</a:t>
            </a:r>
            <a:r>
              <a:rPr sz="1950" spc="-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b="1" spc="-255" dirty="0">
                <a:solidFill>
                  <a:prstClr val="black"/>
                </a:solidFill>
                <a:latin typeface="Microsoft YaHei UI"/>
                <a:cs typeface="Microsoft YaHei UI"/>
              </a:rPr>
              <a:t>𝜆</a:t>
            </a:r>
            <a:r>
              <a:rPr sz="1950" b="1" spc="-188" dirty="0">
                <a:solidFill>
                  <a:prstClr val="black"/>
                </a:solidFill>
                <a:latin typeface="Microsoft YaHei UI"/>
                <a:cs typeface="Microsoft YaHei U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: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Q ×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∑</a:t>
            </a:r>
            <a:r>
              <a:rPr sz="1950" spc="4" dirty="0">
                <a:solidFill>
                  <a:prstClr val="black"/>
                </a:solidFill>
                <a:latin typeface="Calibri"/>
                <a:cs typeface="Calibri"/>
              </a:rPr>
              <a:t> →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b="1" dirty="0">
                <a:solidFill>
                  <a:prstClr val="black"/>
                </a:solidFill>
                <a:latin typeface="Calibri"/>
                <a:cs typeface="Calibri"/>
              </a:rPr>
              <a:t>∆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  <a:p>
            <a:pPr marL="190500" indent="-171450" defTabSz="685800">
              <a:spcBef>
                <a:spcPts val="281"/>
              </a:spcBef>
              <a:buFont typeface="Arial MT"/>
              <a:buChar char="•"/>
              <a:tabLst>
                <a:tab pos="190500" algn="l"/>
              </a:tabLst>
            </a:pPr>
            <a:r>
              <a:rPr sz="1950" b="1" dirty="0">
                <a:solidFill>
                  <a:prstClr val="black"/>
                </a:solidFill>
                <a:latin typeface="Calibri"/>
                <a:cs typeface="Calibri"/>
              </a:rPr>
              <a:t>q</a:t>
            </a:r>
            <a:r>
              <a:rPr sz="1913" b="1" baseline="-2124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1913" b="1" spc="242" baseline="-2124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the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initial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19" dirty="0">
                <a:solidFill>
                  <a:prstClr val="black"/>
                </a:solidFill>
                <a:latin typeface="Calibri"/>
                <a:cs typeface="Calibri"/>
              </a:rPr>
              <a:t>state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from</a:t>
            </a:r>
            <a:r>
              <a:rPr sz="1950" spc="-4" dirty="0">
                <a:solidFill>
                  <a:prstClr val="black"/>
                </a:solidFill>
                <a:latin typeface="Calibri"/>
                <a:cs typeface="Calibri"/>
              </a:rPr>
              <a:t> where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any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is</a:t>
            </a:r>
            <a:r>
              <a:rPr sz="1950" spc="-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spc="-8" dirty="0">
                <a:solidFill>
                  <a:prstClr val="black"/>
                </a:solidFill>
                <a:latin typeface="Calibri"/>
                <a:cs typeface="Calibri"/>
              </a:rPr>
              <a:t>processed</a:t>
            </a:r>
            <a:r>
              <a:rPr sz="1950" spc="-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libri"/>
                <a:cs typeface="Calibri"/>
              </a:rPr>
              <a:t>(q</a:t>
            </a:r>
            <a:r>
              <a:rPr sz="1913" baseline="-21241" dirty="0">
                <a:solidFill>
                  <a:prstClr val="black"/>
                </a:solidFill>
                <a:latin typeface="Calibri"/>
                <a:cs typeface="Calibri"/>
              </a:rPr>
              <a:t>0</a:t>
            </a:r>
            <a:r>
              <a:rPr sz="1913" spc="213" baseline="-2124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1950" dirty="0">
                <a:solidFill>
                  <a:prstClr val="black"/>
                </a:solidFill>
                <a:latin typeface="Cambria Math"/>
                <a:cs typeface="Cambria Math"/>
              </a:rPr>
              <a:t>∈</a:t>
            </a:r>
            <a:r>
              <a:rPr sz="1950" spc="19" dirty="0">
                <a:solidFill>
                  <a:prstClr val="black"/>
                </a:solidFill>
                <a:latin typeface="Cambria Math"/>
                <a:cs typeface="Cambria Math"/>
              </a:rPr>
              <a:t> </a:t>
            </a:r>
            <a:r>
              <a:rPr sz="1950" spc="8" dirty="0">
                <a:solidFill>
                  <a:prstClr val="black"/>
                </a:solidFill>
                <a:latin typeface="Calibri"/>
                <a:cs typeface="Calibri"/>
              </a:rPr>
              <a:t>Q).</a:t>
            </a:r>
            <a:endParaRPr sz="1950">
              <a:solidFill>
                <a:prstClr val="black"/>
              </a:solidFill>
              <a:latin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BB130-6EF1-A5B1-D136-58490F0A32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1314507"/>
            <a:ext cx="2803684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b="1" spc="-34" dirty="0"/>
              <a:t>Important</a:t>
            </a:r>
            <a:r>
              <a:rPr b="1" spc="-124" dirty="0"/>
              <a:t> </a:t>
            </a:r>
            <a:r>
              <a:rPr b="1" spc="-26" dirty="0"/>
              <a:t>points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15778" y="2202142"/>
            <a:ext cx="8094822" cy="4049346"/>
          </a:xfrm>
          <a:prstGeom prst="rect">
            <a:avLst/>
          </a:prstGeom>
        </p:spPr>
        <p:txBody>
          <a:bodyPr vert="horz" wrap="square" lIns="0" tIns="45244" rIns="0" bIns="0" rtlCol="0">
            <a:spAutoFit/>
          </a:bodyPr>
          <a:lstStyle/>
          <a:p>
            <a:pPr marL="180975" marR="3810" indent="-171450">
              <a:lnSpc>
                <a:spcPts val="2273"/>
              </a:lnSpc>
              <a:spcBef>
                <a:spcPts val="356"/>
              </a:spcBef>
              <a:buFont typeface="Arial MT"/>
              <a:buChar char="•"/>
              <a:tabLst>
                <a:tab pos="180975" algn="l"/>
              </a:tabLst>
            </a:pPr>
            <a:r>
              <a:rPr spc="-4" dirty="0"/>
              <a:t>Printing</a:t>
            </a:r>
            <a:r>
              <a:rPr spc="94" dirty="0"/>
              <a:t> </a:t>
            </a:r>
            <a:r>
              <a:rPr spc="-4" dirty="0"/>
              <a:t>will</a:t>
            </a:r>
            <a:r>
              <a:rPr spc="94" dirty="0"/>
              <a:t> </a:t>
            </a:r>
            <a:r>
              <a:rPr spc="-8" dirty="0"/>
              <a:t>be</a:t>
            </a:r>
            <a:r>
              <a:rPr spc="98" dirty="0"/>
              <a:t> </a:t>
            </a:r>
            <a:r>
              <a:rPr spc="-4" dirty="0"/>
              <a:t>done</a:t>
            </a:r>
            <a:r>
              <a:rPr spc="109" dirty="0"/>
              <a:t> </a:t>
            </a:r>
            <a:r>
              <a:rPr spc="-4" dirty="0"/>
              <a:t>while</a:t>
            </a:r>
            <a:r>
              <a:rPr spc="94" dirty="0"/>
              <a:t> </a:t>
            </a:r>
            <a:r>
              <a:rPr spc="-15" dirty="0"/>
              <a:t>traveling</a:t>
            </a:r>
            <a:r>
              <a:rPr spc="101" dirty="0"/>
              <a:t> </a:t>
            </a:r>
            <a:r>
              <a:rPr spc="-4" dirty="0"/>
              <a:t>along</a:t>
            </a:r>
            <a:r>
              <a:rPr spc="94" dirty="0"/>
              <a:t> </a:t>
            </a:r>
            <a:r>
              <a:rPr spc="-4" dirty="0"/>
              <a:t>the</a:t>
            </a:r>
            <a:r>
              <a:rPr spc="98" dirty="0"/>
              <a:t> </a:t>
            </a:r>
            <a:r>
              <a:rPr spc="-8" dirty="0"/>
              <a:t>edges</a:t>
            </a:r>
            <a:r>
              <a:rPr spc="98" dirty="0"/>
              <a:t> </a:t>
            </a:r>
            <a:r>
              <a:rPr spc="-4" dirty="0"/>
              <a:t>or</a:t>
            </a:r>
            <a:r>
              <a:rPr spc="98" dirty="0"/>
              <a:t> </a:t>
            </a:r>
            <a:r>
              <a:rPr spc="-8" dirty="0"/>
              <a:t>paths</a:t>
            </a:r>
            <a:r>
              <a:rPr spc="109" dirty="0"/>
              <a:t> </a:t>
            </a:r>
            <a:r>
              <a:rPr spc="-11" dirty="0"/>
              <a:t>instead </a:t>
            </a:r>
            <a:r>
              <a:rPr spc="-461" dirty="0"/>
              <a:t> </a:t>
            </a:r>
            <a:r>
              <a:rPr spc="-4" dirty="0"/>
              <a:t>of </a:t>
            </a:r>
            <a:r>
              <a:rPr spc="-19" dirty="0"/>
              <a:t>states</a:t>
            </a:r>
          </a:p>
          <a:p>
            <a:pPr marL="180975" indent="-171450">
              <a:spcBef>
                <a:spcPts val="465"/>
              </a:spcBef>
              <a:buFont typeface="Arial MT"/>
              <a:buChar char="•"/>
              <a:tabLst>
                <a:tab pos="180975" algn="l"/>
              </a:tabLst>
            </a:pPr>
            <a:endParaRPr lang="en-US" spc="-8" dirty="0"/>
          </a:p>
          <a:p>
            <a:pPr marL="180975" indent="-171450">
              <a:spcBef>
                <a:spcPts val="465"/>
              </a:spcBef>
              <a:buFont typeface="Arial MT"/>
              <a:buChar char="•"/>
              <a:tabLst>
                <a:tab pos="180975" algn="l"/>
              </a:tabLst>
            </a:pPr>
            <a:r>
              <a:rPr spc="-8" dirty="0"/>
              <a:t>Output</a:t>
            </a:r>
            <a:r>
              <a:rPr spc="15" dirty="0"/>
              <a:t> </a:t>
            </a:r>
            <a:r>
              <a:rPr spc="-8" dirty="0"/>
              <a:t>depends</a:t>
            </a:r>
            <a:r>
              <a:rPr spc="34" dirty="0"/>
              <a:t> </a:t>
            </a:r>
            <a:r>
              <a:rPr spc="-8" dirty="0"/>
              <a:t>upon</a:t>
            </a:r>
            <a:r>
              <a:rPr spc="19" dirty="0"/>
              <a:t> </a:t>
            </a:r>
            <a:r>
              <a:rPr spc="-4" dirty="0"/>
              <a:t>the</a:t>
            </a:r>
            <a:r>
              <a:rPr spc="8" dirty="0"/>
              <a:t> </a:t>
            </a:r>
            <a:r>
              <a:rPr spc="-8" dirty="0"/>
              <a:t>input</a:t>
            </a:r>
          </a:p>
          <a:p>
            <a:pPr marL="180975" indent="-171450">
              <a:spcBef>
                <a:spcPts val="495"/>
              </a:spcBef>
              <a:buFont typeface="Arial MT"/>
              <a:buChar char="•"/>
              <a:tabLst>
                <a:tab pos="180975" algn="l"/>
              </a:tabLst>
            </a:pPr>
            <a:r>
              <a:rPr spc="-4" dirty="0"/>
              <a:t>Same </a:t>
            </a:r>
            <a:r>
              <a:rPr spc="-8" dirty="0"/>
              <a:t>number</a:t>
            </a:r>
            <a:r>
              <a:rPr spc="15" dirty="0"/>
              <a:t> </a:t>
            </a:r>
            <a:r>
              <a:rPr spc="-4" dirty="0"/>
              <a:t>of </a:t>
            </a:r>
            <a:r>
              <a:rPr spc="-11" dirty="0"/>
              <a:t>characters</a:t>
            </a:r>
            <a:r>
              <a:rPr spc="-4" dirty="0"/>
              <a:t> as</a:t>
            </a:r>
            <a:r>
              <a:rPr spc="-8" dirty="0"/>
              <a:t> </a:t>
            </a:r>
            <a:r>
              <a:rPr spc="-15" dirty="0"/>
              <a:t>letters.</a:t>
            </a:r>
          </a:p>
          <a:p>
            <a:pPr marL="180975" marR="4763" indent="-171450">
              <a:lnSpc>
                <a:spcPts val="2265"/>
              </a:lnSpc>
              <a:spcBef>
                <a:spcPts val="784"/>
              </a:spcBef>
              <a:buFont typeface="Arial MT"/>
              <a:buChar char="•"/>
              <a:tabLst>
                <a:tab pos="180975" algn="l"/>
              </a:tabLst>
            </a:pPr>
            <a:endParaRPr lang="en-US" spc="-4" dirty="0"/>
          </a:p>
          <a:p>
            <a:pPr marL="180975" marR="4763" indent="-171450">
              <a:lnSpc>
                <a:spcPts val="2265"/>
              </a:lnSpc>
              <a:spcBef>
                <a:spcPts val="784"/>
              </a:spcBef>
              <a:buFont typeface="Arial MT"/>
              <a:buChar char="•"/>
              <a:tabLst>
                <a:tab pos="180975" algn="l"/>
              </a:tabLst>
            </a:pPr>
            <a:r>
              <a:rPr spc="-4" dirty="0"/>
              <a:t>If</a:t>
            </a:r>
            <a:r>
              <a:rPr spc="158" dirty="0"/>
              <a:t> </a:t>
            </a:r>
            <a:r>
              <a:rPr spc="-4" dirty="0"/>
              <a:t>the</a:t>
            </a:r>
            <a:r>
              <a:rPr spc="153" dirty="0"/>
              <a:t> </a:t>
            </a:r>
            <a:r>
              <a:rPr spc="-4" dirty="0"/>
              <a:t>input</a:t>
            </a:r>
            <a:r>
              <a:rPr spc="161" dirty="0"/>
              <a:t> </a:t>
            </a:r>
            <a:r>
              <a:rPr spc="-19" dirty="0"/>
              <a:t>letters</a:t>
            </a:r>
            <a:r>
              <a:rPr spc="158" dirty="0"/>
              <a:t> </a:t>
            </a:r>
            <a:r>
              <a:rPr spc="-4" dirty="0"/>
              <a:t>(run</a:t>
            </a:r>
            <a:r>
              <a:rPr spc="161" dirty="0"/>
              <a:t> </a:t>
            </a:r>
            <a:r>
              <a:rPr dirty="0"/>
              <a:t>on</a:t>
            </a:r>
            <a:r>
              <a:rPr spc="161" dirty="0"/>
              <a:t> </a:t>
            </a:r>
            <a:r>
              <a:rPr spc="-4" dirty="0"/>
              <a:t>machine)</a:t>
            </a:r>
            <a:r>
              <a:rPr spc="161" dirty="0"/>
              <a:t> </a:t>
            </a:r>
            <a:r>
              <a:rPr spc="-15" dirty="0"/>
              <a:t>are</a:t>
            </a:r>
            <a:r>
              <a:rPr spc="161" dirty="0"/>
              <a:t> </a:t>
            </a:r>
            <a:r>
              <a:rPr spc="-4" dirty="0"/>
              <a:t>‘n’</a:t>
            </a:r>
            <a:r>
              <a:rPr spc="158" dirty="0"/>
              <a:t> </a:t>
            </a:r>
            <a:r>
              <a:rPr spc="-4" dirty="0"/>
              <a:t>then</a:t>
            </a:r>
            <a:r>
              <a:rPr spc="165" dirty="0"/>
              <a:t> </a:t>
            </a:r>
            <a:r>
              <a:rPr spc="-4" dirty="0"/>
              <a:t>output</a:t>
            </a:r>
            <a:r>
              <a:rPr spc="161" dirty="0"/>
              <a:t> </a:t>
            </a:r>
            <a:r>
              <a:rPr spc="-19" dirty="0"/>
              <a:t>letters</a:t>
            </a:r>
            <a:r>
              <a:rPr spc="158" dirty="0"/>
              <a:t> </a:t>
            </a:r>
            <a:r>
              <a:rPr spc="-8" dirty="0"/>
              <a:t>must </a:t>
            </a:r>
            <a:r>
              <a:rPr spc="-461" dirty="0"/>
              <a:t> </a:t>
            </a:r>
            <a:r>
              <a:rPr spc="-4" dirty="0"/>
              <a:t>be</a:t>
            </a:r>
            <a:r>
              <a:rPr spc="8" dirty="0"/>
              <a:t> </a:t>
            </a:r>
            <a:r>
              <a:rPr spc="-4" dirty="0"/>
              <a:t>“n”</a:t>
            </a:r>
          </a:p>
          <a:p>
            <a:pPr marL="180975" indent="-171450">
              <a:spcBef>
                <a:spcPts val="476"/>
              </a:spcBef>
              <a:buFont typeface="Arial MT"/>
              <a:buChar char="•"/>
              <a:tabLst>
                <a:tab pos="180975" algn="l"/>
              </a:tabLst>
            </a:pPr>
            <a:endParaRPr lang="en-US" spc="-4" dirty="0"/>
          </a:p>
          <a:p>
            <a:pPr marL="180975" indent="-171450">
              <a:spcBef>
                <a:spcPts val="476"/>
              </a:spcBef>
              <a:buFont typeface="Arial MT"/>
              <a:buChar char="•"/>
              <a:tabLst>
                <a:tab pos="180975" algn="l"/>
              </a:tabLst>
            </a:pPr>
            <a:r>
              <a:rPr spc="-4" dirty="0"/>
              <a:t>No</a:t>
            </a:r>
            <a:r>
              <a:rPr dirty="0"/>
              <a:t> </a:t>
            </a:r>
            <a:r>
              <a:rPr spc="-8" dirty="0"/>
              <a:t>final</a:t>
            </a:r>
            <a:r>
              <a:rPr spc="-4" dirty="0"/>
              <a:t> </a:t>
            </a:r>
            <a:r>
              <a:rPr spc="-23" dirty="0"/>
              <a:t>state</a:t>
            </a:r>
            <a:r>
              <a:rPr spc="-11" dirty="0"/>
              <a:t> </a:t>
            </a:r>
            <a:r>
              <a:rPr spc="-15" dirty="0"/>
              <a:t>exist.</a:t>
            </a:r>
          </a:p>
          <a:p>
            <a:pPr marL="180975" indent="-171450">
              <a:spcBef>
                <a:spcPts val="495"/>
              </a:spcBef>
              <a:buFont typeface="Arial MT"/>
              <a:buChar char="•"/>
              <a:tabLst>
                <a:tab pos="180975" algn="l"/>
              </a:tabLst>
            </a:pPr>
            <a:r>
              <a:rPr spc="-11" dirty="0"/>
              <a:t>Each</a:t>
            </a:r>
            <a:r>
              <a:rPr spc="-8" dirty="0"/>
              <a:t> edge</a:t>
            </a:r>
            <a:r>
              <a:rPr spc="-4" dirty="0"/>
              <a:t> </a:t>
            </a:r>
            <a:r>
              <a:rPr spc="-8" dirty="0"/>
              <a:t>is</a:t>
            </a:r>
            <a:r>
              <a:rPr spc="4" dirty="0"/>
              <a:t> </a:t>
            </a:r>
            <a:r>
              <a:rPr spc="-4" dirty="0"/>
              <a:t>labeled</a:t>
            </a:r>
            <a:r>
              <a:rPr spc="4" dirty="0"/>
              <a:t> </a:t>
            </a:r>
            <a:r>
              <a:rPr spc="-11" dirty="0"/>
              <a:t>by</a:t>
            </a:r>
            <a:r>
              <a:rPr dirty="0"/>
              <a:t> </a:t>
            </a:r>
            <a:r>
              <a:rPr spc="-4" dirty="0"/>
              <a:t>a</a:t>
            </a:r>
            <a:r>
              <a:rPr spc="-8" dirty="0"/>
              <a:t> compound</a:t>
            </a:r>
            <a:r>
              <a:rPr spc="45" dirty="0"/>
              <a:t> </a:t>
            </a:r>
            <a:r>
              <a:rPr spc="-11" dirty="0"/>
              <a:t>symbol</a:t>
            </a:r>
            <a:r>
              <a:rPr spc="11" dirty="0"/>
              <a:t> </a:t>
            </a:r>
            <a:r>
              <a:rPr spc="-15" dirty="0"/>
              <a:t>“(Input/Output)”.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BDA3E-4128-C31A-5963-24330A2FFE4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D3E04-55B4-929A-8DE0-B1CA541C9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ECB03-EBA3-D746-E01B-1E3242D81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8CC2-6955-2AE6-4775-971D7B7883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48003-AE3D-F086-4BD3-1433898DC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02" y="203060"/>
            <a:ext cx="8735598" cy="593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597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B3B06-6FEF-7811-EEDC-8A9B47F43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A478A-55E6-6791-F732-7000B7DA4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151C8-A40C-D309-B41F-30CAAAF5D4B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388D88-ECD7-4ABF-29E6-57ECFBE44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" y="386652"/>
            <a:ext cx="9144000" cy="600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239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629D-C997-15B2-5330-8D72FD6F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D77F2-D966-B7B6-6D33-B1EE8D21B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C38C9-D446-7657-0D05-3E32F4EE40F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E7C350-5D5E-7EC4-623C-5CF252A9A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5800"/>
            <a:ext cx="9144000" cy="54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7042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314507"/>
            <a:ext cx="4035743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23" dirty="0"/>
              <a:t>Mealy</a:t>
            </a:r>
            <a:r>
              <a:rPr spc="-98" dirty="0"/>
              <a:t> </a:t>
            </a:r>
            <a:r>
              <a:rPr spc="-26" dirty="0"/>
              <a:t>machine</a:t>
            </a:r>
            <a:r>
              <a:rPr spc="-94" dirty="0"/>
              <a:t> </a:t>
            </a:r>
            <a:r>
              <a:rPr spc="-34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108" y="2124837"/>
            <a:ext cx="7288911" cy="33649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9BB36-56DA-404C-B03B-29C987BEE92B}"/>
              </a:ext>
            </a:extLst>
          </p:cNvPr>
          <p:cNvSpPr txBox="1"/>
          <p:nvPr/>
        </p:nvSpPr>
        <p:spPr>
          <a:xfrm>
            <a:off x="6781800" y="5007062"/>
            <a:ext cx="685800" cy="46166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0</a:t>
            </a:r>
            <a:endParaRPr lang="x-none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59D84-A221-A73A-353B-5FB8C8B1E99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1040664"/>
            <a:ext cx="1419225" cy="51793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4" y="1637538"/>
            <a:ext cx="7695248" cy="1023357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80975" marR="3810" indent="-171450" defTabSz="685800">
              <a:lnSpc>
                <a:spcPts val="2265"/>
              </a:lnSpc>
              <a:spcBef>
                <a:spcPts val="360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Construct</a:t>
            </a:r>
            <a:r>
              <a:rPr sz="2100" spc="26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Mealy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machine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9" dirty="0">
                <a:solidFill>
                  <a:prstClr val="black"/>
                </a:solidFill>
                <a:latin typeface="Calibri"/>
                <a:cs typeface="Calibri"/>
              </a:rPr>
              <a:t>for</a:t>
            </a:r>
            <a:r>
              <a:rPr sz="2100" spc="1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binary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number</a:t>
            </a:r>
            <a:r>
              <a:rPr sz="2100" spc="19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as</a:t>
            </a:r>
            <a:r>
              <a:rPr sz="2100" spc="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input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and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11" dirty="0">
                <a:solidFill>
                  <a:prstClr val="black"/>
                </a:solidFill>
                <a:latin typeface="Calibri"/>
                <a:cs typeface="Calibri"/>
              </a:rPr>
              <a:t>produce</a:t>
            </a:r>
            <a:r>
              <a:rPr sz="2100" spc="3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5" dirty="0">
                <a:solidFill>
                  <a:prstClr val="black"/>
                </a:solidFill>
                <a:latin typeface="Calibri"/>
                <a:cs typeface="Calibri"/>
              </a:rPr>
              <a:t>1’s </a:t>
            </a:r>
            <a:r>
              <a:rPr sz="2100" spc="-46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compliment</a:t>
            </a:r>
            <a:r>
              <a:rPr sz="2100" spc="23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of 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that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38" dirty="0">
                <a:solidFill>
                  <a:prstClr val="black"/>
                </a:solidFill>
                <a:latin typeface="Calibri"/>
                <a:cs typeface="Calibri"/>
              </a:rPr>
              <a:t>number.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  <a:p>
            <a:pPr marL="180975" indent="-171450" defTabSz="685800">
              <a:spcBef>
                <a:spcPts val="472"/>
              </a:spcBef>
              <a:buFont typeface="Arial MT"/>
              <a:buChar char="•"/>
              <a:tabLst>
                <a:tab pos="180975" algn="l"/>
              </a:tabLst>
            </a:pP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∑={0,1}</a:t>
            </a:r>
            <a:r>
              <a:rPr sz="2100" spc="4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and</a:t>
            </a:r>
            <a:r>
              <a:rPr sz="21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∆</a:t>
            </a:r>
            <a:r>
              <a:rPr sz="2100" spc="-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=</a:t>
            </a:r>
            <a:r>
              <a:rPr sz="2100" spc="-8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sz="2100" spc="-4" dirty="0">
                <a:solidFill>
                  <a:prstClr val="black"/>
                </a:solidFill>
                <a:latin typeface="Calibri"/>
                <a:cs typeface="Calibri"/>
              </a:rPr>
              <a:t>{0,1}</a:t>
            </a:r>
            <a:endParaRPr sz="2100">
              <a:solidFill>
                <a:prstClr val="black"/>
              </a:solidFill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7035" y="2281428"/>
            <a:ext cx="4275963" cy="35878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884CD-C100-6DB4-1FBD-4CD0DF1934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</TotalTime>
  <Words>2407</Words>
  <Application>Microsoft Office PowerPoint</Application>
  <PresentationFormat>On-screen Show (4:3)</PresentationFormat>
  <Paragraphs>430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61</vt:i4>
      </vt:variant>
    </vt:vector>
  </HeadingPairs>
  <TitlesOfParts>
    <vt:vector size="79" baseType="lpstr">
      <vt:lpstr>Microsoft YaHei UI</vt:lpstr>
      <vt:lpstr>Arial</vt:lpstr>
      <vt:lpstr>Arial MT</vt:lpstr>
      <vt:lpstr>Calibri</vt:lpstr>
      <vt:lpstr>Calibri Light</vt:lpstr>
      <vt:lpstr>Cambria Math</vt:lpstr>
      <vt:lpstr>Tahoma</vt:lpstr>
      <vt:lpstr>Times New Roman</vt:lpstr>
      <vt:lpstr>Wingdings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Theory of Automata</vt:lpstr>
      <vt:lpstr>Content Covered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Regular Expression:</vt:lpstr>
      <vt:lpstr>Kleene Closure/ Kleene star/ Kleene operator:</vt:lpstr>
      <vt:lpstr>Kleene Plus/ Kleene Positive/ Positive closure:</vt:lpstr>
      <vt:lpstr>Extended Regular Exp Notations</vt:lpstr>
      <vt:lpstr>Example</vt:lpstr>
      <vt:lpstr>Example</vt:lpstr>
      <vt:lpstr>Example</vt:lpstr>
      <vt:lpstr>Example </vt:lpstr>
      <vt:lpstr>Example </vt:lpstr>
      <vt:lpstr>Example </vt:lpstr>
      <vt:lpstr>Example </vt:lpstr>
      <vt:lpstr>Categories of Finite State Machines</vt:lpstr>
      <vt:lpstr>Finite Automata (FSM without Output)</vt:lpstr>
      <vt:lpstr>PowerPoint Presentation</vt:lpstr>
      <vt:lpstr>Types of states</vt:lpstr>
      <vt:lpstr>Example</vt:lpstr>
      <vt:lpstr>Types of Finite Automata</vt:lpstr>
      <vt:lpstr>DFA Example</vt:lpstr>
      <vt:lpstr>Example</vt:lpstr>
      <vt:lpstr>Example</vt:lpstr>
      <vt:lpstr>Example</vt:lpstr>
      <vt:lpstr>Non-Deterministic Finite Automata</vt:lpstr>
      <vt:lpstr>Example</vt:lpstr>
      <vt:lpstr>Example</vt:lpstr>
      <vt:lpstr>Example</vt:lpstr>
      <vt:lpstr>Example with epsilon move</vt:lpstr>
      <vt:lpstr>Categories of Finite State Machines</vt:lpstr>
      <vt:lpstr>Moore Machine</vt:lpstr>
      <vt:lpstr>Important points</vt:lpstr>
      <vt:lpstr>PowerPoint Presentation</vt:lpstr>
      <vt:lpstr>PowerPoint Presentation</vt:lpstr>
      <vt:lpstr>PowerPoint Presentation</vt:lpstr>
      <vt:lpstr>Example</vt:lpstr>
      <vt:lpstr>PowerPoint Presentation</vt:lpstr>
      <vt:lpstr>Example</vt:lpstr>
      <vt:lpstr>PowerPoint Presentation</vt:lpstr>
      <vt:lpstr>Categories of Finite State Machines</vt:lpstr>
      <vt:lpstr>Mealy Machine</vt:lpstr>
      <vt:lpstr>Important points</vt:lpstr>
      <vt:lpstr>PowerPoint Presentation</vt:lpstr>
      <vt:lpstr>PowerPoint Presentation</vt:lpstr>
      <vt:lpstr>PowerPoint Presentation</vt:lpstr>
      <vt:lpstr>Mealy machine 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1  (Automata Theory)</dc:title>
  <dc:creator>RIDA</dc:creator>
  <cp:lastModifiedBy>Mahfooz ul Haque</cp:lastModifiedBy>
  <cp:revision>24</cp:revision>
  <dcterms:created xsi:type="dcterms:W3CDTF">2021-11-25T07:12:13Z</dcterms:created>
  <dcterms:modified xsi:type="dcterms:W3CDTF">2024-01-11T10:44:32Z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2020-11-08T00:00:00Z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2021-11-25T00:00:00Z</vt:filetime>
  </property>
</Properties>
</file>