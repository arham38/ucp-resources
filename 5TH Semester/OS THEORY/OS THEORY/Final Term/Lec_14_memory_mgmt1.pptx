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4" r:id="rId1"/>
  </p:sldMasterIdLst>
  <p:notesMasterIdLst>
    <p:notesMasterId r:id="rId54"/>
  </p:notesMasterIdLst>
  <p:handoutMasterIdLst>
    <p:handoutMasterId r:id="rId55"/>
  </p:handoutMasterIdLst>
  <p:sldIdLst>
    <p:sldId id="256" r:id="rId2"/>
    <p:sldId id="275" r:id="rId3"/>
    <p:sldId id="645" r:id="rId4"/>
    <p:sldId id="644" r:id="rId5"/>
    <p:sldId id="334" r:id="rId6"/>
    <p:sldId id="676" r:id="rId7"/>
    <p:sldId id="665" r:id="rId8"/>
    <p:sldId id="337" r:id="rId9"/>
    <p:sldId id="688" r:id="rId10"/>
    <p:sldId id="338" r:id="rId11"/>
    <p:sldId id="343" r:id="rId12"/>
    <p:sldId id="667" r:id="rId13"/>
    <p:sldId id="664" r:id="rId14"/>
    <p:sldId id="679" r:id="rId15"/>
    <p:sldId id="341" r:id="rId16"/>
    <p:sldId id="342" r:id="rId17"/>
    <p:sldId id="668" r:id="rId18"/>
    <p:sldId id="345" r:id="rId19"/>
    <p:sldId id="671" r:id="rId20"/>
    <p:sldId id="672" r:id="rId21"/>
    <p:sldId id="349" r:id="rId22"/>
    <p:sldId id="673" r:id="rId23"/>
    <p:sldId id="277" r:id="rId24"/>
    <p:sldId id="301" r:id="rId25"/>
    <p:sldId id="653" r:id="rId26"/>
    <p:sldId id="282" r:id="rId27"/>
    <p:sldId id="656" r:id="rId28"/>
    <p:sldId id="285" r:id="rId29"/>
    <p:sldId id="286" r:id="rId30"/>
    <p:sldId id="684" r:id="rId31"/>
    <p:sldId id="678" r:id="rId32"/>
    <p:sldId id="677" r:id="rId33"/>
    <p:sldId id="658" r:id="rId34"/>
    <p:sldId id="637" r:id="rId35"/>
    <p:sldId id="363" r:id="rId36"/>
    <p:sldId id="674" r:id="rId37"/>
    <p:sldId id="686" r:id="rId38"/>
    <p:sldId id="362" r:id="rId39"/>
    <p:sldId id="364" r:id="rId40"/>
    <p:sldId id="675" r:id="rId41"/>
    <p:sldId id="383" r:id="rId42"/>
    <p:sldId id="681" r:id="rId43"/>
    <p:sldId id="680" r:id="rId44"/>
    <p:sldId id="643" r:id="rId45"/>
    <p:sldId id="268" r:id="rId46"/>
    <p:sldId id="687" r:id="rId47"/>
    <p:sldId id="651" r:id="rId48"/>
    <p:sldId id="385" r:id="rId49"/>
    <p:sldId id="369" r:id="rId50"/>
    <p:sldId id="392" r:id="rId51"/>
    <p:sldId id="394" r:id="rId52"/>
    <p:sldId id="393" r:id="rId53"/>
  </p:sldIdLst>
  <p:sldSz cx="9144000" cy="6858000" type="screen4x3"/>
  <p:notesSz cx="6881813" cy="9296400"/>
  <p:defaultTex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816">
          <p15:clr>
            <a:srgbClr val="A4A3A4"/>
          </p15:clr>
        </p15:guide>
        <p15:guide id="2" pos="4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ilberschatz, Avi" initials="SA" lastIdx="1" clrIdx="0">
    <p:extLst>
      <p:ext uri="{19B8F6BF-5375-455C-9EA6-DF929625EA0E}">
        <p15:presenceInfo xmlns:p15="http://schemas.microsoft.com/office/powerpoint/2012/main" userId="S::avi@yale.edu::016206a9-3acf-4d04-9473-be90a77fcf7c"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C"/>
    <a:srgbClr val="CCCCFF"/>
    <a:srgbClr val="663300"/>
    <a:srgbClr val="800000"/>
    <a:srgbClr val="CC6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snapVertSplitter="1" vertBarState="minimized" horzBarState="maximized">
    <p:restoredLeft sz="6688" autoAdjust="0"/>
    <p:restoredTop sz="93792" autoAdjust="0"/>
  </p:normalViewPr>
  <p:slideViewPr>
    <p:cSldViewPr snapToGrid="0">
      <p:cViewPr varScale="1">
        <p:scale>
          <a:sx n="61" d="100"/>
          <a:sy n="61" d="100"/>
        </p:scale>
        <p:origin x="1852" y="52"/>
      </p:cViewPr>
      <p:guideLst>
        <p:guide orient="horz" pos="816"/>
        <p:guide pos="4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50" d="100"/>
        <a:sy n="150" d="100"/>
      </p:scale>
      <p:origin x="0" y="-3820"/>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commentAuthors" Target="commentAuthor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54292038-6B0F-2949-BFB3-4480D5926108}"/>
              </a:ext>
            </a:extLst>
          </p:cNvPr>
          <p:cNvSpPr>
            <a:spLocks noGrp="1" noChangeArrowheads="1"/>
          </p:cNvSpPr>
          <p:nvPr>
            <p:ph type="hdr" sz="quarter"/>
          </p:nvPr>
        </p:nvSpPr>
        <p:spPr bwMode="auto">
          <a:xfrm>
            <a:off x="0" y="0"/>
            <a:ext cx="3016250" cy="442913"/>
          </a:xfrm>
          <a:prstGeom prst="rect">
            <a:avLst/>
          </a:prstGeom>
          <a:noFill/>
          <a:ln w="9525">
            <a:noFill/>
            <a:miter lim="800000"/>
            <a:headEnd/>
            <a:tailEnd/>
          </a:ln>
        </p:spPr>
        <p:txBody>
          <a:bodyPr vert="horz" wrap="none" lIns="87575" tIns="43788" rIns="87575" bIns="43788" numCol="1" anchor="ctr" anchorCtr="0" compatLnSpc="1">
            <a:prstTxWarp prst="textNoShape">
              <a:avLst/>
            </a:prstTxWarp>
          </a:bodyPr>
          <a:lstStyle>
            <a:lvl1pPr defTabSz="876300">
              <a:defRPr sz="1100">
                <a:latin typeface="Helvetica" charset="0"/>
                <a:ea typeface="ＭＳ Ｐゴシック" charset="-128"/>
                <a:cs typeface="ＭＳ Ｐゴシック" charset="-128"/>
              </a:defRPr>
            </a:lvl1pPr>
          </a:lstStyle>
          <a:p>
            <a:pPr>
              <a:defRPr/>
            </a:pPr>
            <a:endParaRPr lang="en-US"/>
          </a:p>
        </p:txBody>
      </p:sp>
      <p:sp>
        <p:nvSpPr>
          <p:cNvPr id="46083" name="Rectangle 3">
            <a:extLst>
              <a:ext uri="{FF2B5EF4-FFF2-40B4-BE49-F238E27FC236}">
                <a16:creationId xmlns:a16="http://schemas.microsoft.com/office/drawing/2014/main" id="{53CBFB87-3130-8A40-8B9F-D30E7EF9A785}"/>
              </a:ext>
            </a:extLst>
          </p:cNvPr>
          <p:cNvSpPr>
            <a:spLocks noGrp="1" noChangeArrowheads="1"/>
          </p:cNvSpPr>
          <p:nvPr>
            <p:ph type="dt" sz="quarter" idx="1"/>
          </p:nvPr>
        </p:nvSpPr>
        <p:spPr bwMode="auto">
          <a:xfrm>
            <a:off x="3878263" y="0"/>
            <a:ext cx="3016250" cy="442913"/>
          </a:xfrm>
          <a:prstGeom prst="rect">
            <a:avLst/>
          </a:prstGeom>
          <a:noFill/>
          <a:ln w="9525">
            <a:noFill/>
            <a:miter lim="800000"/>
            <a:headEnd/>
            <a:tailEnd/>
          </a:ln>
        </p:spPr>
        <p:txBody>
          <a:bodyPr vert="horz" wrap="none" lIns="87575" tIns="43788" rIns="87575" bIns="43788" numCol="1" anchor="ctr" anchorCtr="0" compatLnSpc="1">
            <a:prstTxWarp prst="textNoShape">
              <a:avLst/>
            </a:prstTxWarp>
          </a:bodyPr>
          <a:lstStyle>
            <a:lvl1pPr algn="r" defTabSz="876300">
              <a:defRPr sz="1100">
                <a:latin typeface="Helvetica" charset="0"/>
                <a:ea typeface="ＭＳ Ｐゴシック" charset="-128"/>
                <a:cs typeface="ＭＳ Ｐゴシック" charset="-128"/>
              </a:defRPr>
            </a:lvl1pPr>
          </a:lstStyle>
          <a:p>
            <a:pPr>
              <a:defRPr/>
            </a:pPr>
            <a:endParaRPr lang="en-US"/>
          </a:p>
        </p:txBody>
      </p:sp>
      <p:sp>
        <p:nvSpPr>
          <p:cNvPr id="46084" name="Rectangle 4">
            <a:extLst>
              <a:ext uri="{FF2B5EF4-FFF2-40B4-BE49-F238E27FC236}">
                <a16:creationId xmlns:a16="http://schemas.microsoft.com/office/drawing/2014/main" id="{F0701F88-43FF-0741-8A3A-C0F52350229C}"/>
              </a:ext>
            </a:extLst>
          </p:cNvPr>
          <p:cNvSpPr>
            <a:spLocks noGrp="1" noChangeArrowheads="1"/>
          </p:cNvSpPr>
          <p:nvPr>
            <p:ph type="ftr" sz="quarter" idx="2"/>
          </p:nvPr>
        </p:nvSpPr>
        <p:spPr bwMode="auto">
          <a:xfrm>
            <a:off x="0" y="8866188"/>
            <a:ext cx="3016250" cy="442912"/>
          </a:xfrm>
          <a:prstGeom prst="rect">
            <a:avLst/>
          </a:prstGeom>
          <a:noFill/>
          <a:ln w="9525">
            <a:noFill/>
            <a:miter lim="800000"/>
            <a:headEnd/>
            <a:tailEnd/>
          </a:ln>
        </p:spPr>
        <p:txBody>
          <a:bodyPr vert="horz" wrap="none" lIns="87575" tIns="43788" rIns="87575" bIns="43788" numCol="1" anchor="b" anchorCtr="0" compatLnSpc="1">
            <a:prstTxWarp prst="textNoShape">
              <a:avLst/>
            </a:prstTxWarp>
          </a:bodyPr>
          <a:lstStyle>
            <a:lvl1pPr defTabSz="876300">
              <a:defRPr sz="1100">
                <a:latin typeface="Helvetica" charset="0"/>
                <a:ea typeface="ＭＳ Ｐゴシック" charset="-128"/>
                <a:cs typeface="ＭＳ Ｐゴシック" charset="-128"/>
              </a:defRPr>
            </a:lvl1pPr>
          </a:lstStyle>
          <a:p>
            <a:pPr>
              <a:defRPr/>
            </a:pPr>
            <a:endParaRPr lang="en-US"/>
          </a:p>
        </p:txBody>
      </p:sp>
      <p:sp>
        <p:nvSpPr>
          <p:cNvPr id="46085" name="Rectangle 5">
            <a:extLst>
              <a:ext uri="{FF2B5EF4-FFF2-40B4-BE49-F238E27FC236}">
                <a16:creationId xmlns:a16="http://schemas.microsoft.com/office/drawing/2014/main" id="{3A87DA65-858F-5A45-B34A-C02AA0EBFC03}"/>
              </a:ext>
            </a:extLst>
          </p:cNvPr>
          <p:cNvSpPr>
            <a:spLocks noGrp="1" noChangeArrowheads="1"/>
          </p:cNvSpPr>
          <p:nvPr>
            <p:ph type="sldNum" sz="quarter" idx="3"/>
          </p:nvPr>
        </p:nvSpPr>
        <p:spPr bwMode="auto">
          <a:xfrm>
            <a:off x="3878263" y="8866188"/>
            <a:ext cx="3016250" cy="442912"/>
          </a:xfrm>
          <a:prstGeom prst="rect">
            <a:avLst/>
          </a:prstGeom>
          <a:noFill/>
          <a:ln w="9525">
            <a:noFill/>
            <a:miter lim="800000"/>
            <a:headEnd/>
            <a:tailEnd/>
          </a:ln>
        </p:spPr>
        <p:txBody>
          <a:bodyPr vert="horz" wrap="none" lIns="87575" tIns="43788" rIns="87575" bIns="43788" numCol="1" anchor="b" anchorCtr="0" compatLnSpc="1">
            <a:prstTxWarp prst="textNoShape">
              <a:avLst/>
            </a:prstTxWarp>
          </a:bodyPr>
          <a:lstStyle>
            <a:lvl1pPr algn="r" defTabSz="876300">
              <a:defRPr sz="1100">
                <a:latin typeface="Helvetica" pitchFamily="2" charset="0"/>
              </a:defRPr>
            </a:lvl1pPr>
          </a:lstStyle>
          <a:p>
            <a:pPr>
              <a:defRPr/>
            </a:pPr>
            <a:fld id="{C746EC8E-B597-402D-9662-ABD14BABEEF8}"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3A289FF7-9133-044D-B490-8A3FD0ABAE44}"/>
              </a:ext>
            </a:extLst>
          </p:cNvPr>
          <p:cNvSpPr>
            <a:spLocks noGrp="1" noChangeArrowheads="1"/>
          </p:cNvSpPr>
          <p:nvPr>
            <p:ph type="hdr" sz="quarter"/>
          </p:nvPr>
        </p:nvSpPr>
        <p:spPr bwMode="auto">
          <a:xfrm>
            <a:off x="0" y="0"/>
            <a:ext cx="2981325" cy="463550"/>
          </a:xfrm>
          <a:prstGeom prst="rect">
            <a:avLst/>
          </a:prstGeom>
          <a:noFill/>
          <a:ln w="9525">
            <a:noFill/>
            <a:miter lim="800000"/>
            <a:headEnd/>
            <a:tailEnd/>
          </a:ln>
        </p:spPr>
        <p:txBody>
          <a:bodyPr vert="horz" wrap="none" lIns="92436" tIns="46217" rIns="92436" bIns="46217" numCol="1" anchor="ctr" anchorCtr="0" compatLnSpc="1">
            <a:prstTxWarp prst="textNoShape">
              <a:avLst/>
            </a:prstTxWarp>
          </a:bodyPr>
          <a:lstStyle>
            <a:lvl1pPr defTabSz="923925">
              <a:defRPr sz="1200">
                <a:latin typeface="Times New Roman" charset="0"/>
                <a:ea typeface="ＭＳ Ｐゴシック" charset="-128"/>
                <a:cs typeface="ＭＳ Ｐゴシック" charset="-128"/>
              </a:defRPr>
            </a:lvl1pPr>
          </a:lstStyle>
          <a:p>
            <a:pPr>
              <a:defRPr/>
            </a:pPr>
            <a:endParaRPr lang="en-US"/>
          </a:p>
        </p:txBody>
      </p:sp>
      <p:sp>
        <p:nvSpPr>
          <p:cNvPr id="6147" name="Rectangle 3">
            <a:extLst>
              <a:ext uri="{FF2B5EF4-FFF2-40B4-BE49-F238E27FC236}">
                <a16:creationId xmlns:a16="http://schemas.microsoft.com/office/drawing/2014/main" id="{E37CAAC1-3D1D-9E43-A83C-E5D89AC65067}"/>
              </a:ext>
            </a:extLst>
          </p:cNvPr>
          <p:cNvSpPr>
            <a:spLocks noGrp="1" noChangeArrowheads="1"/>
          </p:cNvSpPr>
          <p:nvPr>
            <p:ph type="dt" idx="1"/>
          </p:nvPr>
        </p:nvSpPr>
        <p:spPr bwMode="auto">
          <a:xfrm>
            <a:off x="3900488" y="0"/>
            <a:ext cx="2981325" cy="463550"/>
          </a:xfrm>
          <a:prstGeom prst="rect">
            <a:avLst/>
          </a:prstGeom>
          <a:noFill/>
          <a:ln w="9525">
            <a:noFill/>
            <a:miter lim="800000"/>
            <a:headEnd/>
            <a:tailEnd/>
          </a:ln>
        </p:spPr>
        <p:txBody>
          <a:bodyPr vert="horz" wrap="none" lIns="92436" tIns="46217" rIns="92436" bIns="46217" numCol="1" anchor="ctr" anchorCtr="0" compatLnSpc="1">
            <a:prstTxWarp prst="textNoShape">
              <a:avLst/>
            </a:prstTxWarp>
          </a:bodyPr>
          <a:lstStyle>
            <a:lvl1pPr algn="r" defTabSz="923925">
              <a:defRPr sz="1200">
                <a:latin typeface="Times New Roman" charset="0"/>
                <a:ea typeface="ＭＳ Ｐゴシック" charset="-128"/>
                <a:cs typeface="ＭＳ Ｐゴシック" charset="-128"/>
              </a:defRPr>
            </a:lvl1pPr>
          </a:lstStyle>
          <a:p>
            <a:pPr>
              <a:defRPr/>
            </a:pPr>
            <a:endParaRPr lang="en-US"/>
          </a:p>
        </p:txBody>
      </p:sp>
      <p:sp>
        <p:nvSpPr>
          <p:cNvPr id="3076" name="Rectangle 4">
            <a:extLst>
              <a:ext uri="{FF2B5EF4-FFF2-40B4-BE49-F238E27FC236}">
                <a16:creationId xmlns:a16="http://schemas.microsoft.com/office/drawing/2014/main" id="{DED26F54-2C52-46FF-BCE0-8696D7541572}"/>
              </a:ext>
            </a:extLst>
          </p:cNvPr>
          <p:cNvSpPr>
            <a:spLocks noGrp="1" noRot="1" noChangeAspect="1" noChangeArrowheads="1" noTextEdit="1"/>
          </p:cNvSpPr>
          <p:nvPr>
            <p:ph type="sldImg" idx="2"/>
          </p:nvPr>
        </p:nvSpPr>
        <p:spPr bwMode="auto">
          <a:xfrm>
            <a:off x="1117600" y="698500"/>
            <a:ext cx="4648200"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a:extLst>
              <a:ext uri="{FF2B5EF4-FFF2-40B4-BE49-F238E27FC236}">
                <a16:creationId xmlns:a16="http://schemas.microsoft.com/office/drawing/2014/main" id="{180789FC-DD11-5542-803A-9516EB334E31}"/>
              </a:ext>
            </a:extLst>
          </p:cNvPr>
          <p:cNvSpPr>
            <a:spLocks noGrp="1" noChangeArrowheads="1"/>
          </p:cNvSpPr>
          <p:nvPr>
            <p:ph type="body" sz="quarter" idx="3"/>
          </p:nvPr>
        </p:nvSpPr>
        <p:spPr bwMode="auto">
          <a:xfrm>
            <a:off x="917575" y="4416425"/>
            <a:ext cx="5046663" cy="4181475"/>
          </a:xfrm>
          <a:prstGeom prst="rect">
            <a:avLst/>
          </a:prstGeom>
          <a:noFill/>
          <a:ln w="9525">
            <a:noFill/>
            <a:miter lim="800000"/>
            <a:headEnd/>
            <a:tailEnd/>
          </a:ln>
        </p:spPr>
        <p:txBody>
          <a:bodyPr vert="horz" wrap="none" lIns="92436" tIns="46217" rIns="92436" bIns="46217" numCol="1" anchor="ctr"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a:extLst>
              <a:ext uri="{FF2B5EF4-FFF2-40B4-BE49-F238E27FC236}">
                <a16:creationId xmlns:a16="http://schemas.microsoft.com/office/drawing/2014/main" id="{58A87854-4AA0-1349-AAA1-90BFC8DE2E9F}"/>
              </a:ext>
            </a:extLst>
          </p:cNvPr>
          <p:cNvSpPr>
            <a:spLocks noGrp="1" noChangeArrowheads="1"/>
          </p:cNvSpPr>
          <p:nvPr>
            <p:ph type="ftr" sz="quarter" idx="4"/>
          </p:nvPr>
        </p:nvSpPr>
        <p:spPr bwMode="auto">
          <a:xfrm>
            <a:off x="0" y="8832850"/>
            <a:ext cx="2981325" cy="463550"/>
          </a:xfrm>
          <a:prstGeom prst="rect">
            <a:avLst/>
          </a:prstGeom>
          <a:noFill/>
          <a:ln w="9525">
            <a:noFill/>
            <a:miter lim="800000"/>
            <a:headEnd/>
            <a:tailEnd/>
          </a:ln>
        </p:spPr>
        <p:txBody>
          <a:bodyPr vert="horz" wrap="none" lIns="92436" tIns="46217" rIns="92436" bIns="46217" numCol="1" anchor="b" anchorCtr="0" compatLnSpc="1">
            <a:prstTxWarp prst="textNoShape">
              <a:avLst/>
            </a:prstTxWarp>
          </a:bodyPr>
          <a:lstStyle>
            <a:lvl1pPr defTabSz="923925">
              <a:defRPr sz="1200">
                <a:latin typeface="Times New Roman" charset="0"/>
                <a:ea typeface="ＭＳ Ｐゴシック" charset="-128"/>
                <a:cs typeface="ＭＳ Ｐゴシック" charset="-128"/>
              </a:defRPr>
            </a:lvl1pPr>
          </a:lstStyle>
          <a:p>
            <a:pPr>
              <a:defRPr/>
            </a:pPr>
            <a:endParaRPr lang="en-US"/>
          </a:p>
        </p:txBody>
      </p:sp>
      <p:sp>
        <p:nvSpPr>
          <p:cNvPr id="6151" name="Rectangle 7">
            <a:extLst>
              <a:ext uri="{FF2B5EF4-FFF2-40B4-BE49-F238E27FC236}">
                <a16:creationId xmlns:a16="http://schemas.microsoft.com/office/drawing/2014/main" id="{97C6A482-1B06-854B-9B2C-D5CE05B6625A}"/>
              </a:ext>
            </a:extLst>
          </p:cNvPr>
          <p:cNvSpPr>
            <a:spLocks noGrp="1" noChangeArrowheads="1"/>
          </p:cNvSpPr>
          <p:nvPr>
            <p:ph type="sldNum" sz="quarter" idx="5"/>
          </p:nvPr>
        </p:nvSpPr>
        <p:spPr bwMode="auto">
          <a:xfrm>
            <a:off x="3900488" y="8832850"/>
            <a:ext cx="2981325" cy="463550"/>
          </a:xfrm>
          <a:prstGeom prst="rect">
            <a:avLst/>
          </a:prstGeom>
          <a:noFill/>
          <a:ln w="9525">
            <a:noFill/>
            <a:miter lim="800000"/>
            <a:headEnd/>
            <a:tailEnd/>
          </a:ln>
        </p:spPr>
        <p:txBody>
          <a:bodyPr vert="horz" wrap="none" lIns="92436" tIns="46217" rIns="92436" bIns="46217" numCol="1" anchor="b" anchorCtr="0" compatLnSpc="1">
            <a:prstTxWarp prst="textNoShape">
              <a:avLst/>
            </a:prstTxWarp>
          </a:bodyPr>
          <a:lstStyle>
            <a:lvl1pPr algn="r" defTabSz="923925">
              <a:defRPr sz="1200">
                <a:latin typeface="Times New Roman" panose="02020603050405020304" pitchFamily="18" charset="0"/>
              </a:defRPr>
            </a:lvl1pPr>
          </a:lstStyle>
          <a:p>
            <a:pPr>
              <a:defRPr/>
            </a:pPr>
            <a:fld id="{F8DDF7C7-3008-4DC4-9F8B-1490BCFC99E7}"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S PGothic" pitchFamily="34"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a:extLst>
              <a:ext uri="{FF2B5EF4-FFF2-40B4-BE49-F238E27FC236}">
                <a16:creationId xmlns:a16="http://schemas.microsoft.com/office/drawing/2014/main" id="{A6A822E9-8F13-47AB-9E4E-B18AB2E1FD3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ACCEF3C-8989-4032-A095-D133C1713EDA}" type="slidenum">
              <a:rPr lang="en-US" altLang="en-US">
                <a:latin typeface="Times New Roman" panose="02020603050405020304" pitchFamily="18" charset="0"/>
              </a:rPr>
              <a:pPr/>
              <a:t>2</a:t>
            </a:fld>
            <a:endParaRPr lang="en-US" altLang="en-US">
              <a:latin typeface="Times New Roman" panose="02020603050405020304" pitchFamily="18" charset="0"/>
            </a:endParaRPr>
          </a:p>
        </p:txBody>
      </p:sp>
      <p:sp>
        <p:nvSpPr>
          <p:cNvPr id="8195" name="Rectangle 2">
            <a:extLst>
              <a:ext uri="{FF2B5EF4-FFF2-40B4-BE49-F238E27FC236}">
                <a16:creationId xmlns:a16="http://schemas.microsoft.com/office/drawing/2014/main" id="{3520E619-9440-4535-B6E9-BC7E8804B9A6}"/>
              </a:ext>
            </a:extLst>
          </p:cNvPr>
          <p:cNvSpPr>
            <a:spLocks noGrp="1" noRot="1" noChangeAspect="1" noChangeArrowheads="1" noTextEdit="1"/>
          </p:cNvSpPr>
          <p:nvPr>
            <p:ph type="sldImg"/>
          </p:nvPr>
        </p:nvSpPr>
        <p:spPr>
          <a:ln/>
        </p:spPr>
      </p:sp>
      <p:sp>
        <p:nvSpPr>
          <p:cNvPr id="8196" name="Rectangle 3">
            <a:extLst>
              <a:ext uri="{FF2B5EF4-FFF2-40B4-BE49-F238E27FC236}">
                <a16:creationId xmlns:a16="http://schemas.microsoft.com/office/drawing/2014/main" id="{E55EEC95-E703-4EFF-BB87-4741BBEECC8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9698301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E9D81DCF-D5EC-4ACE-983C-8087A3BE5DA5}" type="slidenum">
              <a:rPr lang="en-US" smtClean="0"/>
              <a:pPr/>
              <a:t>3</a:t>
            </a:fld>
            <a:endParaRPr lang="en-US"/>
          </a:p>
        </p:txBody>
      </p:sp>
    </p:spTree>
    <p:extLst>
      <p:ext uri="{BB962C8B-B14F-4D97-AF65-F5344CB8AC3E}">
        <p14:creationId xmlns:p14="http://schemas.microsoft.com/office/powerpoint/2010/main" val="42540803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E9D81DCF-D5EC-4ACE-983C-8087A3BE5DA5}" type="slidenum">
              <a:rPr lang="en-US" smtClean="0"/>
              <a:pPr/>
              <a:t>4</a:t>
            </a:fld>
            <a:endParaRPr lang="en-US"/>
          </a:p>
        </p:txBody>
      </p:sp>
    </p:spTree>
    <p:extLst>
      <p:ext uri="{BB962C8B-B14F-4D97-AF65-F5344CB8AC3E}">
        <p14:creationId xmlns:p14="http://schemas.microsoft.com/office/powerpoint/2010/main" val="5409828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a:extLst>
              <a:ext uri="{FF2B5EF4-FFF2-40B4-BE49-F238E27FC236}">
                <a16:creationId xmlns:a16="http://schemas.microsoft.com/office/drawing/2014/main" id="{95F686B4-27A4-2693-F3F9-8F94714C202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E8BE36B-5EF9-4573-A8BF-654C2CFE9D6A}" type="slidenum">
              <a:rPr lang="en-US" altLang="en-US">
                <a:latin typeface="Helvetica" panose="020B0604020202020204" pitchFamily="34" charset="0"/>
              </a:rPr>
              <a:pPr/>
              <a:t>5</a:t>
            </a:fld>
            <a:endParaRPr lang="en-US" altLang="en-US">
              <a:latin typeface="Helvetica" panose="020B0604020202020204" pitchFamily="34" charset="0"/>
            </a:endParaRPr>
          </a:p>
        </p:txBody>
      </p:sp>
      <p:sp>
        <p:nvSpPr>
          <p:cNvPr id="79875" name="Rectangle 2">
            <a:extLst>
              <a:ext uri="{FF2B5EF4-FFF2-40B4-BE49-F238E27FC236}">
                <a16:creationId xmlns:a16="http://schemas.microsoft.com/office/drawing/2014/main" id="{6F71120B-3E51-0DF2-38A7-C523DD8FA74F}"/>
              </a:ext>
            </a:extLst>
          </p:cNvPr>
          <p:cNvSpPr>
            <a:spLocks noGrp="1" noRot="1" noChangeAspect="1" noChangeArrowheads="1" noTextEdit="1"/>
          </p:cNvSpPr>
          <p:nvPr>
            <p:ph type="sldImg"/>
          </p:nvPr>
        </p:nvSpPr>
        <p:spPr>
          <a:ln/>
        </p:spPr>
      </p:sp>
      <p:sp>
        <p:nvSpPr>
          <p:cNvPr id="79876" name="Rectangle 3">
            <a:extLst>
              <a:ext uri="{FF2B5EF4-FFF2-40B4-BE49-F238E27FC236}">
                <a16:creationId xmlns:a16="http://schemas.microsoft.com/office/drawing/2014/main" id="{F6C316FA-B694-7E59-74E3-46B7F21DDE4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a:extLst>
              <a:ext uri="{FF2B5EF4-FFF2-40B4-BE49-F238E27FC236}">
                <a16:creationId xmlns:a16="http://schemas.microsoft.com/office/drawing/2014/main" id="{22A0F789-1ED2-EBCB-3D90-72F163DD065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0189034-0724-4A54-880F-7B4C5855C3F2}" type="slidenum">
              <a:rPr lang="en-US" altLang="en-US">
                <a:latin typeface="Helvetica" panose="020B0604020202020204" pitchFamily="34" charset="0"/>
              </a:rPr>
              <a:pPr/>
              <a:t>6</a:t>
            </a:fld>
            <a:endParaRPr lang="en-US" altLang="en-US">
              <a:latin typeface="Helvetica" panose="020B0604020202020204" pitchFamily="34" charset="0"/>
            </a:endParaRPr>
          </a:p>
        </p:txBody>
      </p:sp>
      <p:sp>
        <p:nvSpPr>
          <p:cNvPr id="80899" name="Rectangle 2">
            <a:extLst>
              <a:ext uri="{FF2B5EF4-FFF2-40B4-BE49-F238E27FC236}">
                <a16:creationId xmlns:a16="http://schemas.microsoft.com/office/drawing/2014/main" id="{C69EB155-EA21-C432-5C05-71C8E8BD45A0}"/>
              </a:ext>
            </a:extLst>
          </p:cNvPr>
          <p:cNvSpPr>
            <a:spLocks noGrp="1" noRot="1" noChangeAspect="1" noChangeArrowheads="1" noTextEdit="1"/>
          </p:cNvSpPr>
          <p:nvPr>
            <p:ph type="sldImg"/>
          </p:nvPr>
        </p:nvSpPr>
        <p:spPr>
          <a:ln/>
        </p:spPr>
      </p:sp>
      <p:sp>
        <p:nvSpPr>
          <p:cNvPr id="80900" name="Rectangle 3">
            <a:extLst>
              <a:ext uri="{FF2B5EF4-FFF2-40B4-BE49-F238E27FC236}">
                <a16:creationId xmlns:a16="http://schemas.microsoft.com/office/drawing/2014/main" id="{75657DE4-7CEF-D89B-6EA8-24E4ADD2D00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891913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Slide Image Placeholder 1"/>
          <p:cNvSpPr>
            <a:spLocks noGrp="1" noRot="1" noChangeAspect="1" noTextEdit="1"/>
          </p:cNvSpPr>
          <p:nvPr>
            <p:ph type="sldImg"/>
          </p:nvPr>
        </p:nvSpPr>
        <p:spPr bwMode="auto">
          <a:xfrm>
            <a:off x="3263900" y="509588"/>
            <a:ext cx="3400425" cy="2549525"/>
          </a:xfrm>
          <a:noFill/>
          <a:ln>
            <a:solidFill>
              <a:srgbClr val="000000"/>
            </a:solidFill>
            <a:miter lim="800000"/>
            <a:headEnd/>
            <a:tailEnd/>
          </a:ln>
        </p:spPr>
      </p:sp>
      <p:sp>
        <p:nvSpPr>
          <p:cNvPr id="159747"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7A3CB5-A502-49A8-9B8E-296C6C78A838}"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4749771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a:extLst>
              <a:ext uri="{FF2B5EF4-FFF2-40B4-BE49-F238E27FC236}">
                <a16:creationId xmlns:a16="http://schemas.microsoft.com/office/drawing/2014/main" id="{DEC99415-3F83-FFF4-A509-33C6F70DB3C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6294DE4-600C-4C27-B690-7F95B11550A9}" type="slidenum">
              <a:rPr lang="en-US" altLang="en-US">
                <a:latin typeface="Helvetica" panose="020B0604020202020204" pitchFamily="34" charset="0"/>
              </a:rPr>
              <a:pPr/>
              <a:t>10</a:t>
            </a:fld>
            <a:endParaRPr lang="en-US" altLang="en-US">
              <a:latin typeface="Helvetica" panose="020B0604020202020204" pitchFamily="34" charset="0"/>
            </a:endParaRPr>
          </a:p>
        </p:txBody>
      </p:sp>
      <p:sp>
        <p:nvSpPr>
          <p:cNvPr id="81923" name="Rectangle 2">
            <a:extLst>
              <a:ext uri="{FF2B5EF4-FFF2-40B4-BE49-F238E27FC236}">
                <a16:creationId xmlns:a16="http://schemas.microsoft.com/office/drawing/2014/main" id="{BF54B531-42B3-A0D2-FEC3-FA8A701AC56D}"/>
              </a:ext>
            </a:extLst>
          </p:cNvPr>
          <p:cNvSpPr>
            <a:spLocks noGrp="1" noRot="1" noChangeAspect="1" noChangeArrowheads="1" noTextEdit="1"/>
          </p:cNvSpPr>
          <p:nvPr>
            <p:ph type="sldImg"/>
          </p:nvPr>
        </p:nvSpPr>
        <p:spPr>
          <a:ln/>
        </p:spPr>
      </p:sp>
      <p:sp>
        <p:nvSpPr>
          <p:cNvPr id="81924" name="Rectangle 3">
            <a:extLst>
              <a:ext uri="{FF2B5EF4-FFF2-40B4-BE49-F238E27FC236}">
                <a16:creationId xmlns:a16="http://schemas.microsoft.com/office/drawing/2014/main" id="{D6809975-E448-810E-15CB-D0C2072B9D4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a:extLst>
              <a:ext uri="{FF2B5EF4-FFF2-40B4-BE49-F238E27FC236}">
                <a16:creationId xmlns:a16="http://schemas.microsoft.com/office/drawing/2014/main" id="{FD294927-F13B-2246-438E-3D07E835E3B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41DFB17-D0EC-4FD3-AB41-007781F872CC}" type="slidenum">
              <a:rPr lang="en-US" altLang="en-US">
                <a:latin typeface="Helvetica" panose="020B0604020202020204" pitchFamily="34" charset="0"/>
              </a:rPr>
              <a:pPr/>
              <a:t>11</a:t>
            </a:fld>
            <a:endParaRPr lang="en-US" altLang="en-US">
              <a:latin typeface="Helvetica" panose="020B0604020202020204" pitchFamily="34" charset="0"/>
            </a:endParaRPr>
          </a:p>
        </p:txBody>
      </p:sp>
      <p:sp>
        <p:nvSpPr>
          <p:cNvPr id="87043" name="Rectangle 2">
            <a:extLst>
              <a:ext uri="{FF2B5EF4-FFF2-40B4-BE49-F238E27FC236}">
                <a16:creationId xmlns:a16="http://schemas.microsoft.com/office/drawing/2014/main" id="{1A5A6D42-9BDC-085D-4C68-2135ECB6E446}"/>
              </a:ext>
            </a:extLst>
          </p:cNvPr>
          <p:cNvSpPr>
            <a:spLocks noGrp="1" noRot="1" noChangeAspect="1" noChangeArrowheads="1" noTextEdit="1"/>
          </p:cNvSpPr>
          <p:nvPr>
            <p:ph type="sldImg"/>
          </p:nvPr>
        </p:nvSpPr>
        <p:spPr>
          <a:ln/>
        </p:spPr>
      </p:sp>
      <p:sp>
        <p:nvSpPr>
          <p:cNvPr id="87044" name="Rectangle 3">
            <a:extLst>
              <a:ext uri="{FF2B5EF4-FFF2-40B4-BE49-F238E27FC236}">
                <a16:creationId xmlns:a16="http://schemas.microsoft.com/office/drawing/2014/main" id="{D2C44776-FF66-01D8-0946-B465712678E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Slide Image Placeholder 1"/>
          <p:cNvSpPr>
            <a:spLocks noGrp="1" noRot="1" noChangeAspect="1" noTextEdit="1"/>
          </p:cNvSpPr>
          <p:nvPr>
            <p:ph type="sldImg"/>
          </p:nvPr>
        </p:nvSpPr>
        <p:spPr bwMode="auto">
          <a:xfrm>
            <a:off x="3263900" y="509588"/>
            <a:ext cx="3400425" cy="2549525"/>
          </a:xfrm>
          <a:noFill/>
          <a:ln>
            <a:solidFill>
              <a:srgbClr val="000000"/>
            </a:solidFill>
            <a:miter lim="800000"/>
            <a:headEnd/>
            <a:tailEnd/>
          </a:ln>
        </p:spPr>
      </p:sp>
      <p:sp>
        <p:nvSpPr>
          <p:cNvPr id="162819"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9DF5CE3-1F9E-445E-9460-922664A93EF5}"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6642759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Slide Image Placeholder 1"/>
          <p:cNvSpPr>
            <a:spLocks noGrp="1" noRot="1" noChangeAspect="1" noTextEdit="1"/>
          </p:cNvSpPr>
          <p:nvPr>
            <p:ph type="sldImg"/>
          </p:nvPr>
        </p:nvSpPr>
        <p:spPr bwMode="auto">
          <a:xfrm>
            <a:off x="1143000" y="685800"/>
            <a:ext cx="4572000" cy="3429000"/>
          </a:xfrm>
          <a:noFill/>
          <a:ln>
            <a:solidFill>
              <a:srgbClr val="000000"/>
            </a:solidFill>
            <a:miter lim="800000"/>
            <a:headEnd/>
            <a:tailEnd/>
          </a:ln>
        </p:spPr>
      </p:sp>
      <p:sp>
        <p:nvSpPr>
          <p:cNvPr id="193539"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a:p>
        </p:txBody>
      </p:sp>
      <p:sp>
        <p:nvSpPr>
          <p:cNvPr id="4" name="Slide Number Placeholder 3"/>
          <p:cNvSpPr>
            <a:spLocks noGrp="1"/>
          </p:cNvSpPr>
          <p:nvPr>
            <p:ph type="sldNum" sz="quarter" idx="5"/>
          </p:nvPr>
        </p:nvSpPr>
        <p:spPr/>
        <p:txBody>
          <a:bodyPr/>
          <a:lstStyle/>
          <a:p>
            <a:pPr>
              <a:defRPr/>
            </a:pPr>
            <a:fld id="{25E68794-778B-4041-9D4B-DF762D59A86A}" type="slidenum">
              <a:rPr lang="en-US" smtClean="0"/>
              <a:pPr>
                <a:defRPr/>
              </a:pPr>
              <a:t>13</a:t>
            </a:fld>
            <a:endParaRPr lang="en-US"/>
          </a:p>
        </p:txBody>
      </p:sp>
    </p:spTree>
    <p:extLst>
      <p:ext uri="{BB962C8B-B14F-4D97-AF65-F5344CB8AC3E}">
        <p14:creationId xmlns:p14="http://schemas.microsoft.com/office/powerpoint/2010/main" val="10564780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a:extLst>
              <a:ext uri="{FF2B5EF4-FFF2-40B4-BE49-F238E27FC236}">
                <a16:creationId xmlns:a16="http://schemas.microsoft.com/office/drawing/2014/main" id="{97094C64-A92D-AE9E-B172-26DC7CA4856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1911961-229D-48D1-A0A1-CA47A77D7A51}" type="slidenum">
              <a:rPr lang="en-US" altLang="en-US">
                <a:latin typeface="Helvetica" panose="020B0604020202020204" pitchFamily="34" charset="0"/>
              </a:rPr>
              <a:pPr/>
              <a:t>15</a:t>
            </a:fld>
            <a:endParaRPr lang="en-US" altLang="en-US">
              <a:latin typeface="Helvetica" panose="020B0604020202020204" pitchFamily="34" charset="0"/>
            </a:endParaRPr>
          </a:p>
        </p:txBody>
      </p:sp>
      <p:sp>
        <p:nvSpPr>
          <p:cNvPr id="84995" name="Rectangle 2">
            <a:extLst>
              <a:ext uri="{FF2B5EF4-FFF2-40B4-BE49-F238E27FC236}">
                <a16:creationId xmlns:a16="http://schemas.microsoft.com/office/drawing/2014/main" id="{40CF17AF-45BE-BFA3-FE0D-A44DF99D32D0}"/>
              </a:ext>
            </a:extLst>
          </p:cNvPr>
          <p:cNvSpPr>
            <a:spLocks noGrp="1" noRot="1" noChangeAspect="1" noChangeArrowheads="1" noTextEdit="1"/>
          </p:cNvSpPr>
          <p:nvPr>
            <p:ph type="sldImg"/>
          </p:nvPr>
        </p:nvSpPr>
        <p:spPr>
          <a:ln/>
        </p:spPr>
      </p:sp>
      <p:sp>
        <p:nvSpPr>
          <p:cNvPr id="84996" name="Rectangle 3">
            <a:extLst>
              <a:ext uri="{FF2B5EF4-FFF2-40B4-BE49-F238E27FC236}">
                <a16:creationId xmlns:a16="http://schemas.microsoft.com/office/drawing/2014/main" id="{6D580515-93BD-58DB-952D-7767952FB41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40016478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a:extLst>
              <a:ext uri="{FF2B5EF4-FFF2-40B4-BE49-F238E27FC236}">
                <a16:creationId xmlns:a16="http://schemas.microsoft.com/office/drawing/2014/main" id="{95812977-FECE-3AA3-2221-4BBF0FDC345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6E246B6-E781-4FF6-B8DC-410D04346308}" type="slidenum">
              <a:rPr lang="en-US" altLang="en-US">
                <a:latin typeface="Helvetica" panose="020B0604020202020204" pitchFamily="34" charset="0"/>
              </a:rPr>
              <a:pPr/>
              <a:t>16</a:t>
            </a:fld>
            <a:endParaRPr lang="en-US" altLang="en-US">
              <a:latin typeface="Helvetica" panose="020B0604020202020204" pitchFamily="34" charset="0"/>
            </a:endParaRPr>
          </a:p>
        </p:txBody>
      </p:sp>
      <p:sp>
        <p:nvSpPr>
          <p:cNvPr id="86019" name="Rectangle 2">
            <a:extLst>
              <a:ext uri="{FF2B5EF4-FFF2-40B4-BE49-F238E27FC236}">
                <a16:creationId xmlns:a16="http://schemas.microsoft.com/office/drawing/2014/main" id="{9E024E58-8D47-7DEF-DF9E-5CF7655AD2C2}"/>
              </a:ext>
            </a:extLst>
          </p:cNvPr>
          <p:cNvSpPr>
            <a:spLocks noGrp="1" noRot="1" noChangeAspect="1" noChangeArrowheads="1" noTextEdit="1"/>
          </p:cNvSpPr>
          <p:nvPr>
            <p:ph type="sldImg"/>
          </p:nvPr>
        </p:nvSpPr>
        <p:spPr>
          <a:ln/>
        </p:spPr>
      </p:sp>
      <p:sp>
        <p:nvSpPr>
          <p:cNvPr id="86020" name="Rectangle 3">
            <a:extLst>
              <a:ext uri="{FF2B5EF4-FFF2-40B4-BE49-F238E27FC236}">
                <a16:creationId xmlns:a16="http://schemas.microsoft.com/office/drawing/2014/main" id="{D6757B16-6E82-58E0-DB1D-2B2E868A44F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8061152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Slide Image Placeholder 1"/>
          <p:cNvSpPr>
            <a:spLocks noGrp="1" noRot="1" noChangeAspect="1" noTextEdit="1"/>
          </p:cNvSpPr>
          <p:nvPr>
            <p:ph type="sldImg"/>
          </p:nvPr>
        </p:nvSpPr>
        <p:spPr bwMode="auto">
          <a:xfrm>
            <a:off x="3263900" y="509588"/>
            <a:ext cx="3400425" cy="2549525"/>
          </a:xfrm>
          <a:noFill/>
          <a:ln>
            <a:solidFill>
              <a:srgbClr val="000000"/>
            </a:solidFill>
            <a:miter lim="800000"/>
            <a:headEnd/>
            <a:tailEnd/>
          </a:ln>
        </p:spPr>
      </p:sp>
      <p:sp>
        <p:nvSpPr>
          <p:cNvPr id="165891"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245F601-E158-405A-848C-C778094E394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420081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a:extLst>
              <a:ext uri="{FF2B5EF4-FFF2-40B4-BE49-F238E27FC236}">
                <a16:creationId xmlns:a16="http://schemas.microsoft.com/office/drawing/2014/main" id="{FA783986-47B2-C799-5A78-307D8345F05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E61E9EA-32BE-42EE-A699-0036FDE49CD2}" type="slidenum">
              <a:rPr lang="en-US" altLang="en-US">
                <a:latin typeface="Helvetica" panose="020B0604020202020204" pitchFamily="34" charset="0"/>
              </a:rPr>
              <a:pPr/>
              <a:t>18</a:t>
            </a:fld>
            <a:endParaRPr lang="en-US" altLang="en-US">
              <a:latin typeface="Helvetica" panose="020B0604020202020204" pitchFamily="34" charset="0"/>
            </a:endParaRPr>
          </a:p>
        </p:txBody>
      </p:sp>
      <p:sp>
        <p:nvSpPr>
          <p:cNvPr id="90115" name="Rectangle 2">
            <a:extLst>
              <a:ext uri="{FF2B5EF4-FFF2-40B4-BE49-F238E27FC236}">
                <a16:creationId xmlns:a16="http://schemas.microsoft.com/office/drawing/2014/main" id="{6D56DC95-F58D-F282-1940-DCC99EA6FFAD}"/>
              </a:ext>
            </a:extLst>
          </p:cNvPr>
          <p:cNvSpPr>
            <a:spLocks noGrp="1" noRot="1" noChangeAspect="1" noChangeArrowheads="1" noTextEdit="1"/>
          </p:cNvSpPr>
          <p:nvPr>
            <p:ph type="sldImg"/>
          </p:nvPr>
        </p:nvSpPr>
        <p:spPr>
          <a:ln/>
        </p:spPr>
      </p:sp>
      <p:sp>
        <p:nvSpPr>
          <p:cNvPr id="90116" name="Rectangle 3">
            <a:extLst>
              <a:ext uri="{FF2B5EF4-FFF2-40B4-BE49-F238E27FC236}">
                <a16:creationId xmlns:a16="http://schemas.microsoft.com/office/drawing/2014/main" id="{09A0647C-D03C-8009-3C93-3B6122F9EF8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23AA6C9F-7A55-412F-9FE5-55CB6315EAD0}"/>
              </a:ext>
            </a:extLst>
          </p:cNvPr>
          <p:cNvSpPr>
            <a:spLocks noGrp="1" noRot="1" noChangeAspect="1" noChangeArrowheads="1" noTextEdit="1"/>
          </p:cNvSpPr>
          <p:nvPr>
            <p:ph type="sldImg"/>
          </p:nvPr>
        </p:nvSpPr>
        <p:spPr>
          <a:xfrm>
            <a:off x="1117600" y="696913"/>
            <a:ext cx="4648200" cy="3486150"/>
          </a:xfrm>
          <a:ln/>
        </p:spPr>
      </p:sp>
      <p:sp>
        <p:nvSpPr>
          <p:cNvPr id="21507" name="Rectangle 3">
            <a:extLst>
              <a:ext uri="{FF2B5EF4-FFF2-40B4-BE49-F238E27FC236}">
                <a16:creationId xmlns:a16="http://schemas.microsoft.com/office/drawing/2014/main" id="{7D951E66-1449-4BF2-BD6D-78F009D7DFAA}"/>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5618364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Slide Image Placeholder 1"/>
          <p:cNvSpPr>
            <a:spLocks noGrp="1" noRot="1" noChangeAspect="1" noTextEdit="1"/>
          </p:cNvSpPr>
          <p:nvPr>
            <p:ph type="sldImg"/>
          </p:nvPr>
        </p:nvSpPr>
        <p:spPr bwMode="auto">
          <a:xfrm>
            <a:off x="3263900" y="509588"/>
            <a:ext cx="3400425" cy="2549525"/>
          </a:xfrm>
          <a:noFill/>
          <a:ln>
            <a:solidFill>
              <a:srgbClr val="000000"/>
            </a:solidFill>
            <a:miter lim="800000"/>
            <a:headEnd/>
            <a:tailEnd/>
          </a:ln>
        </p:spPr>
      </p:sp>
      <p:sp>
        <p:nvSpPr>
          <p:cNvPr id="168963"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2A5823F-59A6-4568-96B2-8F8CF45ECAE1}"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72914635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a:extLst>
              <a:ext uri="{FF2B5EF4-FFF2-40B4-BE49-F238E27FC236}">
                <a16:creationId xmlns:a16="http://schemas.microsoft.com/office/drawing/2014/main" id="{ECB7233B-F75D-D3D8-6384-EE125142CCD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1485EF8-4D83-4FD7-9F48-8DBE132F7E80}" type="slidenum">
              <a:rPr lang="en-US" altLang="en-US">
                <a:latin typeface="Helvetica" panose="020B0604020202020204" pitchFamily="34" charset="0"/>
              </a:rPr>
              <a:pPr/>
              <a:t>21</a:t>
            </a:fld>
            <a:endParaRPr lang="en-US" altLang="en-US">
              <a:latin typeface="Helvetica" panose="020B0604020202020204" pitchFamily="34" charset="0"/>
            </a:endParaRPr>
          </a:p>
        </p:txBody>
      </p:sp>
      <p:sp>
        <p:nvSpPr>
          <p:cNvPr id="93187" name="Rectangle 2">
            <a:extLst>
              <a:ext uri="{FF2B5EF4-FFF2-40B4-BE49-F238E27FC236}">
                <a16:creationId xmlns:a16="http://schemas.microsoft.com/office/drawing/2014/main" id="{CFE887D0-26E1-4E98-21C8-C671E4C1FE68}"/>
              </a:ext>
            </a:extLst>
          </p:cNvPr>
          <p:cNvSpPr>
            <a:spLocks noGrp="1" noRot="1" noChangeAspect="1" noChangeArrowheads="1" noTextEdit="1"/>
          </p:cNvSpPr>
          <p:nvPr>
            <p:ph type="sldImg"/>
          </p:nvPr>
        </p:nvSpPr>
        <p:spPr>
          <a:ln/>
        </p:spPr>
      </p:sp>
      <p:sp>
        <p:nvSpPr>
          <p:cNvPr id="93188" name="Rectangle 3">
            <a:extLst>
              <a:ext uri="{FF2B5EF4-FFF2-40B4-BE49-F238E27FC236}">
                <a16:creationId xmlns:a16="http://schemas.microsoft.com/office/drawing/2014/main" id="{5EABC059-C792-3281-5A5F-478F46C81EF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Slide Image Placeholder 1"/>
          <p:cNvSpPr>
            <a:spLocks noGrp="1" noRot="1" noChangeAspect="1" noTextEdit="1"/>
          </p:cNvSpPr>
          <p:nvPr>
            <p:ph type="sldImg"/>
          </p:nvPr>
        </p:nvSpPr>
        <p:spPr bwMode="auto">
          <a:xfrm>
            <a:off x="3263900" y="509588"/>
            <a:ext cx="3400425" cy="2549525"/>
          </a:xfrm>
          <a:noFill/>
          <a:ln>
            <a:solidFill>
              <a:srgbClr val="000000"/>
            </a:solidFill>
            <a:miter lim="800000"/>
            <a:headEnd/>
            <a:tailEnd/>
          </a:ln>
        </p:spPr>
      </p:sp>
      <p:sp>
        <p:nvSpPr>
          <p:cNvPr id="168963"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2A5823F-59A6-4568-96B2-8F8CF45ECAE1}"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99877304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Slide Image Placeholder 1"/>
          <p:cNvSpPr>
            <a:spLocks noGrp="1" noRot="1" noChangeAspect="1" noTextEdit="1"/>
          </p:cNvSpPr>
          <p:nvPr>
            <p:ph type="sldImg"/>
          </p:nvPr>
        </p:nvSpPr>
        <p:spPr bwMode="auto">
          <a:xfrm>
            <a:off x="3263900" y="509588"/>
            <a:ext cx="3400425" cy="2549525"/>
          </a:xfrm>
          <a:noFill/>
          <a:ln>
            <a:solidFill>
              <a:srgbClr val="000000"/>
            </a:solidFill>
            <a:miter lim="800000"/>
            <a:headEnd/>
            <a:tailEnd/>
          </a:ln>
        </p:spPr>
      </p:sp>
      <p:sp>
        <p:nvSpPr>
          <p:cNvPr id="169987"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954F004-DB05-410C-87A2-CD41989F37E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48731437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Slide Image Placeholder 1"/>
          <p:cNvSpPr>
            <a:spLocks noGrp="1" noRot="1" noChangeAspect="1" noTextEdit="1"/>
          </p:cNvSpPr>
          <p:nvPr>
            <p:ph type="sldImg"/>
          </p:nvPr>
        </p:nvSpPr>
        <p:spPr bwMode="auto">
          <a:xfrm>
            <a:off x="3263900" y="509588"/>
            <a:ext cx="3400425" cy="2549525"/>
          </a:xfrm>
          <a:noFill/>
          <a:ln>
            <a:solidFill>
              <a:srgbClr val="000000"/>
            </a:solidFill>
            <a:miter lim="800000"/>
            <a:headEnd/>
            <a:tailEnd/>
          </a:ln>
        </p:spPr>
      </p:sp>
      <p:sp>
        <p:nvSpPr>
          <p:cNvPr id="171011"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69D4278-00F0-4B6F-973D-BACFE5ABC74D}"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25418544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Slide Image Placeholder 1"/>
          <p:cNvSpPr>
            <a:spLocks noGrp="1" noRot="1" noChangeAspect="1" noTextEdit="1"/>
          </p:cNvSpPr>
          <p:nvPr>
            <p:ph type="sldImg"/>
          </p:nvPr>
        </p:nvSpPr>
        <p:spPr bwMode="auto">
          <a:xfrm>
            <a:off x="3263900" y="509588"/>
            <a:ext cx="3400425" cy="2549525"/>
          </a:xfrm>
          <a:noFill/>
          <a:ln>
            <a:solidFill>
              <a:srgbClr val="000000"/>
            </a:solidFill>
            <a:miter lim="800000"/>
            <a:headEnd/>
            <a:tailEnd/>
          </a:ln>
        </p:spPr>
      </p:sp>
      <p:sp>
        <p:nvSpPr>
          <p:cNvPr id="171011"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69D4278-00F0-4B6F-973D-BACFE5ABC74D}"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96945195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Slide Image Placeholder 1"/>
          <p:cNvSpPr>
            <a:spLocks noGrp="1" noRot="1" noChangeAspect="1" noTextEdit="1"/>
          </p:cNvSpPr>
          <p:nvPr>
            <p:ph type="sldImg"/>
          </p:nvPr>
        </p:nvSpPr>
        <p:spPr bwMode="auto">
          <a:xfrm>
            <a:off x="3263900" y="509588"/>
            <a:ext cx="3400425" cy="2549525"/>
          </a:xfrm>
          <a:noFill/>
          <a:ln>
            <a:solidFill>
              <a:srgbClr val="000000"/>
            </a:solidFill>
            <a:miter lim="800000"/>
            <a:headEnd/>
            <a:tailEnd/>
          </a:ln>
        </p:spPr>
      </p:sp>
      <p:sp>
        <p:nvSpPr>
          <p:cNvPr id="175107"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6A68FD0-3C0F-426E-B5CE-36F5BE22262C}"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52380605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Slide Image Placeholder 1"/>
          <p:cNvSpPr>
            <a:spLocks noGrp="1" noRot="1" noChangeAspect="1" noTextEdit="1"/>
          </p:cNvSpPr>
          <p:nvPr>
            <p:ph type="sldImg"/>
          </p:nvPr>
        </p:nvSpPr>
        <p:spPr bwMode="auto">
          <a:xfrm>
            <a:off x="3263900" y="509588"/>
            <a:ext cx="3400425" cy="2549525"/>
          </a:xfrm>
          <a:noFill/>
          <a:ln>
            <a:solidFill>
              <a:srgbClr val="000000"/>
            </a:solidFill>
            <a:miter lim="800000"/>
            <a:headEnd/>
            <a:tailEnd/>
          </a:ln>
        </p:spPr>
      </p:sp>
      <p:sp>
        <p:nvSpPr>
          <p:cNvPr id="175107"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6A68FD0-3C0F-426E-B5CE-36F5BE22262C}"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89361279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Slide Image Placeholder 1"/>
          <p:cNvSpPr>
            <a:spLocks noGrp="1" noRot="1" noChangeAspect="1" noTextEdit="1"/>
          </p:cNvSpPr>
          <p:nvPr>
            <p:ph type="sldImg"/>
          </p:nvPr>
        </p:nvSpPr>
        <p:spPr bwMode="auto">
          <a:xfrm>
            <a:off x="3263900" y="509588"/>
            <a:ext cx="3400425" cy="2549525"/>
          </a:xfrm>
          <a:noFill/>
          <a:ln>
            <a:solidFill>
              <a:srgbClr val="000000"/>
            </a:solidFill>
            <a:miter lim="800000"/>
            <a:headEnd/>
            <a:tailEnd/>
          </a:ln>
        </p:spPr>
      </p:sp>
      <p:sp>
        <p:nvSpPr>
          <p:cNvPr id="178179"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BF6862D-A655-4D68-A90A-678C5DA00C0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52508174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Slide Image Placeholder 1"/>
          <p:cNvSpPr>
            <a:spLocks noGrp="1" noRot="1" noChangeAspect="1" noTextEdit="1"/>
          </p:cNvSpPr>
          <p:nvPr>
            <p:ph type="sldImg"/>
          </p:nvPr>
        </p:nvSpPr>
        <p:spPr bwMode="auto">
          <a:xfrm>
            <a:off x="3263900" y="509588"/>
            <a:ext cx="3400425" cy="2549525"/>
          </a:xfrm>
          <a:noFill/>
          <a:ln>
            <a:solidFill>
              <a:srgbClr val="000000"/>
            </a:solidFill>
            <a:miter lim="800000"/>
            <a:headEnd/>
            <a:tailEnd/>
          </a:ln>
        </p:spPr>
      </p:sp>
      <p:sp>
        <p:nvSpPr>
          <p:cNvPr id="179203"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dirty="0"/>
              <a:t>Discuss </a:t>
            </a:r>
            <a:r>
              <a:rPr lang="en-US"/>
              <a:t>the solution</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4DC06B3-8338-4F9A-8FEE-82CEA5F7FE11}"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3156224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23AA6C9F-7A55-412F-9FE5-55CB6315EAD0}"/>
              </a:ext>
            </a:extLst>
          </p:cNvPr>
          <p:cNvSpPr>
            <a:spLocks noGrp="1" noRot="1" noChangeAspect="1" noChangeArrowheads="1" noTextEdit="1"/>
          </p:cNvSpPr>
          <p:nvPr>
            <p:ph type="sldImg"/>
          </p:nvPr>
        </p:nvSpPr>
        <p:spPr>
          <a:xfrm>
            <a:off x="1117600" y="696913"/>
            <a:ext cx="4648200" cy="3486150"/>
          </a:xfrm>
          <a:ln/>
        </p:spPr>
      </p:sp>
      <p:sp>
        <p:nvSpPr>
          <p:cNvPr id="21507" name="Rectangle 3">
            <a:extLst>
              <a:ext uri="{FF2B5EF4-FFF2-40B4-BE49-F238E27FC236}">
                <a16:creationId xmlns:a16="http://schemas.microsoft.com/office/drawing/2014/main" id="{7D951E66-1449-4BF2-BD6D-78F009D7DFAA}"/>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51378029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Slide Image Placeholder 1"/>
          <p:cNvSpPr>
            <a:spLocks noGrp="1" noRot="1" noChangeAspect="1" noTextEdit="1"/>
          </p:cNvSpPr>
          <p:nvPr>
            <p:ph type="sldImg"/>
          </p:nvPr>
        </p:nvSpPr>
        <p:spPr bwMode="auto">
          <a:xfrm>
            <a:off x="1143000" y="685800"/>
            <a:ext cx="4572000" cy="3429000"/>
          </a:xfrm>
          <a:noFill/>
          <a:ln>
            <a:solidFill>
              <a:srgbClr val="000000"/>
            </a:solidFill>
            <a:miter lim="800000"/>
            <a:headEnd/>
            <a:tailEnd/>
          </a:ln>
        </p:spPr>
      </p:sp>
      <p:sp>
        <p:nvSpPr>
          <p:cNvPr id="193539"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a:p>
        </p:txBody>
      </p:sp>
      <p:sp>
        <p:nvSpPr>
          <p:cNvPr id="4" name="Slide Number Placeholder 3"/>
          <p:cNvSpPr>
            <a:spLocks noGrp="1"/>
          </p:cNvSpPr>
          <p:nvPr>
            <p:ph type="sldNum" sz="quarter" idx="5"/>
          </p:nvPr>
        </p:nvSpPr>
        <p:spPr/>
        <p:txBody>
          <a:bodyPr/>
          <a:lstStyle/>
          <a:p>
            <a:pPr>
              <a:defRPr/>
            </a:pPr>
            <a:fld id="{25E68794-778B-4041-9D4B-DF762D59A86A}" type="slidenum">
              <a:rPr lang="en-US" smtClean="0"/>
              <a:pPr>
                <a:defRPr/>
              </a:pPr>
              <a:t>31</a:t>
            </a:fld>
            <a:endParaRPr lang="en-US"/>
          </a:p>
        </p:txBody>
      </p:sp>
    </p:spTree>
    <p:extLst>
      <p:ext uri="{BB962C8B-B14F-4D97-AF65-F5344CB8AC3E}">
        <p14:creationId xmlns:p14="http://schemas.microsoft.com/office/powerpoint/2010/main" val="426404435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Slide Image Placeholder 1"/>
          <p:cNvSpPr>
            <a:spLocks noGrp="1" noRot="1" noChangeAspect="1" noTextEdit="1"/>
          </p:cNvSpPr>
          <p:nvPr>
            <p:ph type="sldImg"/>
          </p:nvPr>
        </p:nvSpPr>
        <p:spPr bwMode="auto">
          <a:xfrm>
            <a:off x="1143000" y="685800"/>
            <a:ext cx="4572000" cy="3429000"/>
          </a:xfrm>
          <a:noFill/>
          <a:ln>
            <a:solidFill>
              <a:srgbClr val="000000"/>
            </a:solidFill>
            <a:miter lim="800000"/>
            <a:headEnd/>
            <a:tailEnd/>
          </a:ln>
        </p:spPr>
      </p:sp>
      <p:sp>
        <p:nvSpPr>
          <p:cNvPr id="193539"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a:p>
        </p:txBody>
      </p:sp>
      <p:sp>
        <p:nvSpPr>
          <p:cNvPr id="4" name="Slide Number Placeholder 3"/>
          <p:cNvSpPr>
            <a:spLocks noGrp="1"/>
          </p:cNvSpPr>
          <p:nvPr>
            <p:ph type="sldNum" sz="quarter" idx="5"/>
          </p:nvPr>
        </p:nvSpPr>
        <p:spPr/>
        <p:txBody>
          <a:bodyPr/>
          <a:lstStyle/>
          <a:p>
            <a:pPr>
              <a:defRPr/>
            </a:pPr>
            <a:fld id="{25E68794-778B-4041-9D4B-DF762D59A86A}" type="slidenum">
              <a:rPr lang="en-US" smtClean="0"/>
              <a:pPr>
                <a:defRPr/>
              </a:pPr>
              <a:t>32</a:t>
            </a:fld>
            <a:endParaRPr lang="en-US"/>
          </a:p>
        </p:txBody>
      </p:sp>
    </p:spTree>
    <p:extLst>
      <p:ext uri="{BB962C8B-B14F-4D97-AF65-F5344CB8AC3E}">
        <p14:creationId xmlns:p14="http://schemas.microsoft.com/office/powerpoint/2010/main" val="421856343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Slide Image Placeholder 1"/>
          <p:cNvSpPr>
            <a:spLocks noGrp="1" noRot="1" noChangeAspect="1" noTextEdit="1"/>
          </p:cNvSpPr>
          <p:nvPr>
            <p:ph type="sldImg"/>
          </p:nvPr>
        </p:nvSpPr>
        <p:spPr bwMode="auto">
          <a:xfrm>
            <a:off x="1143000" y="685800"/>
            <a:ext cx="4572000" cy="3429000"/>
          </a:xfrm>
          <a:noFill/>
          <a:ln>
            <a:solidFill>
              <a:srgbClr val="000000"/>
            </a:solidFill>
            <a:miter lim="800000"/>
            <a:headEnd/>
            <a:tailEnd/>
          </a:ln>
        </p:spPr>
      </p:sp>
      <p:sp>
        <p:nvSpPr>
          <p:cNvPr id="193539"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a:p>
        </p:txBody>
      </p:sp>
      <p:sp>
        <p:nvSpPr>
          <p:cNvPr id="4" name="Slide Number Placeholder 3"/>
          <p:cNvSpPr>
            <a:spLocks noGrp="1"/>
          </p:cNvSpPr>
          <p:nvPr>
            <p:ph type="sldNum" sz="quarter" idx="5"/>
          </p:nvPr>
        </p:nvSpPr>
        <p:spPr/>
        <p:txBody>
          <a:bodyPr/>
          <a:lstStyle/>
          <a:p>
            <a:pPr>
              <a:defRPr/>
            </a:pPr>
            <a:fld id="{25E68794-778B-4041-9D4B-DF762D59A86A}" type="slidenum">
              <a:rPr lang="en-US" smtClean="0"/>
              <a:pPr>
                <a:defRPr/>
              </a:pPr>
              <a:t>33</a:t>
            </a:fld>
            <a:endParaRPr lang="en-US"/>
          </a:p>
        </p:txBody>
      </p:sp>
    </p:spTree>
    <p:extLst>
      <p:ext uri="{BB962C8B-B14F-4D97-AF65-F5344CB8AC3E}">
        <p14:creationId xmlns:p14="http://schemas.microsoft.com/office/powerpoint/2010/main" val="29790946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Slide Image Placeholder 1"/>
          <p:cNvSpPr>
            <a:spLocks noGrp="1" noRot="1" noChangeAspect="1" noTextEdit="1"/>
          </p:cNvSpPr>
          <p:nvPr>
            <p:ph type="sldImg"/>
          </p:nvPr>
        </p:nvSpPr>
        <p:spPr bwMode="auto">
          <a:xfrm>
            <a:off x="1143000" y="685800"/>
            <a:ext cx="4572000" cy="3429000"/>
          </a:xfrm>
          <a:noFill/>
          <a:ln>
            <a:solidFill>
              <a:srgbClr val="000000"/>
            </a:solidFill>
            <a:miter lim="800000"/>
            <a:headEnd/>
            <a:tailEnd/>
          </a:ln>
        </p:spPr>
      </p:sp>
      <p:sp>
        <p:nvSpPr>
          <p:cNvPr id="194563"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a:p>
        </p:txBody>
      </p:sp>
      <p:sp>
        <p:nvSpPr>
          <p:cNvPr id="4" name="Slide Number Placeholder 3"/>
          <p:cNvSpPr>
            <a:spLocks noGrp="1"/>
          </p:cNvSpPr>
          <p:nvPr>
            <p:ph type="sldNum" sz="quarter" idx="5"/>
          </p:nvPr>
        </p:nvSpPr>
        <p:spPr/>
        <p:txBody>
          <a:bodyPr/>
          <a:lstStyle/>
          <a:p>
            <a:pPr>
              <a:defRPr/>
            </a:pPr>
            <a:fld id="{65D1D2E5-AAE6-4623-897B-E01124A94BD4}" type="slidenum">
              <a:rPr lang="en-US" smtClean="0"/>
              <a:pPr>
                <a:defRPr/>
              </a:pPr>
              <a:t>34</a:t>
            </a:fld>
            <a:endParaRPr lang="en-US"/>
          </a:p>
        </p:txBody>
      </p:sp>
    </p:spTree>
    <p:extLst>
      <p:ext uri="{BB962C8B-B14F-4D97-AF65-F5344CB8AC3E}">
        <p14:creationId xmlns:p14="http://schemas.microsoft.com/office/powerpoint/2010/main" val="143174258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a:extLst>
              <a:ext uri="{FF2B5EF4-FFF2-40B4-BE49-F238E27FC236}">
                <a16:creationId xmlns:a16="http://schemas.microsoft.com/office/drawing/2014/main" id="{742ED275-5CC1-B0BB-77C8-9639A07C8B1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DB5DA17-5B9D-42DB-9C6B-938581452B33}" type="slidenum">
              <a:rPr lang="en-US" altLang="en-US">
                <a:latin typeface="Helvetica" panose="020B0604020202020204" pitchFamily="34" charset="0"/>
              </a:rPr>
              <a:pPr/>
              <a:t>35</a:t>
            </a:fld>
            <a:endParaRPr lang="en-US" altLang="en-US">
              <a:latin typeface="Helvetica" panose="020B0604020202020204" pitchFamily="34" charset="0"/>
            </a:endParaRPr>
          </a:p>
        </p:txBody>
      </p:sp>
      <p:sp>
        <p:nvSpPr>
          <p:cNvPr id="106499" name="Rectangle 2">
            <a:extLst>
              <a:ext uri="{FF2B5EF4-FFF2-40B4-BE49-F238E27FC236}">
                <a16:creationId xmlns:a16="http://schemas.microsoft.com/office/drawing/2014/main" id="{26423600-9423-A8F2-F653-20C941720506}"/>
              </a:ext>
            </a:extLst>
          </p:cNvPr>
          <p:cNvSpPr>
            <a:spLocks noGrp="1" noRot="1" noChangeAspect="1" noChangeArrowheads="1" noTextEdit="1"/>
          </p:cNvSpPr>
          <p:nvPr>
            <p:ph type="sldImg"/>
          </p:nvPr>
        </p:nvSpPr>
        <p:spPr>
          <a:ln/>
        </p:spPr>
      </p:sp>
      <p:sp>
        <p:nvSpPr>
          <p:cNvPr id="106500" name="Rectangle 3">
            <a:extLst>
              <a:ext uri="{FF2B5EF4-FFF2-40B4-BE49-F238E27FC236}">
                <a16:creationId xmlns:a16="http://schemas.microsoft.com/office/drawing/2014/main" id="{4CE9BA7A-C773-1157-1BB2-D8660B71FA0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Slide Image Placeholder 1"/>
          <p:cNvSpPr>
            <a:spLocks noGrp="1" noRot="1" noChangeAspect="1" noTextEdit="1"/>
          </p:cNvSpPr>
          <p:nvPr>
            <p:ph type="sldImg"/>
          </p:nvPr>
        </p:nvSpPr>
        <p:spPr bwMode="auto">
          <a:xfrm>
            <a:off x="1143000" y="685800"/>
            <a:ext cx="4572000" cy="3429000"/>
          </a:xfrm>
          <a:noFill/>
          <a:ln>
            <a:solidFill>
              <a:srgbClr val="000000"/>
            </a:solidFill>
            <a:miter lim="800000"/>
            <a:headEnd/>
            <a:tailEnd/>
          </a:ln>
        </p:spPr>
      </p:sp>
      <p:sp>
        <p:nvSpPr>
          <p:cNvPr id="196611"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a:p>
        </p:txBody>
      </p:sp>
      <p:sp>
        <p:nvSpPr>
          <p:cNvPr id="4" name="Slide Number Placeholder 3"/>
          <p:cNvSpPr>
            <a:spLocks noGrp="1"/>
          </p:cNvSpPr>
          <p:nvPr>
            <p:ph type="sldNum" sz="quarter" idx="5"/>
          </p:nvPr>
        </p:nvSpPr>
        <p:spPr/>
        <p:txBody>
          <a:bodyPr/>
          <a:lstStyle/>
          <a:p>
            <a:pPr>
              <a:defRPr/>
            </a:pPr>
            <a:fld id="{BBE1747E-F61C-4246-95C3-59DF0919A4D2}" type="slidenum">
              <a:rPr lang="en-US" smtClean="0"/>
              <a:pPr>
                <a:defRPr/>
              </a:pPr>
              <a:t>36</a:t>
            </a:fld>
            <a:endParaRPr lang="en-US"/>
          </a:p>
        </p:txBody>
      </p:sp>
    </p:spTree>
    <p:extLst>
      <p:ext uri="{BB962C8B-B14F-4D97-AF65-F5344CB8AC3E}">
        <p14:creationId xmlns:p14="http://schemas.microsoft.com/office/powerpoint/2010/main" val="379403881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Slide Image Placeholder 1"/>
          <p:cNvSpPr>
            <a:spLocks noGrp="1" noRot="1" noChangeAspect="1" noTextEdit="1"/>
          </p:cNvSpPr>
          <p:nvPr>
            <p:ph type="sldImg"/>
          </p:nvPr>
        </p:nvSpPr>
        <p:spPr bwMode="auto">
          <a:xfrm>
            <a:off x="1143000" y="685800"/>
            <a:ext cx="4572000" cy="3429000"/>
          </a:xfrm>
          <a:noFill/>
          <a:ln>
            <a:solidFill>
              <a:srgbClr val="000000"/>
            </a:solidFill>
            <a:miter lim="800000"/>
            <a:headEnd/>
            <a:tailEnd/>
          </a:ln>
        </p:spPr>
      </p:sp>
      <p:sp>
        <p:nvSpPr>
          <p:cNvPr id="196611"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a:p>
        </p:txBody>
      </p:sp>
      <p:sp>
        <p:nvSpPr>
          <p:cNvPr id="4" name="Slide Number Placeholder 3"/>
          <p:cNvSpPr>
            <a:spLocks noGrp="1"/>
          </p:cNvSpPr>
          <p:nvPr>
            <p:ph type="sldNum" sz="quarter" idx="5"/>
          </p:nvPr>
        </p:nvSpPr>
        <p:spPr/>
        <p:txBody>
          <a:bodyPr/>
          <a:lstStyle/>
          <a:p>
            <a:pPr>
              <a:defRPr/>
            </a:pPr>
            <a:fld id="{BBE1747E-F61C-4246-95C3-59DF0919A4D2}" type="slidenum">
              <a:rPr lang="en-US" smtClean="0"/>
              <a:pPr>
                <a:defRPr/>
              </a:pPr>
              <a:t>37</a:t>
            </a:fld>
            <a:endParaRPr lang="en-US"/>
          </a:p>
        </p:txBody>
      </p:sp>
    </p:spTree>
    <p:extLst>
      <p:ext uri="{BB962C8B-B14F-4D97-AF65-F5344CB8AC3E}">
        <p14:creationId xmlns:p14="http://schemas.microsoft.com/office/powerpoint/2010/main" val="64479519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a:extLst>
              <a:ext uri="{FF2B5EF4-FFF2-40B4-BE49-F238E27FC236}">
                <a16:creationId xmlns:a16="http://schemas.microsoft.com/office/drawing/2014/main" id="{A466FB38-994D-D20C-A174-3F96C22D72F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3446BF7-5956-4BDC-8CBE-01DCFB6A470C}" type="slidenum">
              <a:rPr lang="en-US" altLang="en-US">
                <a:latin typeface="Helvetica" panose="020B0604020202020204" pitchFamily="34" charset="0"/>
              </a:rPr>
              <a:pPr/>
              <a:t>38</a:t>
            </a:fld>
            <a:endParaRPr lang="en-US" altLang="en-US">
              <a:latin typeface="Helvetica" panose="020B0604020202020204" pitchFamily="34" charset="0"/>
            </a:endParaRPr>
          </a:p>
        </p:txBody>
      </p:sp>
      <p:sp>
        <p:nvSpPr>
          <p:cNvPr id="105475" name="Rectangle 2">
            <a:extLst>
              <a:ext uri="{FF2B5EF4-FFF2-40B4-BE49-F238E27FC236}">
                <a16:creationId xmlns:a16="http://schemas.microsoft.com/office/drawing/2014/main" id="{7C7C9794-94C5-8E34-03B1-28C2C0CCE5E3}"/>
              </a:ext>
            </a:extLst>
          </p:cNvPr>
          <p:cNvSpPr>
            <a:spLocks noGrp="1" noRot="1" noChangeAspect="1" noChangeArrowheads="1" noTextEdit="1"/>
          </p:cNvSpPr>
          <p:nvPr>
            <p:ph type="sldImg"/>
          </p:nvPr>
        </p:nvSpPr>
        <p:spPr>
          <a:ln/>
        </p:spPr>
      </p:sp>
      <p:sp>
        <p:nvSpPr>
          <p:cNvPr id="105476" name="Rectangle 3">
            <a:extLst>
              <a:ext uri="{FF2B5EF4-FFF2-40B4-BE49-F238E27FC236}">
                <a16:creationId xmlns:a16="http://schemas.microsoft.com/office/drawing/2014/main" id="{DF64D323-F383-74D7-9886-F090A3B90DE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a:extLst>
              <a:ext uri="{FF2B5EF4-FFF2-40B4-BE49-F238E27FC236}">
                <a16:creationId xmlns:a16="http://schemas.microsoft.com/office/drawing/2014/main" id="{F1855DCA-D2B2-0FEF-D9C9-FCCBDB90CD3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325F223-D327-4CFC-B2C6-E93A67024833}" type="slidenum">
              <a:rPr lang="en-US" altLang="en-US">
                <a:latin typeface="Helvetica" panose="020B0604020202020204" pitchFamily="34" charset="0"/>
              </a:rPr>
              <a:pPr/>
              <a:t>39</a:t>
            </a:fld>
            <a:endParaRPr lang="en-US" altLang="en-US">
              <a:latin typeface="Helvetica" panose="020B0604020202020204" pitchFamily="34" charset="0"/>
            </a:endParaRPr>
          </a:p>
        </p:txBody>
      </p:sp>
      <p:sp>
        <p:nvSpPr>
          <p:cNvPr id="107523" name="Rectangle 2">
            <a:extLst>
              <a:ext uri="{FF2B5EF4-FFF2-40B4-BE49-F238E27FC236}">
                <a16:creationId xmlns:a16="http://schemas.microsoft.com/office/drawing/2014/main" id="{4AB67442-32DF-CF41-41C5-BBA5B0E5CB5C}"/>
              </a:ext>
            </a:extLst>
          </p:cNvPr>
          <p:cNvSpPr>
            <a:spLocks noGrp="1" noRot="1" noChangeAspect="1" noChangeArrowheads="1" noTextEdit="1"/>
          </p:cNvSpPr>
          <p:nvPr>
            <p:ph type="sldImg"/>
          </p:nvPr>
        </p:nvSpPr>
        <p:spPr>
          <a:ln/>
        </p:spPr>
      </p:sp>
      <p:sp>
        <p:nvSpPr>
          <p:cNvPr id="107524" name="Rectangle 3">
            <a:extLst>
              <a:ext uri="{FF2B5EF4-FFF2-40B4-BE49-F238E27FC236}">
                <a16:creationId xmlns:a16="http://schemas.microsoft.com/office/drawing/2014/main" id="{14995650-83C0-6884-C35A-0F26FAFBCAA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Slide Image Placeholder 1"/>
          <p:cNvSpPr>
            <a:spLocks noGrp="1" noRot="1" noChangeAspect="1" noTextEdit="1"/>
          </p:cNvSpPr>
          <p:nvPr>
            <p:ph type="sldImg"/>
          </p:nvPr>
        </p:nvSpPr>
        <p:spPr bwMode="auto">
          <a:xfrm>
            <a:off x="1143000" y="685800"/>
            <a:ext cx="4572000" cy="3429000"/>
          </a:xfrm>
          <a:noFill/>
          <a:ln>
            <a:solidFill>
              <a:srgbClr val="000000"/>
            </a:solidFill>
            <a:miter lim="800000"/>
            <a:headEnd/>
            <a:tailEnd/>
          </a:ln>
        </p:spPr>
      </p:sp>
      <p:sp>
        <p:nvSpPr>
          <p:cNvPr id="199683"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a:p>
        </p:txBody>
      </p:sp>
      <p:sp>
        <p:nvSpPr>
          <p:cNvPr id="4" name="Slide Number Placeholder 3"/>
          <p:cNvSpPr>
            <a:spLocks noGrp="1"/>
          </p:cNvSpPr>
          <p:nvPr>
            <p:ph type="sldNum" sz="quarter" idx="5"/>
          </p:nvPr>
        </p:nvSpPr>
        <p:spPr/>
        <p:txBody>
          <a:bodyPr/>
          <a:lstStyle/>
          <a:p>
            <a:pPr>
              <a:defRPr/>
            </a:pPr>
            <a:fld id="{A8BEADDF-B089-40FD-A2CA-A43BB7A582D0}" type="slidenum">
              <a:rPr lang="en-US" smtClean="0"/>
              <a:pPr>
                <a:defRPr/>
              </a:pPr>
              <a:t>40</a:t>
            </a:fld>
            <a:endParaRPr lang="en-US"/>
          </a:p>
        </p:txBody>
      </p:sp>
    </p:spTree>
    <p:extLst>
      <p:ext uri="{BB962C8B-B14F-4D97-AF65-F5344CB8AC3E}">
        <p14:creationId xmlns:p14="http://schemas.microsoft.com/office/powerpoint/2010/main" val="380785762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Slide Image Placeholder 1"/>
          <p:cNvSpPr>
            <a:spLocks noGrp="1" noRot="1" noChangeAspect="1" noTextEdit="1"/>
          </p:cNvSpPr>
          <p:nvPr>
            <p:ph type="sldImg"/>
          </p:nvPr>
        </p:nvSpPr>
        <p:spPr bwMode="auto">
          <a:xfrm>
            <a:off x="1143000" y="685800"/>
            <a:ext cx="4572000" cy="3429000"/>
          </a:xfrm>
          <a:noFill/>
          <a:ln>
            <a:solidFill>
              <a:srgbClr val="000000"/>
            </a:solidFill>
            <a:miter lim="800000"/>
            <a:headEnd/>
            <a:tailEnd/>
          </a:ln>
        </p:spPr>
      </p:sp>
      <p:sp>
        <p:nvSpPr>
          <p:cNvPr id="200707"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dirty="0"/>
              <a:t>Problem</a:t>
            </a:r>
            <a:r>
              <a:rPr lang="en-US" baseline="0" dirty="0"/>
              <a:t> 21</a:t>
            </a:r>
            <a:endParaRPr lang="en-US" dirty="0"/>
          </a:p>
          <a:p>
            <a:r>
              <a:rPr lang="en-US" dirty="0"/>
              <a:t>No of pages = 2^32/2^13 = 2^19 pages</a:t>
            </a:r>
          </a:p>
          <a:p>
            <a:r>
              <a:rPr lang="en-US" dirty="0"/>
              <a:t>No of entries in PT = 2^19</a:t>
            </a:r>
          </a:p>
          <a:p>
            <a:r>
              <a:rPr lang="en-US" dirty="0"/>
              <a:t>Time to load one entry = 100 ns = 100 * 10^-9 = 10^-7</a:t>
            </a:r>
            <a:r>
              <a:rPr lang="en-US" baseline="0" dirty="0"/>
              <a:t> sec</a:t>
            </a:r>
          </a:p>
          <a:p>
            <a:r>
              <a:rPr lang="en-US" baseline="0" dirty="0"/>
              <a:t>Time to load 2^19 entries = 10^-7   * 2^19  = .0524 sec    = 52.4 </a:t>
            </a:r>
            <a:r>
              <a:rPr lang="en-US" baseline="0" dirty="0" err="1"/>
              <a:t>msec</a:t>
            </a:r>
            <a:endParaRPr lang="en-US" baseline="0" dirty="0"/>
          </a:p>
          <a:p>
            <a:endParaRPr lang="en-US" baseline="0" dirty="0"/>
          </a:p>
          <a:p>
            <a:r>
              <a:rPr lang="en-US" baseline="0" dirty="0"/>
              <a:t>Therefore if a process is given 100 ms slice to execute, 52% of the time slice is spent in loading the page table</a:t>
            </a:r>
            <a:endParaRPr lang="en-US" dirty="0"/>
          </a:p>
        </p:txBody>
      </p:sp>
      <p:sp>
        <p:nvSpPr>
          <p:cNvPr id="4" name="Slide Number Placeholder 3"/>
          <p:cNvSpPr>
            <a:spLocks noGrp="1"/>
          </p:cNvSpPr>
          <p:nvPr>
            <p:ph type="sldNum" sz="quarter" idx="5"/>
          </p:nvPr>
        </p:nvSpPr>
        <p:spPr/>
        <p:txBody>
          <a:bodyPr/>
          <a:lstStyle/>
          <a:p>
            <a:pPr>
              <a:defRPr/>
            </a:pPr>
            <a:fld id="{2B26C489-A8D6-476B-B3B7-1E1FDFAF1E23}" type="slidenum">
              <a:rPr lang="en-US" smtClean="0"/>
              <a:pPr>
                <a:defRPr/>
              </a:pPr>
              <a:t>41</a:t>
            </a:fld>
            <a:endParaRPr lang="en-US"/>
          </a:p>
        </p:txBody>
      </p:sp>
    </p:spTree>
    <p:extLst>
      <p:ext uri="{BB962C8B-B14F-4D97-AF65-F5344CB8AC3E}">
        <p14:creationId xmlns:p14="http://schemas.microsoft.com/office/powerpoint/2010/main" val="8025653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Slide Image Placeholder 1"/>
          <p:cNvSpPr>
            <a:spLocks noGrp="1" noRot="1" noChangeAspect="1" noTextEdit="1"/>
          </p:cNvSpPr>
          <p:nvPr>
            <p:ph type="sldImg"/>
          </p:nvPr>
        </p:nvSpPr>
        <p:spPr bwMode="auto">
          <a:xfrm>
            <a:off x="1143000" y="685800"/>
            <a:ext cx="4572000" cy="3429000"/>
          </a:xfrm>
          <a:noFill/>
          <a:ln>
            <a:solidFill>
              <a:srgbClr val="000000"/>
            </a:solidFill>
            <a:miter lim="800000"/>
            <a:headEnd/>
            <a:tailEnd/>
          </a:ln>
        </p:spPr>
      </p:sp>
      <p:sp>
        <p:nvSpPr>
          <p:cNvPr id="200707"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dirty="0"/>
              <a:t>Problem</a:t>
            </a:r>
            <a:r>
              <a:rPr lang="en-US" baseline="0" dirty="0"/>
              <a:t> 21</a:t>
            </a:r>
            <a:endParaRPr lang="en-US" dirty="0"/>
          </a:p>
          <a:p>
            <a:r>
              <a:rPr lang="en-US" dirty="0"/>
              <a:t>No of pages = 2^32/2^13 = 2^19 pages</a:t>
            </a:r>
          </a:p>
          <a:p>
            <a:r>
              <a:rPr lang="en-US" dirty="0"/>
              <a:t>No of entries in PT = 2^19</a:t>
            </a:r>
          </a:p>
          <a:p>
            <a:r>
              <a:rPr lang="en-US" dirty="0"/>
              <a:t>Time to load one entry = 100 ns = 100 * 10^-9 = 10^-7</a:t>
            </a:r>
            <a:r>
              <a:rPr lang="en-US" baseline="0" dirty="0"/>
              <a:t> sec</a:t>
            </a:r>
          </a:p>
          <a:p>
            <a:r>
              <a:rPr lang="en-US" baseline="0" dirty="0"/>
              <a:t>Time to load 2^19 entries = 10^-7   * 2^19  = .0524 sec    = 52.4 </a:t>
            </a:r>
            <a:r>
              <a:rPr lang="en-US" baseline="0" dirty="0" err="1"/>
              <a:t>msec</a:t>
            </a:r>
            <a:endParaRPr lang="en-US" baseline="0" dirty="0"/>
          </a:p>
          <a:p>
            <a:endParaRPr lang="en-US" baseline="0" dirty="0"/>
          </a:p>
          <a:p>
            <a:r>
              <a:rPr lang="en-US" baseline="0" dirty="0"/>
              <a:t>Therefore if a process is given 100 ms slice to execute, 52% of the time slice is spent in loading the page table</a:t>
            </a:r>
            <a:endParaRPr lang="en-US" dirty="0"/>
          </a:p>
        </p:txBody>
      </p:sp>
      <p:sp>
        <p:nvSpPr>
          <p:cNvPr id="4" name="Slide Number Placeholder 3"/>
          <p:cNvSpPr>
            <a:spLocks noGrp="1"/>
          </p:cNvSpPr>
          <p:nvPr>
            <p:ph type="sldNum" sz="quarter" idx="5"/>
          </p:nvPr>
        </p:nvSpPr>
        <p:spPr/>
        <p:txBody>
          <a:bodyPr/>
          <a:lstStyle/>
          <a:p>
            <a:pPr>
              <a:defRPr/>
            </a:pPr>
            <a:fld id="{2B26C489-A8D6-476B-B3B7-1E1FDFAF1E23}" type="slidenum">
              <a:rPr lang="en-US" smtClean="0"/>
              <a:pPr>
                <a:defRPr/>
              </a:pPr>
              <a:t>42</a:t>
            </a:fld>
            <a:endParaRPr lang="en-US"/>
          </a:p>
        </p:txBody>
      </p:sp>
    </p:spTree>
    <p:extLst>
      <p:ext uri="{BB962C8B-B14F-4D97-AF65-F5344CB8AC3E}">
        <p14:creationId xmlns:p14="http://schemas.microsoft.com/office/powerpoint/2010/main" val="153645770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Slide Image Placeholder 1"/>
          <p:cNvSpPr>
            <a:spLocks noGrp="1" noRot="1" noChangeAspect="1" noTextEdit="1"/>
          </p:cNvSpPr>
          <p:nvPr>
            <p:ph type="sldImg"/>
          </p:nvPr>
        </p:nvSpPr>
        <p:spPr bwMode="auto">
          <a:xfrm>
            <a:off x="1143000" y="685800"/>
            <a:ext cx="4572000" cy="3429000"/>
          </a:xfrm>
          <a:noFill/>
          <a:ln>
            <a:solidFill>
              <a:srgbClr val="000000"/>
            </a:solidFill>
            <a:miter lim="800000"/>
            <a:headEnd/>
            <a:tailEnd/>
          </a:ln>
        </p:spPr>
      </p:sp>
      <p:sp>
        <p:nvSpPr>
          <p:cNvPr id="200707"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dirty="0"/>
              <a:t>Problem</a:t>
            </a:r>
            <a:r>
              <a:rPr lang="en-US" baseline="0" dirty="0"/>
              <a:t> 21</a:t>
            </a:r>
            <a:endParaRPr lang="en-US" dirty="0"/>
          </a:p>
          <a:p>
            <a:r>
              <a:rPr lang="en-US" dirty="0"/>
              <a:t>No of pages = 2^32/2^13 = 2^19 pages</a:t>
            </a:r>
          </a:p>
          <a:p>
            <a:r>
              <a:rPr lang="en-US" dirty="0"/>
              <a:t>No of entries in PT = 2^19</a:t>
            </a:r>
          </a:p>
          <a:p>
            <a:r>
              <a:rPr lang="en-US" dirty="0"/>
              <a:t>Time to load one entry = 100 ns = 100 * 10^-9 = 10^-7</a:t>
            </a:r>
            <a:r>
              <a:rPr lang="en-US" baseline="0" dirty="0"/>
              <a:t> sec</a:t>
            </a:r>
          </a:p>
          <a:p>
            <a:r>
              <a:rPr lang="en-US" baseline="0" dirty="0"/>
              <a:t>Time to load 2^19 entries = 10^-7   * 2^19  = .0524 sec    = 52.4 </a:t>
            </a:r>
            <a:r>
              <a:rPr lang="en-US" baseline="0" dirty="0" err="1"/>
              <a:t>msec</a:t>
            </a:r>
            <a:endParaRPr lang="en-US" baseline="0" dirty="0"/>
          </a:p>
          <a:p>
            <a:endParaRPr lang="en-US" baseline="0" dirty="0"/>
          </a:p>
          <a:p>
            <a:r>
              <a:rPr lang="en-US" baseline="0" dirty="0"/>
              <a:t>Therefore if a process is given 100 ms slice to execute, 52% of the time slice is spent in loading the page table</a:t>
            </a:r>
            <a:endParaRPr lang="en-US" dirty="0"/>
          </a:p>
        </p:txBody>
      </p:sp>
      <p:sp>
        <p:nvSpPr>
          <p:cNvPr id="4" name="Slide Number Placeholder 3"/>
          <p:cNvSpPr>
            <a:spLocks noGrp="1"/>
          </p:cNvSpPr>
          <p:nvPr>
            <p:ph type="sldNum" sz="quarter" idx="5"/>
          </p:nvPr>
        </p:nvSpPr>
        <p:spPr/>
        <p:txBody>
          <a:bodyPr/>
          <a:lstStyle/>
          <a:p>
            <a:pPr>
              <a:defRPr/>
            </a:pPr>
            <a:fld id="{2B26C489-A8D6-476B-B3B7-1E1FDFAF1E23}" type="slidenum">
              <a:rPr lang="en-US" smtClean="0"/>
              <a:pPr>
                <a:defRPr/>
              </a:pPr>
              <a:t>43</a:t>
            </a:fld>
            <a:endParaRPr lang="en-US"/>
          </a:p>
        </p:txBody>
      </p:sp>
    </p:spTree>
    <p:extLst>
      <p:ext uri="{BB962C8B-B14F-4D97-AF65-F5344CB8AC3E}">
        <p14:creationId xmlns:p14="http://schemas.microsoft.com/office/powerpoint/2010/main" val="162207203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23AA6C9F-7A55-412F-9FE5-55CB6315EAD0}"/>
              </a:ext>
            </a:extLst>
          </p:cNvPr>
          <p:cNvSpPr>
            <a:spLocks noGrp="1" noRot="1" noChangeAspect="1" noChangeArrowheads="1" noTextEdit="1"/>
          </p:cNvSpPr>
          <p:nvPr>
            <p:ph type="sldImg"/>
          </p:nvPr>
        </p:nvSpPr>
        <p:spPr>
          <a:xfrm>
            <a:off x="1117600" y="696913"/>
            <a:ext cx="4648200" cy="3486150"/>
          </a:xfrm>
          <a:ln/>
        </p:spPr>
      </p:sp>
      <p:sp>
        <p:nvSpPr>
          <p:cNvPr id="21507" name="Rectangle 3">
            <a:extLst>
              <a:ext uri="{FF2B5EF4-FFF2-40B4-BE49-F238E27FC236}">
                <a16:creationId xmlns:a16="http://schemas.microsoft.com/office/drawing/2014/main" id="{7D951E66-1449-4BF2-BD6D-78F009D7DFAA}"/>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58013454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Slide Image Placeholder 1"/>
          <p:cNvSpPr>
            <a:spLocks noGrp="1" noRot="1" noChangeAspect="1" noTextEdit="1"/>
          </p:cNvSpPr>
          <p:nvPr>
            <p:ph type="sldImg"/>
          </p:nvPr>
        </p:nvSpPr>
        <p:spPr bwMode="auto">
          <a:xfrm>
            <a:off x="1143000" y="685800"/>
            <a:ext cx="4572000" cy="3429000"/>
          </a:xfrm>
          <a:noFill/>
          <a:ln>
            <a:solidFill>
              <a:srgbClr val="000000"/>
            </a:solidFill>
            <a:miter lim="800000"/>
            <a:headEnd/>
            <a:tailEnd/>
          </a:ln>
        </p:spPr>
      </p:sp>
      <p:sp>
        <p:nvSpPr>
          <p:cNvPr id="204803"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a:p>
        </p:txBody>
      </p:sp>
      <p:sp>
        <p:nvSpPr>
          <p:cNvPr id="4" name="Slide Number Placeholder 3"/>
          <p:cNvSpPr>
            <a:spLocks noGrp="1"/>
          </p:cNvSpPr>
          <p:nvPr>
            <p:ph type="sldNum" sz="quarter" idx="5"/>
          </p:nvPr>
        </p:nvSpPr>
        <p:spPr/>
        <p:txBody>
          <a:bodyPr/>
          <a:lstStyle/>
          <a:p>
            <a:pPr>
              <a:defRPr/>
            </a:pPr>
            <a:fld id="{168FE8E4-F41F-42FB-AA8B-221D59AA909E}" type="slidenum">
              <a:rPr lang="en-US" smtClean="0"/>
              <a:pPr>
                <a:defRPr/>
              </a:pPr>
              <a:t>45</a:t>
            </a:fld>
            <a:endParaRPr lang="en-US"/>
          </a:p>
        </p:txBody>
      </p:sp>
    </p:spTree>
    <p:extLst>
      <p:ext uri="{BB962C8B-B14F-4D97-AF65-F5344CB8AC3E}">
        <p14:creationId xmlns:p14="http://schemas.microsoft.com/office/powerpoint/2010/main" val="63265147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Slide Image Placeholder 1"/>
          <p:cNvSpPr>
            <a:spLocks noGrp="1" noRot="1" noChangeAspect="1" noTextEdit="1"/>
          </p:cNvSpPr>
          <p:nvPr>
            <p:ph type="sldImg"/>
          </p:nvPr>
        </p:nvSpPr>
        <p:spPr bwMode="auto">
          <a:xfrm>
            <a:off x="1143000" y="685800"/>
            <a:ext cx="4572000" cy="3429000"/>
          </a:xfrm>
          <a:noFill/>
          <a:ln>
            <a:solidFill>
              <a:srgbClr val="000000"/>
            </a:solidFill>
            <a:miter lim="800000"/>
            <a:headEnd/>
            <a:tailEnd/>
          </a:ln>
        </p:spPr>
      </p:sp>
      <p:sp>
        <p:nvSpPr>
          <p:cNvPr id="204803"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a:p>
        </p:txBody>
      </p:sp>
      <p:sp>
        <p:nvSpPr>
          <p:cNvPr id="4" name="Slide Number Placeholder 3"/>
          <p:cNvSpPr>
            <a:spLocks noGrp="1"/>
          </p:cNvSpPr>
          <p:nvPr>
            <p:ph type="sldNum" sz="quarter" idx="5"/>
          </p:nvPr>
        </p:nvSpPr>
        <p:spPr/>
        <p:txBody>
          <a:bodyPr/>
          <a:lstStyle/>
          <a:p>
            <a:pPr>
              <a:defRPr/>
            </a:pPr>
            <a:fld id="{168FE8E4-F41F-42FB-AA8B-221D59AA909E}" type="slidenum">
              <a:rPr lang="en-US" smtClean="0"/>
              <a:pPr>
                <a:defRPr/>
              </a:pPr>
              <a:t>46</a:t>
            </a:fld>
            <a:endParaRPr lang="en-US"/>
          </a:p>
        </p:txBody>
      </p:sp>
    </p:spTree>
    <p:extLst>
      <p:ext uri="{BB962C8B-B14F-4D97-AF65-F5344CB8AC3E}">
        <p14:creationId xmlns:p14="http://schemas.microsoft.com/office/powerpoint/2010/main" val="49787843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Slide Image Placeholder 1"/>
          <p:cNvSpPr>
            <a:spLocks noGrp="1" noRot="1" noChangeAspect="1" noTextEdit="1"/>
          </p:cNvSpPr>
          <p:nvPr>
            <p:ph type="sldImg"/>
          </p:nvPr>
        </p:nvSpPr>
        <p:spPr bwMode="auto">
          <a:xfrm>
            <a:off x="1143000" y="685800"/>
            <a:ext cx="4572000" cy="3429000"/>
          </a:xfrm>
          <a:noFill/>
          <a:ln>
            <a:solidFill>
              <a:srgbClr val="000000"/>
            </a:solidFill>
            <a:miter lim="800000"/>
            <a:headEnd/>
            <a:tailEnd/>
          </a:ln>
        </p:spPr>
      </p:sp>
      <p:sp>
        <p:nvSpPr>
          <p:cNvPr id="204803"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a:p>
        </p:txBody>
      </p:sp>
      <p:sp>
        <p:nvSpPr>
          <p:cNvPr id="4" name="Slide Number Placeholder 3"/>
          <p:cNvSpPr>
            <a:spLocks noGrp="1"/>
          </p:cNvSpPr>
          <p:nvPr>
            <p:ph type="sldNum" sz="quarter" idx="5"/>
          </p:nvPr>
        </p:nvSpPr>
        <p:spPr/>
        <p:txBody>
          <a:bodyPr/>
          <a:lstStyle/>
          <a:p>
            <a:pPr>
              <a:defRPr/>
            </a:pPr>
            <a:fld id="{168FE8E4-F41F-42FB-AA8B-221D59AA909E}" type="slidenum">
              <a:rPr lang="en-US" smtClean="0"/>
              <a:pPr>
                <a:defRPr/>
              </a:pPr>
              <a:t>47</a:t>
            </a:fld>
            <a:endParaRPr lang="en-US"/>
          </a:p>
        </p:txBody>
      </p:sp>
    </p:spTree>
    <p:extLst>
      <p:ext uri="{BB962C8B-B14F-4D97-AF65-F5344CB8AC3E}">
        <p14:creationId xmlns:p14="http://schemas.microsoft.com/office/powerpoint/2010/main" val="40096355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6" name="Slide Image Placeholder 1"/>
          <p:cNvSpPr>
            <a:spLocks noGrp="1" noRot="1" noChangeAspect="1" noTextEdit="1"/>
          </p:cNvSpPr>
          <p:nvPr>
            <p:ph type="sldImg"/>
          </p:nvPr>
        </p:nvSpPr>
        <p:spPr bwMode="auto">
          <a:xfrm>
            <a:off x="1143000" y="685800"/>
            <a:ext cx="4572000" cy="3429000"/>
          </a:xfrm>
          <a:noFill/>
          <a:ln>
            <a:solidFill>
              <a:srgbClr val="000000"/>
            </a:solidFill>
            <a:miter lim="800000"/>
            <a:headEnd/>
            <a:tailEnd/>
          </a:ln>
        </p:spPr>
      </p:sp>
      <p:sp>
        <p:nvSpPr>
          <p:cNvPr id="205827"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a:p>
        </p:txBody>
      </p:sp>
      <p:sp>
        <p:nvSpPr>
          <p:cNvPr id="4" name="Slide Number Placeholder 3"/>
          <p:cNvSpPr>
            <a:spLocks noGrp="1"/>
          </p:cNvSpPr>
          <p:nvPr>
            <p:ph type="sldNum" sz="quarter" idx="5"/>
          </p:nvPr>
        </p:nvSpPr>
        <p:spPr/>
        <p:txBody>
          <a:bodyPr/>
          <a:lstStyle/>
          <a:p>
            <a:pPr>
              <a:defRPr/>
            </a:pPr>
            <a:fld id="{968CE64E-6336-4CBB-BDF8-1A81551205E1}" type="slidenum">
              <a:rPr lang="en-US" smtClean="0"/>
              <a:pPr>
                <a:defRPr/>
              </a:pPr>
              <a:t>48</a:t>
            </a:fld>
            <a:endParaRPr lang="en-US"/>
          </a:p>
        </p:txBody>
      </p:sp>
    </p:spTree>
    <p:extLst>
      <p:ext uri="{BB962C8B-B14F-4D97-AF65-F5344CB8AC3E}">
        <p14:creationId xmlns:p14="http://schemas.microsoft.com/office/powerpoint/2010/main" val="120475411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a:extLst>
              <a:ext uri="{FF2B5EF4-FFF2-40B4-BE49-F238E27FC236}">
                <a16:creationId xmlns:a16="http://schemas.microsoft.com/office/drawing/2014/main" id="{FA24E79B-0EEA-2AEE-0498-CED42E6D5E1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70CF325-0C6E-4D27-9653-BE7E3A4641DE}" type="slidenum">
              <a:rPr lang="en-US" altLang="en-US">
                <a:latin typeface="Helvetica" panose="020B0604020202020204" pitchFamily="34" charset="0"/>
              </a:rPr>
              <a:pPr/>
              <a:t>49</a:t>
            </a:fld>
            <a:endParaRPr lang="en-US" altLang="en-US">
              <a:latin typeface="Helvetica" panose="020B0604020202020204" pitchFamily="34" charset="0"/>
            </a:endParaRPr>
          </a:p>
        </p:txBody>
      </p:sp>
      <p:sp>
        <p:nvSpPr>
          <p:cNvPr id="112643" name="Rectangle 2">
            <a:extLst>
              <a:ext uri="{FF2B5EF4-FFF2-40B4-BE49-F238E27FC236}">
                <a16:creationId xmlns:a16="http://schemas.microsoft.com/office/drawing/2014/main" id="{434BF7C8-3F16-7410-6A5E-B76E85C67B68}"/>
              </a:ext>
            </a:extLst>
          </p:cNvPr>
          <p:cNvSpPr>
            <a:spLocks noGrp="1" noRot="1" noChangeAspect="1" noChangeArrowheads="1" noTextEdit="1"/>
          </p:cNvSpPr>
          <p:nvPr>
            <p:ph type="sldImg"/>
          </p:nvPr>
        </p:nvSpPr>
        <p:spPr>
          <a:ln/>
        </p:spPr>
      </p:sp>
      <p:sp>
        <p:nvSpPr>
          <p:cNvPr id="112644" name="Rectangle 3">
            <a:extLst>
              <a:ext uri="{FF2B5EF4-FFF2-40B4-BE49-F238E27FC236}">
                <a16:creationId xmlns:a16="http://schemas.microsoft.com/office/drawing/2014/main" id="{8C307DCD-2A2D-DA3D-58E1-4C4E135360C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Slide Image Placeholder 1"/>
          <p:cNvSpPr>
            <a:spLocks noGrp="1" noRot="1" noChangeAspect="1" noTextEdit="1"/>
          </p:cNvSpPr>
          <p:nvPr>
            <p:ph type="sldImg"/>
          </p:nvPr>
        </p:nvSpPr>
        <p:spPr bwMode="auto">
          <a:xfrm>
            <a:off x="1143000" y="685800"/>
            <a:ext cx="4572000" cy="3429000"/>
          </a:xfrm>
          <a:noFill/>
          <a:ln>
            <a:solidFill>
              <a:srgbClr val="000000"/>
            </a:solidFill>
            <a:miter lim="800000"/>
            <a:headEnd/>
            <a:tailEnd/>
          </a:ln>
        </p:spPr>
      </p:sp>
      <p:sp>
        <p:nvSpPr>
          <p:cNvPr id="208899"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a:p>
        </p:txBody>
      </p:sp>
      <p:sp>
        <p:nvSpPr>
          <p:cNvPr id="4" name="Slide Number Placeholder 3"/>
          <p:cNvSpPr>
            <a:spLocks noGrp="1"/>
          </p:cNvSpPr>
          <p:nvPr>
            <p:ph type="sldNum" sz="quarter" idx="5"/>
          </p:nvPr>
        </p:nvSpPr>
        <p:spPr/>
        <p:txBody>
          <a:bodyPr/>
          <a:lstStyle/>
          <a:p>
            <a:pPr>
              <a:defRPr/>
            </a:pPr>
            <a:fld id="{EC10E8E6-35B8-4A57-815B-7C7BF0FFBBFB}" type="slidenum">
              <a:rPr lang="en-US" smtClean="0"/>
              <a:pPr>
                <a:defRPr/>
              </a:pPr>
              <a:t>50</a:t>
            </a:fld>
            <a:endParaRPr lang="en-US"/>
          </a:p>
        </p:txBody>
      </p:sp>
    </p:spTree>
    <p:extLst>
      <p:ext uri="{BB962C8B-B14F-4D97-AF65-F5344CB8AC3E}">
        <p14:creationId xmlns:p14="http://schemas.microsoft.com/office/powerpoint/2010/main" val="126788961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Slide Image Placeholder 1"/>
          <p:cNvSpPr>
            <a:spLocks noGrp="1" noRot="1" noChangeAspect="1" noTextEdit="1"/>
          </p:cNvSpPr>
          <p:nvPr>
            <p:ph type="sldImg"/>
          </p:nvPr>
        </p:nvSpPr>
        <p:spPr bwMode="auto">
          <a:xfrm>
            <a:off x="1143000" y="685800"/>
            <a:ext cx="4572000" cy="3429000"/>
          </a:xfrm>
          <a:noFill/>
          <a:ln>
            <a:solidFill>
              <a:srgbClr val="000000"/>
            </a:solidFill>
            <a:miter lim="800000"/>
            <a:headEnd/>
            <a:tailEnd/>
          </a:ln>
        </p:spPr>
      </p:sp>
      <p:sp>
        <p:nvSpPr>
          <p:cNvPr id="209923"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a:p>
        </p:txBody>
      </p:sp>
      <p:sp>
        <p:nvSpPr>
          <p:cNvPr id="4" name="Slide Number Placeholder 3"/>
          <p:cNvSpPr>
            <a:spLocks noGrp="1"/>
          </p:cNvSpPr>
          <p:nvPr>
            <p:ph type="sldNum" sz="quarter" idx="5"/>
          </p:nvPr>
        </p:nvSpPr>
        <p:spPr/>
        <p:txBody>
          <a:bodyPr/>
          <a:lstStyle/>
          <a:p>
            <a:pPr>
              <a:defRPr/>
            </a:pPr>
            <a:fld id="{E1393561-5BFB-4DEA-BD90-96EE79C38F91}" type="slidenum">
              <a:rPr lang="en-US" smtClean="0"/>
              <a:pPr>
                <a:defRPr/>
              </a:pPr>
              <a:t>51</a:t>
            </a:fld>
            <a:endParaRPr lang="en-US"/>
          </a:p>
        </p:txBody>
      </p:sp>
    </p:spTree>
    <p:extLst>
      <p:ext uri="{BB962C8B-B14F-4D97-AF65-F5344CB8AC3E}">
        <p14:creationId xmlns:p14="http://schemas.microsoft.com/office/powerpoint/2010/main" val="164017033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Slide Image Placeholder 1"/>
          <p:cNvSpPr>
            <a:spLocks noGrp="1" noRot="1" noChangeAspect="1" noTextEdit="1"/>
          </p:cNvSpPr>
          <p:nvPr>
            <p:ph type="sldImg"/>
          </p:nvPr>
        </p:nvSpPr>
        <p:spPr bwMode="auto">
          <a:xfrm>
            <a:off x="1143000" y="685800"/>
            <a:ext cx="4572000" cy="3429000"/>
          </a:xfrm>
          <a:noFill/>
          <a:ln>
            <a:solidFill>
              <a:srgbClr val="000000"/>
            </a:solidFill>
            <a:miter lim="800000"/>
            <a:headEnd/>
            <a:tailEnd/>
          </a:ln>
        </p:spPr>
      </p:sp>
      <p:sp>
        <p:nvSpPr>
          <p:cNvPr id="209923"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buFont typeface="Arial" charset="0"/>
              <a:buNone/>
            </a:pPr>
            <a:r>
              <a:rPr lang="en-US" sz="1200" b="1" u="sng" dirty="0">
                <a:latin typeface="Comic Sans MS" pitchFamily="66" charset="0"/>
              </a:rPr>
              <a:t>Problem 28</a:t>
            </a:r>
          </a:p>
          <a:p>
            <a:pPr>
              <a:spcBef>
                <a:spcPts val="900"/>
              </a:spcBef>
              <a:buFont typeface="Arial" charset="0"/>
              <a:buNone/>
            </a:pPr>
            <a:r>
              <a:rPr lang="en-US" sz="1200" dirty="0">
                <a:latin typeface="Comic Sans MS" pitchFamily="66" charset="0"/>
                <a:cs typeface="Times New Roman" pitchFamily="18" charset="0"/>
              </a:rPr>
              <a:t>Consider a paging system with the page table stored in memory.</a:t>
            </a:r>
          </a:p>
          <a:p>
            <a:pPr>
              <a:spcBef>
                <a:spcPts val="900"/>
              </a:spcBef>
              <a:buFontTx/>
              <a:buAutoNum type="alphaLcPeriod"/>
            </a:pPr>
            <a:r>
              <a:rPr lang="en-US" sz="1200" dirty="0">
                <a:latin typeface="Comic Sans MS" pitchFamily="66" charset="0"/>
                <a:cs typeface="Times New Roman" pitchFamily="18" charset="0"/>
              </a:rPr>
              <a:t>If a memory reference takes 200 nanoseconds, how long does a paged memory reference take?</a:t>
            </a:r>
          </a:p>
          <a:p>
            <a:pPr>
              <a:spcBef>
                <a:spcPts val="900"/>
              </a:spcBef>
              <a:buFontTx/>
              <a:buAutoNum type="alphaLcPeriod"/>
            </a:pPr>
            <a:r>
              <a:rPr lang="en-US" sz="1200" dirty="0">
                <a:latin typeface="Comic Sans MS" pitchFamily="66" charset="0"/>
                <a:cs typeface="Times New Roman" pitchFamily="18" charset="0"/>
              </a:rPr>
              <a:t>If we add associative registers, and 75 percent of all page-table references are found in the associative registers, what is the effective memory reference time? </a:t>
            </a:r>
            <a:r>
              <a:rPr lang="en-US" sz="1200">
                <a:latin typeface="Comic Sans MS" pitchFamily="66" charset="0"/>
                <a:cs typeface="Times New Roman" pitchFamily="18" charset="0"/>
              </a:rPr>
              <a:t>(Assume that finding a page-table entry in the associative registers takes zero time, if the entry is there.)</a:t>
            </a:r>
          </a:p>
          <a:p>
            <a:endParaRPr lang="en-US"/>
          </a:p>
        </p:txBody>
      </p:sp>
      <p:sp>
        <p:nvSpPr>
          <p:cNvPr id="4" name="Slide Number Placeholder 3"/>
          <p:cNvSpPr>
            <a:spLocks noGrp="1"/>
          </p:cNvSpPr>
          <p:nvPr>
            <p:ph type="sldNum" sz="quarter" idx="5"/>
          </p:nvPr>
        </p:nvSpPr>
        <p:spPr/>
        <p:txBody>
          <a:bodyPr/>
          <a:lstStyle/>
          <a:p>
            <a:pPr>
              <a:defRPr/>
            </a:pPr>
            <a:fld id="{E1393561-5BFB-4DEA-BD90-96EE79C38F91}" type="slidenum">
              <a:rPr lang="en-US" smtClean="0"/>
              <a:pPr>
                <a:defRPr/>
              </a:pPr>
              <a:t>52</a:t>
            </a:fld>
            <a:endParaRPr lang="en-US"/>
          </a:p>
        </p:txBody>
      </p:sp>
    </p:spTree>
    <p:extLst>
      <p:ext uri="{BB962C8B-B14F-4D97-AF65-F5344CB8AC3E}">
        <p14:creationId xmlns:p14="http://schemas.microsoft.com/office/powerpoint/2010/main" val="132624764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3" name="Group 3">
            <a:extLst>
              <a:ext uri="{FF2B5EF4-FFF2-40B4-BE49-F238E27FC236}">
                <a16:creationId xmlns:a16="http://schemas.microsoft.com/office/drawing/2014/main" id="{51A2E241-E71B-4B35-B69B-2D69D5409309}"/>
              </a:ext>
            </a:extLst>
          </p:cNvPr>
          <p:cNvGrpSpPr>
            <a:grpSpLocks/>
          </p:cNvGrpSpPr>
          <p:nvPr/>
        </p:nvGrpSpPr>
        <p:grpSpPr bwMode="auto">
          <a:xfrm>
            <a:off x="198438" y="2960688"/>
            <a:ext cx="8610600" cy="201612"/>
            <a:chOff x="125" y="1865"/>
            <a:chExt cx="5424" cy="127"/>
          </a:xfrm>
        </p:grpSpPr>
        <p:sp>
          <p:nvSpPr>
            <p:cNvPr id="4" name="Rectangle 4">
              <a:extLst>
                <a:ext uri="{FF2B5EF4-FFF2-40B4-BE49-F238E27FC236}">
                  <a16:creationId xmlns:a16="http://schemas.microsoft.com/office/drawing/2014/main" id="{CA593407-3A83-4E89-8524-3F2D7E670929}"/>
                </a:ext>
              </a:extLst>
            </p:cNvPr>
            <p:cNvSpPr>
              <a:spLocks noChangeArrowheads="1"/>
            </p:cNvSpPr>
            <p:nvPr/>
          </p:nvSpPr>
          <p:spPr bwMode="auto">
            <a:xfrm>
              <a:off x="125" y="1865"/>
              <a:ext cx="1808" cy="127"/>
            </a:xfrm>
            <a:prstGeom prst="rect">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ltLang="en-US"/>
            </a:p>
          </p:txBody>
        </p:sp>
        <p:sp>
          <p:nvSpPr>
            <p:cNvPr id="5" name="Rectangle 5">
              <a:extLst>
                <a:ext uri="{FF2B5EF4-FFF2-40B4-BE49-F238E27FC236}">
                  <a16:creationId xmlns:a16="http://schemas.microsoft.com/office/drawing/2014/main" id="{63C094EE-E8AB-42C7-A23E-1CE65617C897}"/>
                </a:ext>
              </a:extLst>
            </p:cNvPr>
            <p:cNvSpPr>
              <a:spLocks noChangeArrowheads="1"/>
            </p:cNvSpPr>
            <p:nvPr/>
          </p:nvSpPr>
          <p:spPr bwMode="auto">
            <a:xfrm>
              <a:off x="1933" y="1865"/>
              <a:ext cx="1808" cy="127"/>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ltLang="en-US"/>
            </a:p>
          </p:txBody>
        </p:sp>
        <p:sp>
          <p:nvSpPr>
            <p:cNvPr id="6" name="Rectangle 6">
              <a:extLst>
                <a:ext uri="{FF2B5EF4-FFF2-40B4-BE49-F238E27FC236}">
                  <a16:creationId xmlns:a16="http://schemas.microsoft.com/office/drawing/2014/main" id="{465B52CB-4EE3-4303-91A6-1E3D2BCA2DF6}"/>
                </a:ext>
              </a:extLst>
            </p:cNvPr>
            <p:cNvSpPr>
              <a:spLocks noChangeArrowheads="1"/>
            </p:cNvSpPr>
            <p:nvPr/>
          </p:nvSpPr>
          <p:spPr bwMode="auto">
            <a:xfrm>
              <a:off x="3741" y="1865"/>
              <a:ext cx="1808" cy="127"/>
            </a:xfrm>
            <a:prstGeom prst="rect">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ltLang="en-US"/>
            </a:p>
          </p:txBody>
        </p:sp>
      </p:grpSp>
      <p:sp>
        <p:nvSpPr>
          <p:cNvPr id="7" name="Text Box 7">
            <a:extLst>
              <a:ext uri="{FF2B5EF4-FFF2-40B4-BE49-F238E27FC236}">
                <a16:creationId xmlns:a16="http://schemas.microsoft.com/office/drawing/2014/main" id="{3E29D3E6-430F-439A-B7E4-DBD6A407A147}"/>
              </a:ext>
            </a:extLst>
          </p:cNvPr>
          <p:cNvSpPr txBox="1">
            <a:spLocks noChangeArrowheads="1"/>
          </p:cNvSpPr>
          <p:nvPr/>
        </p:nvSpPr>
        <p:spPr bwMode="auto">
          <a:xfrm>
            <a:off x="6489700" y="6588125"/>
            <a:ext cx="2713038"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defRPr/>
            </a:pPr>
            <a:r>
              <a:rPr lang="en-US" altLang="en-US" sz="1000" b="1">
                <a:solidFill>
                  <a:srgbClr val="336699"/>
                </a:solidFill>
                <a:latin typeface="Helvetica" pitchFamily="2" charset="0"/>
              </a:rPr>
              <a:t>Silberschatz, Galvin and Gagne ©2018</a:t>
            </a:r>
          </a:p>
        </p:txBody>
      </p:sp>
      <p:sp>
        <p:nvSpPr>
          <p:cNvPr id="8" name="Text Box 8">
            <a:extLst>
              <a:ext uri="{FF2B5EF4-FFF2-40B4-BE49-F238E27FC236}">
                <a16:creationId xmlns:a16="http://schemas.microsoft.com/office/drawing/2014/main" id="{3EBF474A-C9EA-4112-BDD8-3544E23F5898}"/>
              </a:ext>
            </a:extLst>
          </p:cNvPr>
          <p:cNvSpPr txBox="1">
            <a:spLocks noChangeArrowheads="1"/>
          </p:cNvSpPr>
          <p:nvPr/>
        </p:nvSpPr>
        <p:spPr bwMode="auto">
          <a:xfrm>
            <a:off x="26988" y="6613525"/>
            <a:ext cx="2701925"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spcBef>
                <a:spcPct val="50000"/>
              </a:spcBef>
              <a:defRPr/>
            </a:pPr>
            <a:r>
              <a:rPr lang="en-US" altLang="en-US" sz="1000" b="1">
                <a:solidFill>
                  <a:srgbClr val="336699"/>
                </a:solidFill>
                <a:latin typeface="Helvetica" pitchFamily="2" charset="0"/>
              </a:rPr>
              <a:t>Operating System Concepts – 10</a:t>
            </a:r>
            <a:r>
              <a:rPr lang="en-US" altLang="en-US" sz="1000" b="1" baseline="30000">
                <a:solidFill>
                  <a:srgbClr val="336699"/>
                </a:solidFill>
                <a:latin typeface="Helvetica" pitchFamily="2" charset="0"/>
              </a:rPr>
              <a:t>h</a:t>
            </a:r>
            <a:r>
              <a:rPr lang="en-US" altLang="en-US" sz="1000" b="1">
                <a:solidFill>
                  <a:srgbClr val="336699"/>
                </a:solidFill>
                <a:latin typeface="Helvetica" pitchFamily="2" charset="0"/>
              </a:rPr>
              <a:t> Edition</a:t>
            </a:r>
          </a:p>
        </p:txBody>
      </p:sp>
      <p:pic>
        <p:nvPicPr>
          <p:cNvPr id="9" name="Picture 9" descr="dino_4">
            <a:extLst>
              <a:ext uri="{FF2B5EF4-FFF2-40B4-BE49-F238E27FC236}">
                <a16:creationId xmlns:a16="http://schemas.microsoft.com/office/drawing/2014/main" id="{6F57BE7D-8CFC-4E3D-B9D3-E99A00EC1F4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60738" y="4157663"/>
            <a:ext cx="2062162" cy="1593850"/>
          </a:xfrm>
          <a:prstGeom prst="rect">
            <a:avLst/>
          </a:prstGeom>
          <a:noFill/>
          <a:ln w="76200">
            <a:solidFill>
              <a:srgbClr val="336699"/>
            </a:solidFill>
            <a:miter lim="800000"/>
            <a:headEnd/>
            <a:tailEnd/>
          </a:ln>
          <a:extLst>
            <a:ext uri="{909E8E84-426E-40DD-AFC4-6F175D3DCCD1}">
              <a14:hiddenFill xmlns:a14="http://schemas.microsoft.com/office/drawing/2010/main">
                <a:solidFill>
                  <a:srgbClr val="FFFFFF"/>
                </a:solidFill>
              </a14:hiddenFill>
            </a:ext>
          </a:extLst>
        </p:spPr>
      </p:pic>
      <p:sp>
        <p:nvSpPr>
          <p:cNvPr id="10" name="Rectangle 10">
            <a:extLst>
              <a:ext uri="{FF2B5EF4-FFF2-40B4-BE49-F238E27FC236}">
                <a16:creationId xmlns:a16="http://schemas.microsoft.com/office/drawing/2014/main" id="{94A9A856-762E-4DC7-9B2F-F993E5BF7A0D}"/>
              </a:ext>
            </a:extLst>
          </p:cNvPr>
          <p:cNvSpPr>
            <a:spLocks noChangeArrowheads="1"/>
          </p:cNvSpPr>
          <p:nvPr/>
        </p:nvSpPr>
        <p:spPr bwMode="auto">
          <a:xfrm>
            <a:off x="3224213" y="4006850"/>
            <a:ext cx="2336800" cy="1887538"/>
          </a:xfrm>
          <a:prstGeom prst="rect">
            <a:avLst/>
          </a:prstGeom>
          <a:noFill/>
          <a:ln w="57150" cmpd="thinThick">
            <a:solidFill>
              <a:srgbClr val="66CC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ltLang="en-US"/>
          </a:p>
        </p:txBody>
      </p:sp>
      <p:sp>
        <p:nvSpPr>
          <p:cNvPr id="152578" name="Rectangle 2"/>
          <p:cNvSpPr>
            <a:spLocks noGrp="1" noChangeArrowheads="1"/>
          </p:cNvSpPr>
          <p:nvPr>
            <p:ph type="ctrTitle"/>
          </p:nvPr>
        </p:nvSpPr>
        <p:spPr>
          <a:xfrm>
            <a:off x="685800" y="685800"/>
            <a:ext cx="7772400" cy="2127250"/>
          </a:xfrm>
        </p:spPr>
        <p:txBody>
          <a:bodyPr/>
          <a:lstStyle>
            <a:lvl1pPr>
              <a:defRPr sz="4300"/>
            </a:lvl1pPr>
          </a:lstStyle>
          <a:p>
            <a:r>
              <a:rPr lang="en-US"/>
              <a:t>Click to edit Master title style</a:t>
            </a:r>
          </a:p>
        </p:txBody>
      </p:sp>
    </p:spTree>
    <p:extLst>
      <p:ext uri="{BB962C8B-B14F-4D97-AF65-F5344CB8AC3E}">
        <p14:creationId xmlns:p14="http://schemas.microsoft.com/office/powerpoint/2010/main" val="22959126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a:defRPr sz="2400">
                <a:latin typeface="Calibri" panose="020F0502020204030204" pitchFamily="34" charset="0"/>
                <a:cs typeface="Calibri" panose="020F0502020204030204" pitchFamily="34" charset="0"/>
              </a:defRPr>
            </a:lvl1pPr>
            <a:lvl2pPr>
              <a:defRPr sz="2200">
                <a:latin typeface="Calibri" panose="020F0502020204030204" pitchFamily="34" charset="0"/>
                <a:cs typeface="Calibri" panose="020F0502020204030204" pitchFamily="34" charset="0"/>
              </a:defRPr>
            </a:lvl2pPr>
            <a:lvl3pPr>
              <a:defRPr sz="2200">
                <a:latin typeface="Calibri" panose="020F0502020204030204" pitchFamily="34" charset="0"/>
                <a:cs typeface="Calibri" panose="020F0502020204030204" pitchFamily="34" charset="0"/>
              </a:defRPr>
            </a:lvl3pPr>
            <a:lvl4pPr>
              <a:defRPr sz="2200">
                <a:latin typeface="Calibri" panose="020F0502020204030204" pitchFamily="34" charset="0"/>
                <a:cs typeface="Calibri" panose="020F0502020204030204" pitchFamily="34" charset="0"/>
              </a:defRPr>
            </a:lvl4pPr>
            <a:lvl5pPr>
              <a:defRPr sz="2200">
                <a:latin typeface="Calibri" panose="020F0502020204030204" pitchFamily="34" charset="0"/>
                <a:cs typeface="Calibri" panose="020F0502020204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014830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42612818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06450" y="1233488"/>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997450" y="1233488"/>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969448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507613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7949276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85A080DD-98A5-D4C4-20F8-D9A475979DA7}"/>
              </a:ext>
            </a:extLst>
          </p:cNvPr>
          <p:cNvSpPr>
            <a:spLocks noGrp="1" noChangeArrowheads="1"/>
          </p:cNvSpPr>
          <p:nvPr>
            <p:ph idx="1"/>
          </p:nvPr>
        </p:nvSpPr>
        <p:spPr bwMode="auto">
          <a:xfrm>
            <a:off x="408890" y="1233488"/>
            <a:ext cx="822960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3" name="Rectangle 3">
            <a:extLst>
              <a:ext uri="{FF2B5EF4-FFF2-40B4-BE49-F238E27FC236}">
                <a16:creationId xmlns:a16="http://schemas.microsoft.com/office/drawing/2014/main" id="{08744B61-96D7-4760-03C8-CAB57CC5E1CE}"/>
              </a:ext>
            </a:extLst>
          </p:cNvPr>
          <p:cNvSpPr>
            <a:spLocks noGrp="1" noChangeArrowheads="1"/>
          </p:cNvSpPr>
          <p:nvPr>
            <p:ph type="title"/>
          </p:nvPr>
        </p:nvSpPr>
        <p:spPr bwMode="auto">
          <a:xfrm>
            <a:off x="1093304" y="277813"/>
            <a:ext cx="7441096"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dirty="0"/>
              <a:t>Click to edit Master title style</a:t>
            </a:r>
          </a:p>
        </p:txBody>
      </p:sp>
    </p:spTree>
    <p:extLst>
      <p:ext uri="{BB962C8B-B14F-4D97-AF65-F5344CB8AC3E}">
        <p14:creationId xmlns:p14="http://schemas.microsoft.com/office/powerpoint/2010/main" val="8867883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marL="742950" indent="-285750">
              <a:buFont typeface="Wingdings" panose="05000000000000000000" pitchFamily="2" charset="2"/>
              <a:buChar cha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3413674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6442079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080596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91338" y="277813"/>
            <a:ext cx="2144712"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7813"/>
            <a:ext cx="6281738"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189542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9"/>
            <a:ext cx="82296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1"/>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78906AD2-EA5F-154A-9FDA-1A4725E6D18F}" type="datetime1">
              <a:rPr lang="en-US" smtClean="0"/>
              <a:t>02-Jul-2024</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CMP320   PUCIT   Arif Butt</a:t>
            </a:r>
          </a:p>
        </p:txBody>
      </p:sp>
      <p:sp>
        <p:nvSpPr>
          <p:cNvPr id="7" name="Slide Number Placeholder 5"/>
          <p:cNvSpPr>
            <a:spLocks noGrp="1"/>
          </p:cNvSpPr>
          <p:nvPr>
            <p:ph type="sldNum" sz="quarter" idx="12"/>
          </p:nvPr>
        </p:nvSpPr>
        <p:spPr/>
        <p:txBody>
          <a:bodyPr/>
          <a:lstStyle>
            <a:lvl1pPr>
              <a:defRPr/>
            </a:lvl1pPr>
          </a:lstStyle>
          <a:p>
            <a:pPr>
              <a:defRPr/>
            </a:pPr>
            <a:fld id="{31478F29-63CB-4AF1-9499-A4907AB6D446}" type="slidenum">
              <a:rPr lang="en-US"/>
              <a:pPr>
                <a:defRPr/>
              </a:pPr>
              <a:t>‹#›</a:t>
            </a:fld>
            <a:endParaRPr lang="en-US"/>
          </a:p>
        </p:txBody>
      </p:sp>
    </p:spTree>
    <p:extLst>
      <p:ext uri="{BB962C8B-B14F-4D97-AF65-F5344CB8AC3E}">
        <p14:creationId xmlns:p14="http://schemas.microsoft.com/office/powerpoint/2010/main" val="444587051"/>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dino_3">
            <a:extLst>
              <a:ext uri="{FF2B5EF4-FFF2-40B4-BE49-F238E27FC236}">
                <a16:creationId xmlns:a16="http://schemas.microsoft.com/office/drawing/2014/main" id="{E8EB374D-FC2E-49AD-94F6-BF0F89E9A9DC}"/>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85750" y="0"/>
            <a:ext cx="1195388"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3">
            <a:extLst>
              <a:ext uri="{FF2B5EF4-FFF2-40B4-BE49-F238E27FC236}">
                <a16:creationId xmlns:a16="http://schemas.microsoft.com/office/drawing/2014/main" id="{711A7626-44E9-4D96-BC9A-F6A4BE08DC4C}"/>
              </a:ext>
            </a:extLst>
          </p:cNvPr>
          <p:cNvSpPr>
            <a:spLocks noGrp="1" noChangeArrowheads="1"/>
          </p:cNvSpPr>
          <p:nvPr>
            <p:ph type="title"/>
          </p:nvPr>
        </p:nvSpPr>
        <p:spPr bwMode="auto">
          <a:xfrm>
            <a:off x="1093304" y="277813"/>
            <a:ext cx="7441096"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dirty="0"/>
              <a:t>Click to edit Master title style</a:t>
            </a:r>
          </a:p>
        </p:txBody>
      </p:sp>
      <p:sp>
        <p:nvSpPr>
          <p:cNvPr id="1028" name="Rectangle 4">
            <a:extLst>
              <a:ext uri="{FF2B5EF4-FFF2-40B4-BE49-F238E27FC236}">
                <a16:creationId xmlns:a16="http://schemas.microsoft.com/office/drawing/2014/main" id="{AAC79F07-0E6C-44FE-917F-8A0EE9E669C9}"/>
              </a:ext>
            </a:extLst>
          </p:cNvPr>
          <p:cNvSpPr>
            <a:spLocks noGrp="1" noChangeArrowheads="1"/>
          </p:cNvSpPr>
          <p:nvPr>
            <p:ph type="body" idx="1"/>
          </p:nvPr>
        </p:nvSpPr>
        <p:spPr bwMode="auto">
          <a:xfrm>
            <a:off x="408890" y="1233488"/>
            <a:ext cx="822960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1029" name="Rectangle 5">
            <a:extLst>
              <a:ext uri="{FF2B5EF4-FFF2-40B4-BE49-F238E27FC236}">
                <a16:creationId xmlns:a16="http://schemas.microsoft.com/office/drawing/2014/main" id="{8584B750-FEEC-0B4D-999E-B75B39028B83}"/>
              </a:ext>
            </a:extLst>
          </p:cNvPr>
          <p:cNvSpPr>
            <a:spLocks noChangeArrowheads="1"/>
          </p:cNvSpPr>
          <p:nvPr/>
        </p:nvSpPr>
        <p:spPr bwMode="auto">
          <a:xfrm>
            <a:off x="0" y="0"/>
            <a:ext cx="228600" cy="2286000"/>
          </a:xfrm>
          <a:prstGeom prst="rect">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defRPr/>
            </a:pPr>
            <a:endParaRPr lang="en-US" altLang="en-US" sz="2400">
              <a:latin typeface="Times New Roman" panose="02020603050405020304" pitchFamily="18" charset="0"/>
            </a:endParaRPr>
          </a:p>
        </p:txBody>
      </p:sp>
      <p:sp>
        <p:nvSpPr>
          <p:cNvPr id="1030" name="Line 6">
            <a:extLst>
              <a:ext uri="{FF2B5EF4-FFF2-40B4-BE49-F238E27FC236}">
                <a16:creationId xmlns:a16="http://schemas.microsoft.com/office/drawing/2014/main" id="{BB3E8C43-4EF8-44FA-8DCA-47F2442F5363}"/>
              </a:ext>
            </a:extLst>
          </p:cNvPr>
          <p:cNvSpPr>
            <a:spLocks noChangeShapeType="1"/>
          </p:cNvSpPr>
          <p:nvPr/>
        </p:nvSpPr>
        <p:spPr bwMode="auto">
          <a:xfrm>
            <a:off x="457200" y="860425"/>
            <a:ext cx="8077200" cy="0"/>
          </a:xfrm>
          <a:prstGeom prst="line">
            <a:avLst/>
          </a:prstGeom>
          <a:noFill/>
          <a:ln w="19050">
            <a:solidFill>
              <a:srgbClr val="336699"/>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1" name="Rectangle 7">
            <a:extLst>
              <a:ext uri="{FF2B5EF4-FFF2-40B4-BE49-F238E27FC236}">
                <a16:creationId xmlns:a16="http://schemas.microsoft.com/office/drawing/2014/main" id="{2FE5170B-2E7A-4B4C-94CA-557F2ECD977A}"/>
              </a:ext>
            </a:extLst>
          </p:cNvPr>
          <p:cNvSpPr>
            <a:spLocks noChangeArrowheads="1"/>
          </p:cNvSpPr>
          <p:nvPr/>
        </p:nvSpPr>
        <p:spPr bwMode="auto">
          <a:xfrm>
            <a:off x="0" y="2286000"/>
            <a:ext cx="228600" cy="2286000"/>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defRPr/>
            </a:pPr>
            <a:endParaRPr lang="en-US" altLang="en-US" sz="2400">
              <a:latin typeface="Times New Roman" panose="02020603050405020304" pitchFamily="18" charset="0"/>
            </a:endParaRPr>
          </a:p>
        </p:txBody>
      </p:sp>
      <p:sp>
        <p:nvSpPr>
          <p:cNvPr id="1032" name="Rectangle 8">
            <a:extLst>
              <a:ext uri="{FF2B5EF4-FFF2-40B4-BE49-F238E27FC236}">
                <a16:creationId xmlns:a16="http://schemas.microsoft.com/office/drawing/2014/main" id="{496210B7-549D-3546-82A3-21674AB19ED7}"/>
              </a:ext>
            </a:extLst>
          </p:cNvPr>
          <p:cNvSpPr>
            <a:spLocks noChangeArrowheads="1"/>
          </p:cNvSpPr>
          <p:nvPr/>
        </p:nvSpPr>
        <p:spPr bwMode="auto">
          <a:xfrm>
            <a:off x="0" y="4572000"/>
            <a:ext cx="228600" cy="2286000"/>
          </a:xfrm>
          <a:prstGeom prst="rect">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defRPr/>
            </a:pPr>
            <a:endParaRPr lang="en-US" altLang="en-US" sz="2400">
              <a:latin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4071" r:id="rId1"/>
    <p:sldLayoutId id="2147484061" r:id="rId2"/>
    <p:sldLayoutId id="2147484062" r:id="rId3"/>
    <p:sldLayoutId id="2147484063" r:id="rId4"/>
    <p:sldLayoutId id="2147484064" r:id="rId5"/>
    <p:sldLayoutId id="2147484065" r:id="rId6"/>
    <p:sldLayoutId id="2147484066" r:id="rId7"/>
    <p:sldLayoutId id="2147484067" r:id="rId8"/>
    <p:sldLayoutId id="2147484068" r:id="rId9"/>
    <p:sldLayoutId id="2147484069" r:id="rId10"/>
    <p:sldLayoutId id="2147484070" r:id="rId11"/>
    <p:sldLayoutId id="2147484073" r:id="rId12"/>
  </p:sldLayoutIdLst>
  <p:txStyles>
    <p:titleStyle>
      <a:lvl1pPr algn="ctr" rtl="0" eaLnBrk="0" fontAlgn="base" hangingPunct="0">
        <a:spcBef>
          <a:spcPct val="0"/>
        </a:spcBef>
        <a:spcAft>
          <a:spcPct val="0"/>
        </a:spcAft>
        <a:defRPr sz="3200" b="1">
          <a:solidFill>
            <a:srgbClr val="006699"/>
          </a:solidFill>
          <a:latin typeface="+mj-lt"/>
          <a:ea typeface="MS PGothic" pitchFamily="34" charset="-128"/>
          <a:cs typeface="ＭＳ Ｐゴシック" charset="-128"/>
        </a:defRPr>
      </a:lvl1pPr>
      <a:lvl2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2pPr>
      <a:lvl3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3pPr>
      <a:lvl4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4pPr>
      <a:lvl5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5pPr>
      <a:lvl6pPr marL="457200" algn="ctr" rtl="0" fontAlgn="base">
        <a:spcBef>
          <a:spcPct val="0"/>
        </a:spcBef>
        <a:spcAft>
          <a:spcPct val="0"/>
        </a:spcAft>
        <a:defRPr sz="3200" b="1">
          <a:solidFill>
            <a:srgbClr val="006699"/>
          </a:solidFill>
          <a:latin typeface="Arial" charset="0"/>
        </a:defRPr>
      </a:lvl6pPr>
      <a:lvl7pPr marL="914400" algn="ctr" rtl="0" fontAlgn="base">
        <a:spcBef>
          <a:spcPct val="0"/>
        </a:spcBef>
        <a:spcAft>
          <a:spcPct val="0"/>
        </a:spcAft>
        <a:defRPr sz="3200" b="1">
          <a:solidFill>
            <a:srgbClr val="006699"/>
          </a:solidFill>
          <a:latin typeface="Arial" charset="0"/>
        </a:defRPr>
      </a:lvl7pPr>
      <a:lvl8pPr marL="1371600" algn="ctr" rtl="0" fontAlgn="base">
        <a:spcBef>
          <a:spcPct val="0"/>
        </a:spcBef>
        <a:spcAft>
          <a:spcPct val="0"/>
        </a:spcAft>
        <a:defRPr sz="3200" b="1">
          <a:solidFill>
            <a:srgbClr val="006699"/>
          </a:solidFill>
          <a:latin typeface="Arial" charset="0"/>
        </a:defRPr>
      </a:lvl8pPr>
      <a:lvl9pPr marL="1828800" algn="ctr" rtl="0" fontAlgn="base">
        <a:spcBef>
          <a:spcPct val="0"/>
        </a:spcBef>
        <a:spcAft>
          <a:spcPct val="0"/>
        </a:spcAft>
        <a:defRPr sz="3200" b="1">
          <a:solidFill>
            <a:srgbClr val="006699"/>
          </a:solidFill>
          <a:latin typeface="Arial" charset="0"/>
        </a:defRPr>
      </a:lvl9pPr>
    </p:titleStyle>
    <p:bodyStyle>
      <a:lvl1pPr marL="342900" indent="-342900" algn="l" rtl="0" eaLnBrk="0" fontAlgn="base" hangingPunct="0">
        <a:spcBef>
          <a:spcPct val="35000"/>
        </a:spcBef>
        <a:spcAft>
          <a:spcPct val="0"/>
        </a:spcAft>
        <a:buClr>
          <a:srgbClr val="993300"/>
        </a:buClr>
        <a:buSzPct val="110000"/>
        <a:buFont typeface="Wingdings" panose="05000000000000000000" pitchFamily="2" charset="2"/>
        <a:buChar char="§"/>
        <a:defRPr kumimoji="1" sz="2400">
          <a:solidFill>
            <a:schemeClr val="tx1"/>
          </a:solidFill>
          <a:latin typeface="+mn-lt"/>
          <a:ea typeface="MS PGothic" pitchFamily="34" charset="-128"/>
          <a:cs typeface="ＭＳ Ｐゴシック" charset="-128"/>
        </a:defRPr>
      </a:lvl1pPr>
      <a:lvl2pPr marL="742950" indent="-285750" algn="l" rtl="0" eaLnBrk="0" fontAlgn="base" hangingPunct="0">
        <a:spcBef>
          <a:spcPct val="35000"/>
        </a:spcBef>
        <a:spcAft>
          <a:spcPct val="0"/>
        </a:spcAft>
        <a:buClr>
          <a:srgbClr val="CC6600"/>
        </a:buClr>
        <a:buSzPct val="110000"/>
        <a:buFont typeface="Arial" panose="020B0604020202020204" pitchFamily="34" charset="0"/>
        <a:buChar char="•"/>
        <a:defRPr kumimoji="1" sz="2200">
          <a:solidFill>
            <a:schemeClr val="tx1"/>
          </a:solidFill>
          <a:latin typeface="+mn-lt"/>
          <a:ea typeface="MS PGothic"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200">
          <a:solidFill>
            <a:schemeClr val="tx1"/>
          </a:solidFill>
          <a:latin typeface="+mn-lt"/>
          <a:ea typeface="MS PGothic" pitchFamily="34" charset="-128"/>
        </a:defRPr>
      </a:lvl3pPr>
      <a:lvl4pPr marL="1428750" indent="-228600" algn="l" rtl="0" eaLnBrk="0" fontAlgn="base" hangingPunct="0">
        <a:spcBef>
          <a:spcPct val="35000"/>
        </a:spcBef>
        <a:spcAft>
          <a:spcPct val="0"/>
        </a:spcAft>
        <a:buClr>
          <a:schemeClr val="hlink"/>
        </a:buClr>
        <a:buSzPct val="75000"/>
        <a:buChar char="–"/>
        <a:defRPr kumimoji="1" sz="2200">
          <a:solidFill>
            <a:schemeClr val="tx1"/>
          </a:solidFill>
          <a:latin typeface="+mn-lt"/>
          <a:ea typeface="MS PGothic" pitchFamily="34" charset="-128"/>
        </a:defRPr>
      </a:lvl4pPr>
      <a:lvl5pPr marL="1771650" indent="-228600" algn="l" rtl="0" eaLnBrk="0" fontAlgn="base" hangingPunct="0">
        <a:spcBef>
          <a:spcPct val="35000"/>
        </a:spcBef>
        <a:spcAft>
          <a:spcPct val="0"/>
        </a:spcAft>
        <a:buClr>
          <a:srgbClr val="FF0066"/>
        </a:buClr>
        <a:buSzPct val="75000"/>
        <a:buChar char="»"/>
        <a:defRPr kumimoji="1" sz="2200">
          <a:solidFill>
            <a:schemeClr val="tx1"/>
          </a:solidFill>
          <a:latin typeface="+mn-lt"/>
          <a:ea typeface="MS PGothic"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11.gif"/><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12.gif"/><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5.xml"/><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4">
            <a:extLst>
              <a:ext uri="{FF2B5EF4-FFF2-40B4-BE49-F238E27FC236}">
                <a16:creationId xmlns:a16="http://schemas.microsoft.com/office/drawing/2014/main" id="{8A5870B4-1ED7-12B7-6AA3-77117E26F32C}"/>
              </a:ext>
            </a:extLst>
          </p:cNvPr>
          <p:cNvSpPr>
            <a:spLocks noChangeArrowheads="1"/>
          </p:cNvSpPr>
          <p:nvPr/>
        </p:nvSpPr>
        <p:spPr bwMode="auto">
          <a:xfrm>
            <a:off x="6415088" y="4278086"/>
            <a:ext cx="2576512" cy="23730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400" dirty="0">
                <a:solidFill>
                  <a:srgbClr val="008000"/>
                </a:solidFill>
                <a:latin typeface="Gill Sans MT" panose="020B0502020104020203" pitchFamily="34" charset="0"/>
              </a:rPr>
              <a:t>Operating System Concepts </a:t>
            </a:r>
            <a:br>
              <a:rPr lang="en-US" altLang="en-US" sz="2400" dirty="0">
                <a:solidFill>
                  <a:srgbClr val="008000"/>
                </a:solidFill>
                <a:latin typeface="Gill Sans MT" panose="020B0502020104020203" pitchFamily="34" charset="0"/>
              </a:rPr>
            </a:br>
            <a:r>
              <a:rPr lang="en-US" altLang="en-US" sz="1800" dirty="0">
                <a:solidFill>
                  <a:srgbClr val="008000"/>
                </a:solidFill>
                <a:latin typeface="Gill Sans MT" panose="020B0502020104020203" pitchFamily="34" charset="0"/>
              </a:rPr>
              <a:t>9</a:t>
            </a:r>
            <a:r>
              <a:rPr lang="en-US" altLang="en-US" sz="1800" baseline="30000" dirty="0">
                <a:solidFill>
                  <a:srgbClr val="008000"/>
                </a:solidFill>
                <a:latin typeface="Gill Sans MT" panose="020B0502020104020203" pitchFamily="34" charset="0"/>
              </a:rPr>
              <a:t>th</a:t>
            </a:r>
            <a:r>
              <a:rPr lang="en-US" altLang="en-US" sz="1800" dirty="0">
                <a:solidFill>
                  <a:srgbClr val="008000"/>
                </a:solidFill>
                <a:latin typeface="Gill Sans MT" panose="020B0502020104020203" pitchFamily="34" charset="0"/>
              </a:rPr>
              <a:t> edition </a:t>
            </a:r>
            <a:br>
              <a:rPr lang="en-US" altLang="en-US" sz="1800" dirty="0">
                <a:solidFill>
                  <a:srgbClr val="008000"/>
                </a:solidFill>
                <a:latin typeface="Gill Sans MT" panose="020B0502020104020203" pitchFamily="34" charset="0"/>
              </a:rPr>
            </a:br>
            <a:r>
              <a:rPr lang="en-US" altLang="en-US" sz="1800" dirty="0" err="1">
                <a:solidFill>
                  <a:srgbClr val="008000"/>
                </a:solidFill>
                <a:latin typeface="Gill Sans MT" panose="020B0502020104020203" pitchFamily="34" charset="0"/>
              </a:rPr>
              <a:t>Silberschatz</a:t>
            </a:r>
            <a:r>
              <a:rPr lang="en-US" altLang="en-US" sz="1800" dirty="0">
                <a:solidFill>
                  <a:srgbClr val="008000"/>
                </a:solidFill>
                <a:latin typeface="Gill Sans MT" panose="020B0502020104020203" pitchFamily="34" charset="0"/>
              </a:rPr>
              <a:t>, Galvin &amp; Gagne</a:t>
            </a:r>
            <a:br>
              <a:rPr lang="en-US" altLang="en-US" sz="1800" dirty="0">
                <a:solidFill>
                  <a:srgbClr val="008000"/>
                </a:solidFill>
                <a:latin typeface="Gill Sans MT" panose="020B0502020104020203" pitchFamily="34" charset="0"/>
              </a:rPr>
            </a:br>
            <a:r>
              <a:rPr lang="en-US" sz="1800" dirty="0">
                <a:solidFill>
                  <a:srgbClr val="008000"/>
                </a:solidFill>
                <a:latin typeface="Gill Sans MT" panose="020B0502020104020203" pitchFamily="34" charset="0"/>
              </a:rPr>
              <a:t>John Wiley &amp; Sons</a:t>
            </a:r>
            <a:br>
              <a:rPr lang="en-US" altLang="en-US" sz="1800" dirty="0">
                <a:solidFill>
                  <a:srgbClr val="008000"/>
                </a:solidFill>
                <a:latin typeface="Gill Sans MT" panose="020B0502020104020203" pitchFamily="34" charset="0"/>
              </a:rPr>
            </a:br>
            <a:r>
              <a:rPr lang="en-US" altLang="en-US" sz="1800" dirty="0">
                <a:solidFill>
                  <a:srgbClr val="008000"/>
                </a:solidFill>
                <a:latin typeface="Gill Sans MT" panose="020B0502020104020203" pitchFamily="34" charset="0"/>
              </a:rPr>
              <a:t>2013</a:t>
            </a:r>
          </a:p>
        </p:txBody>
      </p:sp>
      <p:sp>
        <p:nvSpPr>
          <p:cNvPr id="3077" name="Rectangle 3">
            <a:extLst>
              <a:ext uri="{FF2B5EF4-FFF2-40B4-BE49-F238E27FC236}">
                <a16:creationId xmlns:a16="http://schemas.microsoft.com/office/drawing/2014/main" id="{9F7CCCC7-1A34-2F65-50C6-85CAE622F8CC}"/>
              </a:ext>
            </a:extLst>
          </p:cNvPr>
          <p:cNvSpPr txBox="1">
            <a:spLocks noChangeArrowheads="1"/>
          </p:cNvSpPr>
          <p:nvPr/>
        </p:nvSpPr>
        <p:spPr bwMode="auto">
          <a:xfrm>
            <a:off x="381000" y="5419725"/>
            <a:ext cx="4114800" cy="1285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marL="17463">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Clr>
                <a:schemeClr val="accent1"/>
              </a:buClr>
              <a:buSzPct val="80000"/>
              <a:buFont typeface="Wingdings 2" panose="05020102010507070707" pitchFamily="18" charset="2"/>
              <a:buNone/>
            </a:pPr>
            <a:r>
              <a:rPr lang="en-GB" altLang="en-US" sz="2200" i="1">
                <a:solidFill>
                  <a:srgbClr val="002060"/>
                </a:solidFill>
              </a:rPr>
              <a:t>Dr Nauman Mazhar</a:t>
            </a:r>
          </a:p>
          <a:p>
            <a:pPr eaLnBrk="1" hangingPunct="1">
              <a:spcBef>
                <a:spcPts val="1200"/>
              </a:spcBef>
              <a:buClr>
                <a:schemeClr val="accent1"/>
              </a:buClr>
              <a:buSzPct val="80000"/>
              <a:buFont typeface="Wingdings 2" panose="05020102010507070707" pitchFamily="18" charset="2"/>
              <a:buNone/>
            </a:pPr>
            <a:r>
              <a:rPr lang="en-GB" altLang="en-US" sz="1800" i="1">
                <a:solidFill>
                  <a:srgbClr val="002060"/>
                </a:solidFill>
              </a:rPr>
              <a:t>Faculty of Information Technology (FIT)</a:t>
            </a:r>
          </a:p>
          <a:p>
            <a:pPr eaLnBrk="1" hangingPunct="1">
              <a:spcBef>
                <a:spcPct val="0"/>
              </a:spcBef>
              <a:buClr>
                <a:schemeClr val="accent1"/>
              </a:buClr>
              <a:buSzPct val="80000"/>
              <a:buFont typeface="Wingdings 2" panose="05020102010507070707" pitchFamily="18" charset="2"/>
              <a:buNone/>
            </a:pPr>
            <a:r>
              <a:rPr lang="en-GB" altLang="en-US" sz="1800" i="1">
                <a:solidFill>
                  <a:srgbClr val="002060"/>
                </a:solidFill>
              </a:rPr>
              <a:t>University of Central Punjab (UCP)</a:t>
            </a:r>
          </a:p>
        </p:txBody>
      </p:sp>
      <p:sp>
        <p:nvSpPr>
          <p:cNvPr id="10" name="Rectangle 2">
            <a:extLst>
              <a:ext uri="{FF2B5EF4-FFF2-40B4-BE49-F238E27FC236}">
                <a16:creationId xmlns:a16="http://schemas.microsoft.com/office/drawing/2014/main" id="{3E0C7144-25C9-C5AB-98F9-BA0DEB94097B}"/>
              </a:ext>
            </a:extLst>
          </p:cNvPr>
          <p:cNvSpPr txBox="1">
            <a:spLocks noChangeArrowheads="1"/>
          </p:cNvSpPr>
          <p:nvPr/>
        </p:nvSpPr>
        <p:spPr>
          <a:xfrm>
            <a:off x="930728" y="833438"/>
            <a:ext cx="7282543" cy="1828800"/>
          </a:xfrm>
          <a:prstGeom prst="rect">
            <a:avLst/>
          </a:prstGeom>
        </p:spPr>
        <p:txBody>
          <a:bodyPr/>
          <a:lstStyle/>
          <a:p>
            <a:pPr algn="ctr" eaLnBrk="1" fontAlgn="auto" hangingPunct="1">
              <a:spcAft>
                <a:spcPts val="0"/>
              </a:spcAft>
              <a:buFont typeface="Times New Roman" pitchFamily="18" charset="0"/>
              <a:buNone/>
              <a:defRPr/>
            </a:pPr>
            <a:r>
              <a:rPr lang="en-US" sz="3800" b="1" dirty="0">
                <a:solidFill>
                  <a:srgbClr val="0000CC"/>
                </a:solidFill>
                <a:latin typeface="+mj-lt"/>
                <a:ea typeface="+mj-ea"/>
                <a:cs typeface="+mj-cs"/>
              </a:rPr>
              <a:t>Operating Systems</a:t>
            </a:r>
          </a:p>
          <a:p>
            <a:pPr algn="ctr" eaLnBrk="1" fontAlgn="auto" hangingPunct="1">
              <a:spcBef>
                <a:spcPts val="1200"/>
              </a:spcBef>
              <a:spcAft>
                <a:spcPts val="0"/>
              </a:spcAft>
              <a:buFont typeface="Times New Roman" pitchFamily="18" charset="0"/>
              <a:buNone/>
              <a:defRPr/>
            </a:pPr>
            <a:r>
              <a:rPr lang="en-US" sz="2800" b="1" dirty="0">
                <a:solidFill>
                  <a:srgbClr val="0000CC"/>
                </a:solidFill>
                <a:latin typeface="+mj-lt"/>
                <a:ea typeface="+mj-ea"/>
                <a:cs typeface="+mj-cs"/>
              </a:rPr>
              <a:t>SENS-3513</a:t>
            </a:r>
          </a:p>
        </p:txBody>
      </p:sp>
      <p:sp>
        <p:nvSpPr>
          <p:cNvPr id="11" name="Rectangle 3">
            <a:extLst>
              <a:ext uri="{FF2B5EF4-FFF2-40B4-BE49-F238E27FC236}">
                <a16:creationId xmlns:a16="http://schemas.microsoft.com/office/drawing/2014/main" id="{9BC456DD-7F97-E05E-C599-ED9C715C1840}"/>
              </a:ext>
            </a:extLst>
          </p:cNvPr>
          <p:cNvSpPr txBox="1">
            <a:spLocks noChangeArrowheads="1"/>
          </p:cNvSpPr>
          <p:nvPr/>
        </p:nvSpPr>
        <p:spPr>
          <a:xfrm>
            <a:off x="609600" y="3352793"/>
            <a:ext cx="5410200" cy="1197429"/>
          </a:xfrm>
          <a:prstGeom prst="rect">
            <a:avLst/>
          </a:prstGeom>
        </p:spPr>
        <p:txBody>
          <a:bodyPr/>
          <a:lstStyle/>
          <a:p>
            <a:pPr marL="290513" indent="-290513" eaLnBrk="1" fontAlgn="auto" hangingPunct="1">
              <a:spcBef>
                <a:spcPts val="750"/>
              </a:spcBef>
              <a:spcAft>
                <a:spcPts val="0"/>
              </a:spcAft>
              <a:buFont typeface="Arial" pitchFamily="34"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pPr>
            <a:r>
              <a:rPr lang="en-US" sz="2400" i="1" dirty="0">
                <a:solidFill>
                  <a:srgbClr val="FF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Memory Management 1</a:t>
            </a:r>
          </a:p>
        </p:txBody>
      </p:sp>
      <p:sp>
        <p:nvSpPr>
          <p:cNvPr id="12" name="Rectangle 3">
            <a:extLst>
              <a:ext uri="{FF2B5EF4-FFF2-40B4-BE49-F238E27FC236}">
                <a16:creationId xmlns:a16="http://schemas.microsoft.com/office/drawing/2014/main" id="{8F84B381-6B23-3BBF-67F5-2B4832F9FC4B}"/>
              </a:ext>
            </a:extLst>
          </p:cNvPr>
          <p:cNvSpPr txBox="1">
            <a:spLocks noChangeArrowheads="1"/>
          </p:cNvSpPr>
          <p:nvPr/>
        </p:nvSpPr>
        <p:spPr>
          <a:xfrm>
            <a:off x="609600" y="2819394"/>
            <a:ext cx="2819400" cy="533400"/>
          </a:xfrm>
          <a:prstGeom prst="rect">
            <a:avLst/>
          </a:prstGeom>
        </p:spPr>
        <p:txBody>
          <a:bodyPr/>
          <a:lstStyle/>
          <a:p>
            <a:pPr marL="342900" indent="-342900" eaLnBrk="1" fontAlgn="auto" hangingPunct="1">
              <a:spcBef>
                <a:spcPts val="750"/>
              </a:spcBef>
              <a:spcAft>
                <a:spcPts val="0"/>
              </a:spcAft>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pPr>
            <a:r>
              <a:rPr lang="en-US" sz="2800" dirty="0">
                <a:solidFill>
                  <a:srgbClr val="FF0000"/>
                </a:solidFill>
                <a:effectLst>
                  <a:outerShdw blurRad="38100" dist="38100" dir="2700000" algn="tl">
                    <a:srgbClr val="C0C0C0"/>
                  </a:outerShdw>
                </a:effectLst>
                <a:latin typeface="+mn-lt"/>
                <a:cs typeface="+mn-cs"/>
              </a:rPr>
              <a:t>Week: 14</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86BA1119-0E5B-4C51-B6FA-28152283ADA3}"/>
              </a:ext>
            </a:extLst>
          </p:cNvPr>
          <p:cNvSpPr>
            <a:spLocks noGrp="1" noChangeArrowheads="1"/>
          </p:cNvSpPr>
          <p:nvPr>
            <p:ph type="title"/>
          </p:nvPr>
        </p:nvSpPr>
        <p:spPr>
          <a:xfrm>
            <a:off x="236868" y="158511"/>
            <a:ext cx="8066088" cy="576262"/>
          </a:xfrm>
        </p:spPr>
        <p:txBody>
          <a:bodyPr/>
          <a:lstStyle/>
          <a:p>
            <a:pPr eaLnBrk="1" hangingPunct="1"/>
            <a:r>
              <a:rPr lang="en-US" altLang="en-US" dirty="0"/>
              <a:t>Agenda</a:t>
            </a:r>
          </a:p>
        </p:txBody>
      </p:sp>
      <p:sp>
        <p:nvSpPr>
          <p:cNvPr id="7171" name="Rectangle 3">
            <a:extLst>
              <a:ext uri="{FF2B5EF4-FFF2-40B4-BE49-F238E27FC236}">
                <a16:creationId xmlns:a16="http://schemas.microsoft.com/office/drawing/2014/main" id="{B1102DF7-4A96-4DB4-93EE-EFEEB0DC39AF}"/>
              </a:ext>
            </a:extLst>
          </p:cNvPr>
          <p:cNvSpPr>
            <a:spLocks noGrp="1" noChangeArrowheads="1"/>
          </p:cNvSpPr>
          <p:nvPr>
            <p:ph type="body" idx="1"/>
          </p:nvPr>
        </p:nvSpPr>
        <p:spPr>
          <a:xfrm>
            <a:off x="691515" y="1141468"/>
            <a:ext cx="7978840" cy="5472692"/>
          </a:xfrm>
        </p:spPr>
        <p:txBody>
          <a:bodyPr/>
          <a:lstStyle/>
          <a:p>
            <a:pPr>
              <a:spcBef>
                <a:spcPts val="600"/>
              </a:spcBef>
            </a:pPr>
            <a:r>
              <a:rPr lang="en-US" sz="2200" dirty="0">
                <a:solidFill>
                  <a:srgbClr val="000000"/>
                </a:solidFill>
              </a:rPr>
              <a:t>Basic concepts</a:t>
            </a:r>
          </a:p>
          <a:p>
            <a:pPr>
              <a:spcBef>
                <a:spcPts val="600"/>
              </a:spcBef>
            </a:pPr>
            <a:r>
              <a:rPr lang="en-US" sz="2200" dirty="0">
                <a:solidFill>
                  <a:srgbClr val="000000"/>
                </a:solidFill>
              </a:rPr>
              <a:t>Address Translation</a:t>
            </a:r>
          </a:p>
          <a:p>
            <a:pPr>
              <a:spcBef>
                <a:spcPts val="600"/>
              </a:spcBef>
            </a:pPr>
            <a:r>
              <a:rPr lang="en-US" sz="2200" dirty="0">
                <a:solidFill>
                  <a:srgbClr val="000000"/>
                </a:solidFill>
              </a:rPr>
              <a:t>Swapping</a:t>
            </a:r>
          </a:p>
          <a:p>
            <a:pPr>
              <a:spcBef>
                <a:spcPts val="600"/>
              </a:spcBef>
            </a:pPr>
            <a:r>
              <a:rPr lang="en-US" sz="2200" dirty="0">
                <a:solidFill>
                  <a:srgbClr val="000000"/>
                </a:solidFill>
              </a:rPr>
              <a:t>Contiguous Memory Allocation</a:t>
            </a:r>
          </a:p>
          <a:p>
            <a:pPr lvl="1">
              <a:spcBef>
                <a:spcPts val="600"/>
              </a:spcBef>
            </a:pPr>
            <a:r>
              <a:rPr lang="en-US" sz="2000" dirty="0">
                <a:solidFill>
                  <a:srgbClr val="000000"/>
                </a:solidFill>
              </a:rPr>
              <a:t>MFT</a:t>
            </a:r>
          </a:p>
          <a:p>
            <a:pPr lvl="1">
              <a:spcBef>
                <a:spcPts val="600"/>
              </a:spcBef>
            </a:pPr>
            <a:r>
              <a:rPr lang="en-US" sz="2000" dirty="0">
                <a:solidFill>
                  <a:srgbClr val="000000"/>
                </a:solidFill>
              </a:rPr>
              <a:t>MVT</a:t>
            </a:r>
          </a:p>
          <a:p>
            <a:pPr lvl="1">
              <a:spcBef>
                <a:spcPts val="600"/>
              </a:spcBef>
            </a:pPr>
            <a:r>
              <a:rPr lang="en-US" sz="2000" dirty="0">
                <a:solidFill>
                  <a:srgbClr val="000000"/>
                </a:solidFill>
              </a:rPr>
              <a:t>Fragmentation </a:t>
            </a:r>
            <a:r>
              <a:rPr lang="en-US" sz="2000" i="1" dirty="0">
                <a:solidFill>
                  <a:srgbClr val="000000"/>
                </a:solidFill>
              </a:rPr>
              <a:t>(Internal &amp; External)</a:t>
            </a:r>
          </a:p>
          <a:p>
            <a:pPr>
              <a:spcBef>
                <a:spcPts val="600"/>
              </a:spcBef>
            </a:pPr>
            <a:r>
              <a:rPr lang="en-US" sz="2200" dirty="0">
                <a:solidFill>
                  <a:srgbClr val="000000"/>
                </a:solidFill>
              </a:rPr>
              <a:t>Non-Contiguous Memory Allocation</a:t>
            </a:r>
          </a:p>
          <a:p>
            <a:pPr lvl="1">
              <a:spcBef>
                <a:spcPts val="600"/>
              </a:spcBef>
            </a:pPr>
            <a:r>
              <a:rPr lang="en-US" sz="2000" dirty="0">
                <a:solidFill>
                  <a:srgbClr val="000000"/>
                </a:solidFill>
              </a:rPr>
              <a:t>Paging</a:t>
            </a:r>
          </a:p>
          <a:p>
            <a:pPr lvl="2">
              <a:spcBef>
                <a:spcPts val="600"/>
              </a:spcBef>
            </a:pPr>
            <a:r>
              <a:rPr lang="en-US" sz="2000" dirty="0">
                <a:solidFill>
                  <a:srgbClr val="000000"/>
                </a:solidFill>
              </a:rPr>
              <a:t>hardware Support</a:t>
            </a:r>
          </a:p>
          <a:p>
            <a:pPr lvl="2">
              <a:spcBef>
                <a:spcPts val="600"/>
              </a:spcBef>
            </a:pPr>
            <a:r>
              <a:rPr lang="en-US" sz="2000" dirty="0">
                <a:solidFill>
                  <a:srgbClr val="000000"/>
                </a:solidFill>
              </a:rPr>
              <a:t>memory Allocation</a:t>
            </a:r>
          </a:p>
          <a:p>
            <a:pPr lvl="2">
              <a:spcBef>
                <a:spcPts val="600"/>
              </a:spcBef>
            </a:pPr>
            <a:r>
              <a:rPr lang="en-US" sz="2000" dirty="0">
                <a:solidFill>
                  <a:srgbClr val="000000"/>
                </a:solidFill>
              </a:rPr>
              <a:t>address Translation</a:t>
            </a:r>
          </a:p>
          <a:p>
            <a:pPr lvl="2">
              <a:spcBef>
                <a:spcPts val="600"/>
              </a:spcBef>
            </a:pPr>
            <a:r>
              <a:rPr lang="en-US" sz="2000" dirty="0">
                <a:solidFill>
                  <a:srgbClr val="000000"/>
                </a:solidFill>
              </a:rPr>
              <a:t>protection</a:t>
            </a:r>
          </a:p>
          <a:p>
            <a:pPr>
              <a:spcBef>
                <a:spcPts val="600"/>
              </a:spcBef>
            </a:pPr>
            <a:endParaRPr lang="en-US" sz="2000" dirty="0">
              <a:solidFill>
                <a:srgbClr val="000000"/>
              </a:solidFill>
            </a:endParaRPr>
          </a:p>
          <a:p>
            <a:pPr>
              <a:spcBef>
                <a:spcPts val="600"/>
              </a:spcBef>
            </a:pPr>
            <a:endParaRPr lang="en-US" sz="2000" dirty="0">
              <a:solidFill>
                <a:srgbClr val="000000"/>
              </a:solidFill>
            </a:endParaRPr>
          </a:p>
          <a:p>
            <a:pPr lvl="1">
              <a:spcBef>
                <a:spcPts val="600"/>
              </a:spcBef>
            </a:pPr>
            <a:endParaRPr lang="en-US" sz="2000" dirty="0">
              <a:solidFill>
                <a:srgbClr val="000000"/>
              </a:solidFill>
            </a:endParaRPr>
          </a:p>
          <a:p>
            <a:pPr lvl="1">
              <a:spcBef>
                <a:spcPts val="600"/>
              </a:spcBef>
            </a:pPr>
            <a:endParaRPr lang="en-US" sz="2000" dirty="0">
              <a:solidFill>
                <a:srgbClr val="000000"/>
              </a:solidFill>
            </a:endParaRPr>
          </a:p>
          <a:p>
            <a:pPr>
              <a:spcBef>
                <a:spcPts val="600"/>
              </a:spcBef>
            </a:pPr>
            <a:endParaRPr lang="en-US" sz="2000" dirty="0">
              <a:solidFill>
                <a:srgbClr val="000000"/>
              </a:solidFill>
            </a:endParaRPr>
          </a:p>
          <a:p>
            <a:pPr>
              <a:spcBef>
                <a:spcPts val="600"/>
              </a:spcBef>
            </a:pPr>
            <a:endParaRPr lang="en-US" sz="2000" dirty="0">
              <a:solidFill>
                <a:srgbClr val="000000"/>
              </a:solidFill>
            </a:endParaRPr>
          </a:p>
          <a:p>
            <a:pPr lvl="1">
              <a:spcBef>
                <a:spcPts val="600"/>
              </a:spcBef>
            </a:pPr>
            <a:endParaRPr lang="en-US" sz="2000" dirty="0">
              <a:solidFill>
                <a:srgbClr val="000000"/>
              </a:solidFill>
            </a:endParaRPr>
          </a:p>
          <a:p>
            <a:pPr lvl="1">
              <a:spcBef>
                <a:spcPts val="600"/>
              </a:spcBef>
            </a:pPr>
            <a:endParaRPr lang="en-US" sz="2000" dirty="0">
              <a:solidFill>
                <a:srgbClr val="000000"/>
              </a:solidFill>
            </a:endParaRPr>
          </a:p>
          <a:p>
            <a:pPr lvl="1">
              <a:spcBef>
                <a:spcPts val="600"/>
              </a:spcBef>
            </a:pPr>
            <a:endParaRPr lang="en-US" altLang="en-US" sz="2000" dirty="0"/>
          </a:p>
          <a:p>
            <a:pPr>
              <a:spcBef>
                <a:spcPts val="600"/>
              </a:spcBef>
            </a:pPr>
            <a:endParaRPr lang="en-US" altLang="en-US" sz="2000" dirty="0"/>
          </a:p>
          <a:p>
            <a:pPr>
              <a:spcBef>
                <a:spcPts val="600"/>
              </a:spcBef>
            </a:pPr>
            <a:endParaRPr lang="en-US" altLang="en-US" sz="2000" dirty="0"/>
          </a:p>
        </p:txBody>
      </p:sp>
      <p:sp>
        <p:nvSpPr>
          <p:cNvPr id="2" name="Slide Number Placeholder 3">
            <a:extLst>
              <a:ext uri="{FF2B5EF4-FFF2-40B4-BE49-F238E27FC236}">
                <a16:creationId xmlns:a16="http://schemas.microsoft.com/office/drawing/2014/main" id="{4752D254-D922-9C4C-5B25-793FB8F09D1D}"/>
              </a:ext>
            </a:extLst>
          </p:cNvPr>
          <p:cNvSpPr txBox="1">
            <a:spLocks/>
          </p:cNvSpPr>
          <p:nvPr/>
        </p:nvSpPr>
        <p:spPr bwMode="auto">
          <a:xfrm>
            <a:off x="8588829" y="6389912"/>
            <a:ext cx="413657" cy="3751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E2418860-B345-4524-9314-FE51DF6E4AD1}" type="slidenum">
              <a:rPr lang="en-US" altLang="en-PK" sz="1400" smtClean="0">
                <a:solidFill>
                  <a:schemeClr val="tx1"/>
                </a:solidFill>
              </a:rPr>
              <a:pPr/>
              <a:t>2</a:t>
            </a:fld>
            <a:endParaRPr lang="en-US" altLang="en-US" sz="1400" dirty="0">
              <a:solidFill>
                <a:schemeClr val="tx1"/>
              </a:solidFill>
              <a:latin typeface="Tahoma" panose="020B0604030504040204" pitchFamily="34" charset="0"/>
              <a:ea typeface="MS PGothic" panose="020B0600070205080204" pitchFamily="34" charset="-128"/>
            </a:endParaRPr>
          </a:p>
        </p:txBody>
      </p:sp>
    </p:spTree>
    <p:extLst>
      <p:ext uri="{BB962C8B-B14F-4D97-AF65-F5344CB8AC3E}">
        <p14:creationId xmlns:p14="http://schemas.microsoft.com/office/powerpoint/2010/main" val="11318932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1281226" y="-1"/>
            <a:ext cx="6886575" cy="731839"/>
          </a:xfrm>
          <a:noFill/>
          <a:ln/>
        </p:spPr>
        <p:txBody>
          <a:bodyPr>
            <a:noAutofit/>
          </a:bodyPr>
          <a:lstStyle/>
          <a:p>
            <a:r>
              <a:rPr lang="en-US" altLang="zh-TW" dirty="0"/>
              <a:t>Purpose of Memory Management</a:t>
            </a:r>
            <a:endParaRPr lang="en-US" dirty="0"/>
          </a:p>
        </p:txBody>
      </p:sp>
      <p:sp>
        <p:nvSpPr>
          <p:cNvPr id="8195" name="Rectangle 3"/>
          <p:cNvSpPr>
            <a:spLocks noGrp="1" noChangeArrowheads="1"/>
          </p:cNvSpPr>
          <p:nvPr>
            <p:ph idx="1"/>
          </p:nvPr>
        </p:nvSpPr>
        <p:spPr>
          <a:xfrm>
            <a:off x="1252396" y="1342539"/>
            <a:ext cx="6639207" cy="1158240"/>
          </a:xfrm>
          <a:noFill/>
          <a:ln/>
        </p:spPr>
        <p:txBody>
          <a:bodyPr/>
          <a:lstStyle/>
          <a:p>
            <a:pPr marL="3175" indent="0" algn="ctr">
              <a:spcBef>
                <a:spcPts val="1800"/>
              </a:spcBef>
              <a:buNone/>
            </a:pPr>
            <a:r>
              <a:rPr kumimoji="0" lang="en-US" altLang="zh-TW" sz="2500" b="1" i="1" u="none" strike="noStrike" kern="1200" cap="none" spc="0" normalizeH="0" baseline="0" noProof="0" dirty="0">
                <a:ln>
                  <a:noFill/>
                </a:ln>
                <a:solidFill>
                  <a:srgbClr val="C00000"/>
                </a:solidFill>
                <a:effectLst/>
                <a:uLnTx/>
                <a:uFillTx/>
                <a:ea typeface="新細明體" panose="02020500000000000000" pitchFamily="18" charset="-120"/>
              </a:rPr>
              <a:t>“To ensure fair, secure, orderly, and efficient </a:t>
            </a:r>
            <a:br>
              <a:rPr kumimoji="0" lang="en-US" altLang="zh-TW" sz="2500" b="1" i="1" u="none" strike="noStrike" kern="1200" cap="none" spc="0" normalizeH="0" baseline="0" noProof="0" dirty="0">
                <a:ln>
                  <a:noFill/>
                </a:ln>
                <a:solidFill>
                  <a:srgbClr val="C00000"/>
                </a:solidFill>
                <a:effectLst/>
                <a:uLnTx/>
                <a:uFillTx/>
                <a:ea typeface="新細明體" panose="02020500000000000000" pitchFamily="18" charset="-120"/>
              </a:rPr>
            </a:br>
            <a:r>
              <a:rPr kumimoji="0" lang="en-US" altLang="zh-TW" sz="2500" b="1" i="1" u="none" strike="noStrike" kern="1200" cap="none" spc="0" normalizeH="0" baseline="0" noProof="0" dirty="0">
                <a:ln>
                  <a:noFill/>
                </a:ln>
                <a:solidFill>
                  <a:srgbClr val="C00000"/>
                </a:solidFill>
                <a:effectLst/>
                <a:uLnTx/>
                <a:uFillTx/>
                <a:ea typeface="新細明體" panose="02020500000000000000" pitchFamily="18" charset="-120"/>
              </a:rPr>
              <a:t>use of </a:t>
            </a:r>
            <a:r>
              <a:rPr kumimoji="0" lang="en-US" altLang="zh-TW" sz="2500" b="1" i="1" u="none" strike="noStrike" kern="1200" cap="none" spc="0" normalizeH="0" baseline="0" noProof="0" dirty="0" err="1">
                <a:ln>
                  <a:noFill/>
                </a:ln>
                <a:solidFill>
                  <a:srgbClr val="C00000"/>
                </a:solidFill>
                <a:effectLst/>
                <a:uLnTx/>
                <a:uFillTx/>
                <a:ea typeface="新細明體" panose="02020500000000000000" pitchFamily="18" charset="-120"/>
              </a:rPr>
              <a:t>memor</a:t>
            </a:r>
            <a:r>
              <a:rPr kumimoji="0" lang="en-US" altLang="zh-TW" sz="2500" b="1" i="1" kern="1200" dirty="0">
                <a:solidFill>
                  <a:srgbClr val="C00000"/>
                </a:solidFill>
                <a:ea typeface="新細明體" panose="02020500000000000000" pitchFamily="18" charset="-120"/>
              </a:rPr>
              <a:t>y”</a:t>
            </a:r>
            <a:endParaRPr kumimoji="0" lang="en-US" altLang="zh-TW" sz="2500" b="1" i="1" u="none" strike="noStrike" kern="1200" cap="none" spc="0" normalizeH="0" baseline="0" noProof="0" dirty="0">
              <a:ln>
                <a:noFill/>
              </a:ln>
              <a:solidFill>
                <a:srgbClr val="C00000"/>
              </a:solidFill>
              <a:effectLst/>
              <a:uLnTx/>
              <a:uFillTx/>
              <a:ea typeface="新細明體" panose="02020500000000000000" pitchFamily="18" charset="-120"/>
            </a:endParaRPr>
          </a:p>
          <a:p>
            <a:pPr marL="457200" lvl="1" indent="0" algn="ctr">
              <a:spcBef>
                <a:spcPts val="600"/>
              </a:spcBef>
              <a:buNone/>
            </a:pPr>
            <a:endParaRPr lang="en-US" sz="2400" i="1" dirty="0">
              <a:solidFill>
                <a:srgbClr val="C00000"/>
              </a:solidFill>
            </a:endParaRPr>
          </a:p>
        </p:txBody>
      </p:sp>
      <p:sp>
        <p:nvSpPr>
          <p:cNvPr id="2" name="Slide Number Placeholder 3">
            <a:extLst>
              <a:ext uri="{FF2B5EF4-FFF2-40B4-BE49-F238E27FC236}">
                <a16:creationId xmlns:a16="http://schemas.microsoft.com/office/drawing/2014/main" id="{75467D1E-E3D8-D281-E048-011E930A0853}"/>
              </a:ext>
            </a:extLst>
          </p:cNvPr>
          <p:cNvSpPr txBox="1">
            <a:spLocks/>
          </p:cNvSpPr>
          <p:nvPr/>
        </p:nvSpPr>
        <p:spPr bwMode="auto">
          <a:xfrm>
            <a:off x="8588829" y="6389912"/>
            <a:ext cx="413657" cy="3751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E2418860-B345-4524-9314-FE51DF6E4AD1}" type="slidenum">
              <a:rPr lang="en-US" altLang="en-PK" sz="1400" smtClean="0">
                <a:solidFill>
                  <a:schemeClr val="tx1"/>
                </a:solidFill>
              </a:rPr>
              <a:pPr/>
              <a:t>3</a:t>
            </a:fld>
            <a:endParaRPr lang="en-US" altLang="en-US" sz="1400" dirty="0">
              <a:solidFill>
                <a:schemeClr val="tx1"/>
              </a:solidFill>
              <a:latin typeface="Tahoma" panose="020B0604030504040204" pitchFamily="34" charset="0"/>
              <a:ea typeface="MS PGothic" panose="020B0600070205080204" pitchFamily="34" charset="-128"/>
            </a:endParaRPr>
          </a:p>
        </p:txBody>
      </p:sp>
      <p:sp>
        <p:nvSpPr>
          <p:cNvPr id="3" name="Rectangle 3">
            <a:extLst>
              <a:ext uri="{FF2B5EF4-FFF2-40B4-BE49-F238E27FC236}">
                <a16:creationId xmlns:a16="http://schemas.microsoft.com/office/drawing/2014/main" id="{D56DB600-005C-A630-DE57-3904AFD57867}"/>
              </a:ext>
            </a:extLst>
          </p:cNvPr>
          <p:cNvSpPr txBox="1">
            <a:spLocks noChangeArrowheads="1"/>
          </p:cNvSpPr>
          <p:nvPr/>
        </p:nvSpPr>
        <p:spPr bwMode="auto">
          <a:xfrm>
            <a:off x="646239" y="2500779"/>
            <a:ext cx="8356247" cy="28129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35000"/>
              </a:spcBef>
              <a:spcAft>
                <a:spcPct val="0"/>
              </a:spcAft>
              <a:buClr>
                <a:srgbClr val="993300"/>
              </a:buClr>
              <a:buSzPct val="110000"/>
              <a:buFont typeface="Wingdings" panose="05000000000000000000" pitchFamily="2" charset="2"/>
              <a:buChar char="§"/>
              <a:defRPr kumimoji="1" sz="2400">
                <a:solidFill>
                  <a:schemeClr val="tx1"/>
                </a:solidFill>
                <a:latin typeface="Calibri" panose="020F0502020204030204" pitchFamily="34" charset="0"/>
                <a:ea typeface="MS PGothic" pitchFamily="34" charset="-128"/>
                <a:cs typeface="Calibri" panose="020F0502020204030204" pitchFamily="34" charset="0"/>
              </a:defRPr>
            </a:lvl1pPr>
            <a:lvl2pPr marL="742950" indent="-285750" algn="l" rtl="0" eaLnBrk="0" fontAlgn="base" hangingPunct="0">
              <a:spcBef>
                <a:spcPct val="35000"/>
              </a:spcBef>
              <a:spcAft>
                <a:spcPct val="0"/>
              </a:spcAft>
              <a:buClr>
                <a:srgbClr val="CC6600"/>
              </a:buClr>
              <a:buSzPct val="110000"/>
              <a:buFont typeface="Arial" panose="020B0604020202020204" pitchFamily="34" charset="0"/>
              <a:buChar char="•"/>
              <a:defRPr kumimoji="1" sz="2200">
                <a:solidFill>
                  <a:schemeClr val="tx1"/>
                </a:solidFill>
                <a:latin typeface="Calibri" panose="020F0502020204030204" pitchFamily="34" charset="0"/>
                <a:ea typeface="MS PGothic" pitchFamily="34" charset="-128"/>
                <a:cs typeface="Calibri" panose="020F0502020204030204" pitchFamily="34" charset="0"/>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200">
                <a:solidFill>
                  <a:schemeClr val="tx1"/>
                </a:solidFill>
                <a:latin typeface="Calibri" panose="020F0502020204030204" pitchFamily="34" charset="0"/>
                <a:ea typeface="MS PGothic" pitchFamily="34" charset="-128"/>
                <a:cs typeface="Calibri" panose="020F0502020204030204" pitchFamily="34" charset="0"/>
              </a:defRPr>
            </a:lvl3pPr>
            <a:lvl4pPr marL="1428750" indent="-228600" algn="l" rtl="0" eaLnBrk="0" fontAlgn="base" hangingPunct="0">
              <a:spcBef>
                <a:spcPct val="35000"/>
              </a:spcBef>
              <a:spcAft>
                <a:spcPct val="0"/>
              </a:spcAft>
              <a:buClr>
                <a:schemeClr val="hlink"/>
              </a:buClr>
              <a:buSzPct val="75000"/>
              <a:buChar char="–"/>
              <a:defRPr kumimoji="1" sz="2200">
                <a:solidFill>
                  <a:schemeClr val="tx1"/>
                </a:solidFill>
                <a:latin typeface="Calibri" panose="020F0502020204030204" pitchFamily="34" charset="0"/>
                <a:ea typeface="MS PGothic" pitchFamily="34" charset="-128"/>
                <a:cs typeface="Calibri" panose="020F0502020204030204" pitchFamily="34" charset="0"/>
              </a:defRPr>
            </a:lvl4pPr>
            <a:lvl5pPr marL="1771650" indent="-228600" algn="l" rtl="0" eaLnBrk="0" fontAlgn="base" hangingPunct="0">
              <a:spcBef>
                <a:spcPct val="35000"/>
              </a:spcBef>
              <a:spcAft>
                <a:spcPct val="0"/>
              </a:spcAft>
              <a:buClr>
                <a:srgbClr val="FF0066"/>
              </a:buClr>
              <a:buSzPct val="75000"/>
              <a:buChar char="»"/>
              <a:defRPr kumimoji="1" sz="2200">
                <a:solidFill>
                  <a:schemeClr val="tx1"/>
                </a:solidFill>
                <a:latin typeface="Calibri" panose="020F0502020204030204" pitchFamily="34" charset="0"/>
                <a:ea typeface="MS PGothic" pitchFamily="34" charset="-128"/>
                <a:cs typeface="Calibri" panose="020F0502020204030204" pitchFamily="34" charset="0"/>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marL="3175" indent="0">
              <a:spcBef>
                <a:spcPts val="1800"/>
              </a:spcBef>
              <a:buNone/>
            </a:pPr>
            <a:r>
              <a:rPr kumimoji="0" lang="en-US" altLang="zh-TW" b="1" kern="1200" dirty="0">
                <a:solidFill>
                  <a:srgbClr val="0000CC"/>
                </a:solidFill>
                <a:ea typeface="新細明體" panose="02020500000000000000" pitchFamily="18" charset="-120"/>
              </a:rPr>
              <a:t>Objectives:</a:t>
            </a:r>
          </a:p>
          <a:p>
            <a:pPr marL="346075">
              <a:spcBef>
                <a:spcPts val="1800"/>
              </a:spcBef>
            </a:pPr>
            <a:r>
              <a:rPr kumimoji="0" lang="en-US" altLang="zh-TW" dirty="0">
                <a:ea typeface="新細明體" panose="02020500000000000000" pitchFamily="18" charset="-120"/>
              </a:rPr>
              <a:t>When, where, and how much memory to allocate, and deallocate</a:t>
            </a:r>
          </a:p>
          <a:p>
            <a:pPr marL="346075">
              <a:spcBef>
                <a:spcPts val="1800"/>
              </a:spcBef>
            </a:pPr>
            <a:r>
              <a:rPr kumimoji="0" lang="en-US" altLang="zh-TW" kern="1200" dirty="0">
                <a:ea typeface="新細明體" panose="02020500000000000000" pitchFamily="18" charset="-120"/>
              </a:rPr>
              <a:t>Keep track of used &amp; free memory space</a:t>
            </a:r>
          </a:p>
          <a:p>
            <a:pPr marL="346075">
              <a:spcBef>
                <a:spcPts val="1800"/>
              </a:spcBef>
            </a:pPr>
            <a:r>
              <a:rPr kumimoji="0" lang="en-US" altLang="zh-TW" kern="1200" dirty="0">
                <a:ea typeface="新細明體" panose="02020500000000000000" pitchFamily="18" charset="-120"/>
              </a:rPr>
              <a:t>Swap processes in &amp; out of main memory</a:t>
            </a:r>
          </a:p>
          <a:p>
            <a:pPr lvl="1">
              <a:spcBef>
                <a:spcPts val="600"/>
              </a:spcBef>
            </a:pPr>
            <a:endParaRPr lang="en-US" kern="0" dirty="0"/>
          </a:p>
        </p:txBody>
      </p:sp>
    </p:spTree>
    <p:extLst>
      <p:ext uri="{BB962C8B-B14F-4D97-AF65-F5344CB8AC3E}">
        <p14:creationId xmlns:p14="http://schemas.microsoft.com/office/powerpoint/2010/main" val="38234057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1281226" y="-1"/>
            <a:ext cx="6886575" cy="731839"/>
          </a:xfrm>
          <a:noFill/>
          <a:ln/>
        </p:spPr>
        <p:txBody>
          <a:bodyPr>
            <a:noAutofit/>
          </a:bodyPr>
          <a:lstStyle/>
          <a:p>
            <a:r>
              <a:rPr lang="en-US" altLang="zh-TW" dirty="0"/>
              <a:t>Memory Hierarchy</a:t>
            </a:r>
            <a:endParaRPr lang="en-US" dirty="0"/>
          </a:p>
        </p:txBody>
      </p:sp>
      <p:sp>
        <p:nvSpPr>
          <p:cNvPr id="8195" name="Rectangle 3"/>
          <p:cNvSpPr>
            <a:spLocks noGrp="1" noChangeArrowheads="1"/>
          </p:cNvSpPr>
          <p:nvPr>
            <p:ph idx="1"/>
          </p:nvPr>
        </p:nvSpPr>
        <p:spPr>
          <a:xfrm>
            <a:off x="411833" y="1056640"/>
            <a:ext cx="8549288" cy="2372360"/>
          </a:xfrm>
          <a:noFill/>
          <a:ln/>
        </p:spPr>
        <p:txBody>
          <a:bodyPr/>
          <a:lstStyle/>
          <a:p>
            <a:pPr marL="346075">
              <a:spcBef>
                <a:spcPts val="1200"/>
              </a:spcBef>
            </a:pPr>
            <a:r>
              <a:rPr kumimoji="0" lang="en-US" altLang="zh-TW" sz="2200" b="1" kern="1200" dirty="0">
                <a:solidFill>
                  <a:srgbClr val="C00000"/>
                </a:solidFill>
                <a:ea typeface="新細明體" panose="02020500000000000000" pitchFamily="18" charset="-120"/>
              </a:rPr>
              <a:t>CPU registers</a:t>
            </a:r>
            <a:r>
              <a:rPr kumimoji="0" lang="en-US" altLang="zh-TW" sz="2200" b="0" i="0" u="none" strike="noStrike" kern="1200" cap="none" spc="0" normalizeH="0" baseline="0" noProof="0" dirty="0">
                <a:ln>
                  <a:noFill/>
                </a:ln>
                <a:effectLst/>
                <a:uLnTx/>
                <a:uFillTx/>
                <a:ea typeface="新細明體" panose="02020500000000000000" pitchFamily="18" charset="-120"/>
              </a:rPr>
              <a:t> – very small, extremely fast, very expensive, &amp; volatile</a:t>
            </a:r>
            <a:endParaRPr kumimoji="0" lang="en-US" altLang="zh-TW" sz="2200" b="1" i="0" u="none" strike="noStrike" kern="1200" cap="none" spc="0" normalizeH="0" baseline="0" noProof="0" dirty="0">
              <a:ln>
                <a:noFill/>
              </a:ln>
              <a:solidFill>
                <a:srgbClr val="C00000"/>
              </a:solidFill>
              <a:effectLst/>
              <a:uLnTx/>
              <a:uFillTx/>
              <a:ea typeface="新細明體" panose="02020500000000000000" pitchFamily="18" charset="-120"/>
            </a:endParaRPr>
          </a:p>
          <a:p>
            <a:pPr marL="346075">
              <a:spcBef>
                <a:spcPts val="1200"/>
              </a:spcBef>
            </a:pPr>
            <a:r>
              <a:rPr kumimoji="0" lang="en-US" altLang="zh-TW" sz="2200" b="1" kern="1200" dirty="0">
                <a:solidFill>
                  <a:srgbClr val="C00000"/>
                </a:solidFill>
                <a:ea typeface="新細明體" panose="02020500000000000000" pitchFamily="18" charset="-120"/>
              </a:rPr>
              <a:t>Cache</a:t>
            </a:r>
            <a:r>
              <a:rPr kumimoji="0" lang="en-US" altLang="zh-TW" sz="2200" b="0" i="0" u="none" strike="noStrike" kern="1200" cap="none" spc="0" normalizeH="0" baseline="0" noProof="0" dirty="0">
                <a:ln>
                  <a:noFill/>
                </a:ln>
                <a:effectLst/>
                <a:uLnTx/>
                <a:uFillTx/>
                <a:ea typeface="新細明體" panose="02020500000000000000" pitchFamily="18" charset="-120"/>
              </a:rPr>
              <a:t> – small, very fast, expensive, &amp; volatile</a:t>
            </a:r>
            <a:endParaRPr kumimoji="0" lang="en-US" altLang="zh-TW" sz="2200" b="1" kern="1200" dirty="0">
              <a:solidFill>
                <a:srgbClr val="C00000"/>
              </a:solidFill>
              <a:ea typeface="新細明體" panose="02020500000000000000" pitchFamily="18" charset="-120"/>
            </a:endParaRPr>
          </a:p>
          <a:p>
            <a:pPr marL="346075">
              <a:spcBef>
                <a:spcPts val="1200"/>
              </a:spcBef>
            </a:pPr>
            <a:r>
              <a:rPr kumimoji="0" lang="en-US" altLang="zh-TW" sz="2200" b="1" kern="1200" dirty="0">
                <a:solidFill>
                  <a:srgbClr val="C00000"/>
                </a:solidFill>
                <a:ea typeface="新細明體" panose="02020500000000000000" pitchFamily="18" charset="-120"/>
              </a:rPr>
              <a:t>Main</a:t>
            </a:r>
            <a:r>
              <a:rPr kumimoji="0" lang="en-US" altLang="zh-TW" sz="2200" kern="1200" dirty="0">
                <a:ea typeface="新細明體" panose="02020500000000000000" pitchFamily="18" charset="-120"/>
              </a:rPr>
              <a:t> </a:t>
            </a:r>
            <a:r>
              <a:rPr kumimoji="0" lang="en-US" altLang="zh-TW" sz="2200" b="1" kern="1200" dirty="0">
                <a:solidFill>
                  <a:srgbClr val="C00000"/>
                </a:solidFill>
                <a:ea typeface="新細明體" panose="02020500000000000000" pitchFamily="18" charset="-120"/>
              </a:rPr>
              <a:t>memory</a:t>
            </a:r>
            <a:r>
              <a:rPr kumimoji="0" lang="en-US" altLang="zh-TW" sz="2200" b="0" i="0" u="none" strike="noStrike" kern="1200" cap="none" spc="0" normalizeH="0" baseline="0" noProof="0" dirty="0">
                <a:ln>
                  <a:noFill/>
                </a:ln>
                <a:effectLst/>
                <a:uLnTx/>
                <a:uFillTx/>
                <a:ea typeface="新細明體" panose="02020500000000000000" pitchFamily="18" charset="-120"/>
              </a:rPr>
              <a:t> – GBs of medium-speed, medium-price, &amp; volatile</a:t>
            </a:r>
            <a:endParaRPr kumimoji="0" lang="en-US" altLang="zh-TW" sz="2200" b="1" kern="1200" dirty="0">
              <a:solidFill>
                <a:srgbClr val="C00000"/>
              </a:solidFill>
              <a:ea typeface="新細明體" panose="02020500000000000000" pitchFamily="18" charset="-120"/>
            </a:endParaRPr>
          </a:p>
          <a:p>
            <a:pPr marL="346075">
              <a:spcBef>
                <a:spcPts val="1200"/>
              </a:spcBef>
            </a:pPr>
            <a:r>
              <a:rPr kumimoji="0" lang="en-US" altLang="zh-TW" sz="2200" b="1" kern="1200" dirty="0">
                <a:solidFill>
                  <a:srgbClr val="C00000"/>
                </a:solidFill>
                <a:ea typeface="新細明體" panose="02020500000000000000" pitchFamily="18" charset="-120"/>
              </a:rPr>
              <a:t>Secondary</a:t>
            </a:r>
            <a:r>
              <a:rPr kumimoji="0" lang="en-US" altLang="zh-TW" sz="2200" kern="1200" dirty="0">
                <a:ea typeface="新細明體" panose="02020500000000000000" pitchFamily="18" charset="-120"/>
              </a:rPr>
              <a:t> </a:t>
            </a:r>
            <a:r>
              <a:rPr kumimoji="0" lang="en-US" altLang="zh-TW" sz="2200" b="1" kern="1200" dirty="0">
                <a:solidFill>
                  <a:srgbClr val="C00000"/>
                </a:solidFill>
                <a:ea typeface="新細明體" panose="02020500000000000000" pitchFamily="18" charset="-120"/>
              </a:rPr>
              <a:t>storage</a:t>
            </a:r>
            <a:r>
              <a:rPr kumimoji="0" lang="en-US" altLang="zh-TW" sz="2200" b="0" i="0" u="none" strike="noStrike" kern="1200" cap="none" spc="0" normalizeH="0" baseline="0" noProof="0" dirty="0">
                <a:ln>
                  <a:noFill/>
                </a:ln>
                <a:effectLst/>
                <a:uLnTx/>
                <a:uFillTx/>
                <a:ea typeface="新細明體" panose="02020500000000000000" pitchFamily="18" charset="-120"/>
              </a:rPr>
              <a:t> – hundreds of GBs of slow, cheap, &amp; non-volatile</a:t>
            </a:r>
            <a:endParaRPr kumimoji="0" lang="en-US" altLang="zh-TW" sz="2200" b="1" kern="1200" dirty="0">
              <a:solidFill>
                <a:srgbClr val="C00000"/>
              </a:solidFill>
              <a:ea typeface="新細明體" panose="02020500000000000000" pitchFamily="18" charset="-120"/>
            </a:endParaRPr>
          </a:p>
          <a:p>
            <a:pPr lvl="1">
              <a:spcBef>
                <a:spcPts val="1200"/>
              </a:spcBef>
            </a:pPr>
            <a:endParaRPr lang="en-US" dirty="0"/>
          </a:p>
        </p:txBody>
      </p:sp>
      <p:sp>
        <p:nvSpPr>
          <p:cNvPr id="2" name="Slide Number Placeholder 3">
            <a:extLst>
              <a:ext uri="{FF2B5EF4-FFF2-40B4-BE49-F238E27FC236}">
                <a16:creationId xmlns:a16="http://schemas.microsoft.com/office/drawing/2014/main" id="{75467D1E-E3D8-D281-E048-011E930A0853}"/>
              </a:ext>
            </a:extLst>
          </p:cNvPr>
          <p:cNvSpPr txBox="1">
            <a:spLocks/>
          </p:cNvSpPr>
          <p:nvPr/>
        </p:nvSpPr>
        <p:spPr bwMode="auto">
          <a:xfrm>
            <a:off x="8588829" y="6389912"/>
            <a:ext cx="413657" cy="3751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E2418860-B345-4524-9314-FE51DF6E4AD1}" type="slidenum">
              <a:rPr lang="en-US" altLang="en-PK" sz="1400" smtClean="0">
                <a:solidFill>
                  <a:schemeClr val="tx1"/>
                </a:solidFill>
              </a:rPr>
              <a:pPr/>
              <a:t>4</a:t>
            </a:fld>
            <a:endParaRPr lang="en-US" altLang="en-US" sz="1400" dirty="0">
              <a:solidFill>
                <a:schemeClr val="tx1"/>
              </a:solidFill>
              <a:latin typeface="Tahoma" panose="020B0604030504040204" pitchFamily="34" charset="0"/>
              <a:ea typeface="MS PGothic" panose="020B0600070205080204" pitchFamily="34" charset="-128"/>
            </a:endParaRPr>
          </a:p>
        </p:txBody>
      </p:sp>
      <p:pic>
        <p:nvPicPr>
          <p:cNvPr id="3" name="Picture 2">
            <a:extLst>
              <a:ext uri="{FF2B5EF4-FFF2-40B4-BE49-F238E27FC236}">
                <a16:creationId xmlns:a16="http://schemas.microsoft.com/office/drawing/2014/main" id="{96241ED2-B618-4D08-8846-8009538ACAF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32108"/>
          <a:stretch/>
        </p:blipFill>
        <p:spPr bwMode="auto">
          <a:xfrm>
            <a:off x="869978" y="3576320"/>
            <a:ext cx="7266499" cy="30856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886570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1026">
            <a:extLst>
              <a:ext uri="{FF2B5EF4-FFF2-40B4-BE49-F238E27FC236}">
                <a16:creationId xmlns:a16="http://schemas.microsoft.com/office/drawing/2014/main" id="{3B00074A-B101-A2CF-2955-96E8B8C20E22}"/>
              </a:ext>
            </a:extLst>
          </p:cNvPr>
          <p:cNvSpPr>
            <a:spLocks noGrp="1" noChangeArrowheads="1"/>
          </p:cNvSpPr>
          <p:nvPr>
            <p:ph type="title"/>
          </p:nvPr>
        </p:nvSpPr>
        <p:spPr>
          <a:xfrm>
            <a:off x="1060450" y="163513"/>
            <a:ext cx="6764338" cy="576262"/>
          </a:xfrm>
        </p:spPr>
        <p:txBody>
          <a:bodyPr/>
          <a:lstStyle/>
          <a:p>
            <a:pPr eaLnBrk="1" hangingPunct="1"/>
            <a:r>
              <a:rPr lang="en-US" altLang="en-US" dirty="0"/>
              <a:t>Background</a:t>
            </a:r>
          </a:p>
        </p:txBody>
      </p:sp>
      <p:sp>
        <p:nvSpPr>
          <p:cNvPr id="6147" name="Rectangle 1027">
            <a:extLst>
              <a:ext uri="{FF2B5EF4-FFF2-40B4-BE49-F238E27FC236}">
                <a16:creationId xmlns:a16="http://schemas.microsoft.com/office/drawing/2014/main" id="{424CC6A1-C899-92DF-053E-B553A32E2B76}"/>
              </a:ext>
            </a:extLst>
          </p:cNvPr>
          <p:cNvSpPr>
            <a:spLocks noGrp="1" noChangeArrowheads="1"/>
          </p:cNvSpPr>
          <p:nvPr>
            <p:ph type="body" idx="1"/>
          </p:nvPr>
        </p:nvSpPr>
        <p:spPr>
          <a:xfrm>
            <a:off x="460000" y="1106390"/>
            <a:ext cx="8494811" cy="5435600"/>
          </a:xfrm>
        </p:spPr>
        <p:txBody>
          <a:bodyPr/>
          <a:lstStyle/>
          <a:p>
            <a:pPr>
              <a:lnSpc>
                <a:spcPct val="110000"/>
              </a:lnSpc>
              <a:spcBef>
                <a:spcPts val="1200"/>
              </a:spcBef>
            </a:pPr>
            <a:r>
              <a:rPr lang="en-US" altLang="en-US" dirty="0"/>
              <a:t>For execution, program is to be brought from disk to memory, </a:t>
            </a:r>
            <a:br>
              <a:rPr lang="en-US" altLang="en-US" dirty="0"/>
            </a:br>
            <a:r>
              <a:rPr lang="en-US" altLang="en-US" dirty="0"/>
              <a:t>&amp; placed within its address space </a:t>
            </a:r>
          </a:p>
          <a:p>
            <a:pPr lvl="1">
              <a:lnSpc>
                <a:spcPct val="110000"/>
              </a:lnSpc>
              <a:spcBef>
                <a:spcPts val="600"/>
              </a:spcBef>
            </a:pPr>
            <a:r>
              <a:rPr lang="en-US" altLang="en-US" sz="2150" dirty="0"/>
              <a:t>CPU then accesses program instructions &amp; data</a:t>
            </a:r>
          </a:p>
          <a:p>
            <a:pPr>
              <a:lnSpc>
                <a:spcPct val="110000"/>
              </a:lnSpc>
              <a:spcBef>
                <a:spcPts val="1800"/>
              </a:spcBef>
            </a:pPr>
            <a:r>
              <a:rPr lang="en-US" altLang="en-US" dirty="0"/>
              <a:t>CPU can </a:t>
            </a:r>
            <a:r>
              <a:rPr lang="en-US" altLang="en-US" i="1" dirty="0">
                <a:solidFill>
                  <a:srgbClr val="C00000"/>
                </a:solidFill>
              </a:rPr>
              <a:t>directly access </a:t>
            </a:r>
            <a:r>
              <a:rPr lang="en-US" altLang="en-US" dirty="0"/>
              <a:t>only main memory, cache &amp; registers</a:t>
            </a:r>
            <a:endParaRPr lang="en-US" altLang="en-US" sz="2400" i="1" dirty="0"/>
          </a:p>
          <a:p>
            <a:pPr lvl="1" defTabSz="838200">
              <a:lnSpc>
                <a:spcPct val="110000"/>
              </a:lnSpc>
              <a:spcBef>
                <a:spcPts val="600"/>
              </a:spcBef>
            </a:pPr>
            <a:r>
              <a:rPr lang="en-US" altLang="en-US" b="1" dirty="0">
                <a:solidFill>
                  <a:srgbClr val="3366FF"/>
                </a:solidFill>
              </a:rPr>
              <a:t>Register	</a:t>
            </a:r>
            <a:r>
              <a:rPr lang="en-US" altLang="en-US" dirty="0"/>
              <a:t>–  </a:t>
            </a:r>
            <a:r>
              <a:rPr lang="en-US" altLang="en-US" sz="2150" dirty="0"/>
              <a:t>access in one CPU clock cycle </a:t>
            </a:r>
            <a:r>
              <a:rPr lang="en-US" altLang="en-US" sz="2150" i="1" dirty="0"/>
              <a:t>(or less) </a:t>
            </a:r>
          </a:p>
          <a:p>
            <a:pPr lvl="1" defTabSz="838200">
              <a:lnSpc>
                <a:spcPct val="110000"/>
              </a:lnSpc>
              <a:spcBef>
                <a:spcPts val="600"/>
              </a:spcBef>
            </a:pPr>
            <a:r>
              <a:rPr lang="en-US" altLang="en-US" b="1" dirty="0">
                <a:solidFill>
                  <a:srgbClr val="3366FF"/>
                </a:solidFill>
              </a:rPr>
              <a:t>Main memory</a:t>
            </a:r>
            <a:r>
              <a:rPr lang="en-US" altLang="en-US" dirty="0"/>
              <a:t> 	–  </a:t>
            </a:r>
            <a:r>
              <a:rPr lang="en-US" altLang="en-US" sz="2150" dirty="0"/>
              <a:t>can take many CPU cycles </a:t>
            </a:r>
          </a:p>
          <a:p>
            <a:pPr lvl="1" defTabSz="838200">
              <a:lnSpc>
                <a:spcPct val="110000"/>
              </a:lnSpc>
              <a:spcBef>
                <a:spcPts val="600"/>
              </a:spcBef>
            </a:pPr>
            <a:r>
              <a:rPr lang="en-US" altLang="en-US" b="1" dirty="0">
                <a:solidFill>
                  <a:srgbClr val="3366FF"/>
                </a:solidFill>
              </a:rPr>
              <a:t>Cache</a:t>
            </a:r>
            <a:r>
              <a:rPr lang="en-US" altLang="en-US" dirty="0"/>
              <a:t> 		–  </a:t>
            </a:r>
            <a:r>
              <a:rPr lang="en-US" altLang="en-US" sz="2150" dirty="0"/>
              <a:t>sits between main memory &amp; CPU registers</a:t>
            </a:r>
          </a:p>
          <a:p>
            <a:pPr>
              <a:lnSpc>
                <a:spcPct val="110000"/>
              </a:lnSpc>
              <a:spcBef>
                <a:spcPts val="1800"/>
              </a:spcBef>
            </a:pPr>
            <a:r>
              <a:rPr lang="en-US" altLang="en-US" dirty="0"/>
              <a:t>As program executes, a </a:t>
            </a:r>
            <a:r>
              <a:rPr lang="en-US" altLang="en-US" i="1" dirty="0">
                <a:solidFill>
                  <a:srgbClr val="C00000"/>
                </a:solidFill>
              </a:rPr>
              <a:t>stream of addresses </a:t>
            </a:r>
            <a:r>
              <a:rPr lang="en-US" altLang="en-US" dirty="0"/>
              <a:t>is generated to read and write to/from memory</a:t>
            </a:r>
          </a:p>
          <a:p>
            <a:pPr lvl="1">
              <a:lnSpc>
                <a:spcPct val="110000"/>
              </a:lnSpc>
              <a:spcBef>
                <a:spcPts val="600"/>
              </a:spcBef>
            </a:pPr>
            <a:r>
              <a:rPr lang="en-US" sz="2150" kern="1200" dirty="0">
                <a:solidFill>
                  <a:prstClr val="black"/>
                </a:solidFill>
                <a:ea typeface="+mn-ea"/>
              </a:rPr>
              <a:t>all memory references pass thru </a:t>
            </a:r>
            <a:r>
              <a:rPr lang="en-US" sz="2150" b="1" dirty="0">
                <a:solidFill>
                  <a:srgbClr val="3366FF"/>
                </a:solidFill>
              </a:rPr>
              <a:t>Memory Management Unit</a:t>
            </a:r>
            <a:endParaRPr lang="en-US" sz="2150" kern="1200" dirty="0">
              <a:solidFill>
                <a:prstClr val="black"/>
              </a:solidFill>
              <a:ea typeface="+mn-ea"/>
            </a:endParaRPr>
          </a:p>
          <a:p>
            <a:pPr>
              <a:lnSpc>
                <a:spcPct val="110000"/>
              </a:lnSpc>
              <a:spcBef>
                <a:spcPts val="1200"/>
              </a:spcBef>
              <a:buFont typeface="Monotype Sorts" pitchFamily="-84" charset="2"/>
              <a:buNone/>
            </a:pPr>
            <a:endParaRPr lang="en-US" altLang="en-US" b="1" dirty="0"/>
          </a:p>
        </p:txBody>
      </p:sp>
      <p:sp>
        <p:nvSpPr>
          <p:cNvPr id="2" name="Slide Number Placeholder 3">
            <a:extLst>
              <a:ext uri="{FF2B5EF4-FFF2-40B4-BE49-F238E27FC236}">
                <a16:creationId xmlns:a16="http://schemas.microsoft.com/office/drawing/2014/main" id="{3D6B1EBB-4966-CC43-E29B-543BBF4BA21C}"/>
              </a:ext>
            </a:extLst>
          </p:cNvPr>
          <p:cNvSpPr txBox="1">
            <a:spLocks/>
          </p:cNvSpPr>
          <p:nvPr/>
        </p:nvSpPr>
        <p:spPr bwMode="auto">
          <a:xfrm>
            <a:off x="8588829" y="6389912"/>
            <a:ext cx="413657" cy="3751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E2418860-B345-4524-9314-FE51DF6E4AD1}" type="slidenum">
              <a:rPr lang="en-US" altLang="en-PK" sz="1400" smtClean="0">
                <a:solidFill>
                  <a:schemeClr val="tx1"/>
                </a:solidFill>
              </a:rPr>
              <a:pPr/>
              <a:t>5</a:t>
            </a:fld>
            <a:endParaRPr lang="en-US" altLang="en-US" sz="1400" dirty="0">
              <a:solidFill>
                <a:schemeClr val="tx1"/>
              </a:solidFill>
              <a:latin typeface="Tahoma" panose="020B0604030504040204" pitchFamily="34" charset="0"/>
              <a:ea typeface="MS PGothic" panose="020B0600070205080204" pitchFamily="34" charset="-128"/>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B5E2AD02-09A5-53E1-7793-66121665E2FA}"/>
              </a:ext>
            </a:extLst>
          </p:cNvPr>
          <p:cNvSpPr>
            <a:spLocks noGrp="1" noChangeArrowheads="1"/>
          </p:cNvSpPr>
          <p:nvPr>
            <p:ph type="title"/>
          </p:nvPr>
        </p:nvSpPr>
        <p:spPr>
          <a:xfrm>
            <a:off x="1265238" y="112713"/>
            <a:ext cx="6559550" cy="576262"/>
          </a:xfrm>
        </p:spPr>
        <p:txBody>
          <a:bodyPr/>
          <a:lstStyle/>
          <a:p>
            <a:pPr eaLnBrk="1" hangingPunct="1"/>
            <a:r>
              <a:rPr lang="en-US" altLang="en-US" dirty="0"/>
              <a:t>Memory Protection</a:t>
            </a:r>
          </a:p>
        </p:txBody>
      </p:sp>
      <p:sp>
        <p:nvSpPr>
          <p:cNvPr id="7171" name="Rectangle 3">
            <a:extLst>
              <a:ext uri="{FF2B5EF4-FFF2-40B4-BE49-F238E27FC236}">
                <a16:creationId xmlns:a16="http://schemas.microsoft.com/office/drawing/2014/main" id="{21F836C5-B3A5-43E2-ED8C-77F0A2B48155}"/>
              </a:ext>
            </a:extLst>
          </p:cNvPr>
          <p:cNvSpPr>
            <a:spLocks noGrp="1" noChangeArrowheads="1"/>
          </p:cNvSpPr>
          <p:nvPr>
            <p:ph type="body" idx="1"/>
          </p:nvPr>
        </p:nvSpPr>
        <p:spPr>
          <a:xfrm>
            <a:off x="381953" y="1046162"/>
            <a:ext cx="7668972" cy="5438724"/>
          </a:xfrm>
        </p:spPr>
        <p:txBody>
          <a:bodyPr/>
          <a:lstStyle/>
          <a:p>
            <a:pPr>
              <a:lnSpc>
                <a:spcPct val="110000"/>
              </a:lnSpc>
              <a:spcBef>
                <a:spcPts val="600"/>
              </a:spcBef>
              <a:spcAft>
                <a:spcPts val="0"/>
              </a:spcAft>
            </a:pPr>
            <a:r>
              <a:rPr lang="en-US" altLang="en-US" sz="2300" dirty="0"/>
              <a:t>Memory needs protection  </a:t>
            </a:r>
          </a:p>
          <a:p>
            <a:pPr>
              <a:lnSpc>
                <a:spcPct val="110000"/>
              </a:lnSpc>
              <a:spcBef>
                <a:spcPts val="600"/>
              </a:spcBef>
              <a:spcAft>
                <a:spcPts val="0"/>
              </a:spcAft>
            </a:pPr>
            <a:r>
              <a:rPr lang="en-US" altLang="en-US" sz="2300" b="1" dirty="0">
                <a:solidFill>
                  <a:srgbClr val="3366FF"/>
                </a:solidFill>
              </a:rPr>
              <a:t>Base</a:t>
            </a:r>
            <a:r>
              <a:rPr lang="en-US" altLang="en-US" sz="2300" dirty="0">
                <a:solidFill>
                  <a:srgbClr val="3366FF"/>
                </a:solidFill>
              </a:rPr>
              <a:t> </a:t>
            </a:r>
            <a:r>
              <a:rPr lang="en-US" altLang="en-US" sz="2300" dirty="0"/>
              <a:t>&amp;</a:t>
            </a:r>
            <a:r>
              <a:rPr lang="en-US" altLang="en-US" sz="2300" b="1" dirty="0">
                <a:solidFill>
                  <a:srgbClr val="FF0000"/>
                </a:solidFill>
              </a:rPr>
              <a:t> </a:t>
            </a:r>
            <a:r>
              <a:rPr lang="en-US" altLang="en-US" sz="2300" b="1" dirty="0">
                <a:solidFill>
                  <a:srgbClr val="3366FF"/>
                </a:solidFill>
              </a:rPr>
              <a:t>Limit</a:t>
            </a:r>
            <a:r>
              <a:rPr lang="en-US" altLang="en-US" sz="2300" dirty="0">
                <a:solidFill>
                  <a:srgbClr val="3366FF"/>
                </a:solidFill>
              </a:rPr>
              <a:t> </a:t>
            </a:r>
            <a:r>
              <a:rPr lang="en-US" altLang="en-US" sz="2300" b="1" dirty="0">
                <a:solidFill>
                  <a:srgbClr val="3366FF"/>
                </a:solidFill>
              </a:rPr>
              <a:t>registers</a:t>
            </a:r>
            <a:r>
              <a:rPr lang="en-US" altLang="en-US" sz="2300" dirty="0"/>
              <a:t>  provide </a:t>
            </a:r>
            <a:r>
              <a:rPr lang="en-US" altLang="en-US" sz="2300" i="1" dirty="0">
                <a:solidFill>
                  <a:srgbClr val="FF0000"/>
                </a:solidFill>
              </a:rPr>
              <a:t>hardware based </a:t>
            </a:r>
            <a:r>
              <a:rPr lang="en-US" altLang="en-US" sz="2300" dirty="0"/>
              <a:t>memory protection</a:t>
            </a:r>
          </a:p>
          <a:p>
            <a:pPr marL="630238" lvl="1" indent="-284163">
              <a:lnSpc>
                <a:spcPct val="110000"/>
              </a:lnSpc>
              <a:spcBef>
                <a:spcPts val="1200"/>
              </a:spcBef>
              <a:spcAft>
                <a:spcPts val="0"/>
              </a:spcAft>
            </a:pPr>
            <a:r>
              <a:rPr lang="en-US" altLang="en-US" dirty="0"/>
              <a:t>define </a:t>
            </a:r>
            <a:r>
              <a:rPr lang="en-US" altLang="en-US" i="1" dirty="0">
                <a:solidFill>
                  <a:srgbClr val="FF0000"/>
                </a:solidFill>
              </a:rPr>
              <a:t>physical address space </a:t>
            </a:r>
            <a:r>
              <a:rPr lang="en-US" altLang="en-US" dirty="0"/>
              <a:t>of  </a:t>
            </a:r>
            <a:br>
              <a:rPr lang="en-US" altLang="en-US" dirty="0"/>
            </a:br>
            <a:r>
              <a:rPr lang="en-US" altLang="en-US" dirty="0"/>
              <a:t>process</a:t>
            </a:r>
          </a:p>
          <a:p>
            <a:pPr marL="630238" lvl="1">
              <a:lnSpc>
                <a:spcPct val="110000"/>
              </a:lnSpc>
              <a:spcBef>
                <a:spcPts val="1200"/>
              </a:spcBef>
              <a:spcAft>
                <a:spcPts val="0"/>
              </a:spcAft>
            </a:pPr>
            <a:r>
              <a:rPr kumimoji="1" lang="en-US" b="1" i="0" u="none" strike="noStrike" kern="1200" cap="none" spc="0" normalizeH="0" baseline="0" noProof="0" dirty="0">
                <a:ln>
                  <a:noFill/>
                </a:ln>
                <a:solidFill>
                  <a:srgbClr val="C00000"/>
                </a:solidFill>
                <a:effectLst/>
                <a:uLnTx/>
                <a:uFillTx/>
                <a:ea typeface="+mn-ea"/>
              </a:rPr>
              <a:t>Base: </a:t>
            </a:r>
            <a:r>
              <a:rPr kumimoji="1" lang="en-US" dirty="0">
                <a:solidFill>
                  <a:srgbClr val="C00000"/>
                </a:solidFill>
                <a:ea typeface="+mn-ea"/>
              </a:rPr>
              <a:t> </a:t>
            </a:r>
            <a:r>
              <a:rPr kumimoji="1" lang="en-US" dirty="0">
                <a:solidFill>
                  <a:prstClr val="black"/>
                </a:solidFill>
                <a:ea typeface="+mn-ea"/>
              </a:rPr>
              <a:t>s</a:t>
            </a:r>
            <a:r>
              <a:rPr kumimoji="1" lang="en-US" b="0" i="0" u="none" strike="noStrike" kern="1200" cap="none" spc="0" normalizeH="0" baseline="0" noProof="0" dirty="0">
                <a:ln>
                  <a:noFill/>
                </a:ln>
                <a:solidFill>
                  <a:prstClr val="black"/>
                </a:solidFill>
                <a:effectLst/>
                <a:uLnTx/>
                <a:uFillTx/>
                <a:ea typeface="+mn-ea"/>
              </a:rPr>
              <a:t>tarting address of </a:t>
            </a:r>
            <a:br>
              <a:rPr kumimoji="1" lang="en-US" b="0" i="0" u="none" strike="noStrike" kern="1200" cap="none" spc="0" normalizeH="0" baseline="0" noProof="0" dirty="0">
                <a:ln>
                  <a:noFill/>
                </a:ln>
                <a:solidFill>
                  <a:prstClr val="black"/>
                </a:solidFill>
                <a:effectLst/>
                <a:uLnTx/>
                <a:uFillTx/>
                <a:ea typeface="+mn-ea"/>
              </a:rPr>
            </a:br>
            <a:r>
              <a:rPr kumimoji="1" lang="en-US" b="0" i="0" u="none" strike="noStrike" kern="1200" cap="none" spc="0" normalizeH="0" baseline="0" noProof="0" dirty="0">
                <a:ln>
                  <a:noFill/>
                </a:ln>
                <a:solidFill>
                  <a:prstClr val="black"/>
                </a:solidFill>
                <a:effectLst/>
                <a:uLnTx/>
                <a:uFillTx/>
                <a:ea typeface="+mn-ea"/>
              </a:rPr>
              <a:t>process memory partition</a:t>
            </a:r>
            <a:endParaRPr lang="en-US" kern="1200" dirty="0">
              <a:solidFill>
                <a:prstClr val="black"/>
              </a:solidFill>
              <a:ea typeface="+mn-ea"/>
            </a:endParaRPr>
          </a:p>
          <a:p>
            <a:pPr marL="630238" lvl="1">
              <a:lnSpc>
                <a:spcPct val="110000"/>
              </a:lnSpc>
              <a:spcBef>
                <a:spcPts val="1200"/>
              </a:spcBef>
              <a:spcAft>
                <a:spcPts val="0"/>
              </a:spcAft>
            </a:pPr>
            <a:r>
              <a:rPr kumimoji="1" lang="en-US" b="1" i="0" u="none" strike="noStrike" kern="1200" cap="none" spc="0" normalizeH="0" baseline="0" noProof="0" dirty="0">
                <a:ln>
                  <a:noFill/>
                </a:ln>
                <a:solidFill>
                  <a:srgbClr val="C00000"/>
                </a:solidFill>
                <a:effectLst/>
                <a:uLnTx/>
                <a:uFillTx/>
                <a:ea typeface="+mn-ea"/>
              </a:rPr>
              <a:t>Limit:</a:t>
            </a:r>
            <a:r>
              <a:rPr kumimoji="1" lang="en-US" b="1" i="0" u="none" strike="noStrike" kern="1200" cap="none" spc="0" normalizeH="0" baseline="0" noProof="0" dirty="0">
                <a:ln>
                  <a:noFill/>
                </a:ln>
                <a:solidFill>
                  <a:prstClr val="black"/>
                </a:solidFill>
                <a:effectLst/>
                <a:uLnTx/>
                <a:uFillTx/>
                <a:ea typeface="+mn-ea"/>
              </a:rPr>
              <a:t> </a:t>
            </a:r>
            <a:r>
              <a:rPr kumimoji="1" lang="en-US" dirty="0">
                <a:solidFill>
                  <a:prstClr val="black"/>
                </a:solidFill>
                <a:ea typeface="+mn-ea"/>
              </a:rPr>
              <a:t> </a:t>
            </a:r>
            <a:r>
              <a:rPr lang="en-US" dirty="0">
                <a:solidFill>
                  <a:prstClr val="black"/>
                </a:solidFill>
                <a:ea typeface="+mn-ea"/>
              </a:rPr>
              <a:t>size</a:t>
            </a:r>
            <a:r>
              <a:rPr kumimoji="1" lang="en-US" b="0" i="0" u="none" strike="noStrike" kern="1200" cap="none" spc="0" normalizeH="0" baseline="0" noProof="0" dirty="0">
                <a:ln>
                  <a:noFill/>
                </a:ln>
                <a:solidFill>
                  <a:prstClr val="black"/>
                </a:solidFill>
                <a:effectLst/>
                <a:uLnTx/>
                <a:uFillTx/>
                <a:ea typeface="+mn-ea"/>
              </a:rPr>
              <a:t> of process address </a:t>
            </a:r>
            <a:br>
              <a:rPr kumimoji="1" lang="en-US" b="0" i="0" u="none" strike="noStrike" kern="1200" cap="none" spc="0" normalizeH="0" baseline="0" noProof="0" dirty="0">
                <a:ln>
                  <a:noFill/>
                </a:ln>
                <a:solidFill>
                  <a:prstClr val="black"/>
                </a:solidFill>
                <a:effectLst/>
                <a:uLnTx/>
                <a:uFillTx/>
                <a:ea typeface="+mn-ea"/>
              </a:rPr>
            </a:br>
            <a:r>
              <a:rPr kumimoji="1" lang="en-US" b="0" i="0" u="none" strike="noStrike" kern="1200" cap="none" spc="0" normalizeH="0" baseline="0" noProof="0" dirty="0">
                <a:ln>
                  <a:noFill/>
                </a:ln>
                <a:solidFill>
                  <a:prstClr val="black"/>
                </a:solidFill>
                <a:effectLst/>
                <a:uLnTx/>
                <a:uFillTx/>
                <a:ea typeface="+mn-ea"/>
              </a:rPr>
              <a:t>range in memory</a:t>
            </a:r>
          </a:p>
          <a:p>
            <a:pPr marL="630238" lvl="1">
              <a:lnSpc>
                <a:spcPct val="110000"/>
              </a:lnSpc>
              <a:spcBef>
                <a:spcPts val="1200"/>
              </a:spcBef>
              <a:spcAft>
                <a:spcPts val="0"/>
              </a:spcAft>
            </a:pPr>
            <a:r>
              <a:rPr lang="en-US" kern="1200" dirty="0">
                <a:solidFill>
                  <a:prstClr val="black"/>
                </a:solidFill>
                <a:ea typeface="+mn-ea"/>
              </a:rPr>
              <a:t>these registers can only be </a:t>
            </a:r>
            <a:br>
              <a:rPr lang="en-US" kern="1200" dirty="0">
                <a:solidFill>
                  <a:prstClr val="black"/>
                </a:solidFill>
                <a:ea typeface="+mn-ea"/>
              </a:rPr>
            </a:br>
            <a:r>
              <a:rPr lang="en-US" kern="1200" dirty="0">
                <a:solidFill>
                  <a:prstClr val="black"/>
                </a:solidFill>
                <a:ea typeface="+mn-ea"/>
              </a:rPr>
              <a:t>loaded by OS</a:t>
            </a:r>
          </a:p>
        </p:txBody>
      </p:sp>
      <p:pic>
        <p:nvPicPr>
          <p:cNvPr id="7172" name="Picture 5">
            <a:extLst>
              <a:ext uri="{FF2B5EF4-FFF2-40B4-BE49-F238E27FC236}">
                <a16:creationId xmlns:a16="http://schemas.microsoft.com/office/drawing/2014/main" id="{B7BC3827-B01B-72B8-3D40-68F89F4DA9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10292" y="2144118"/>
            <a:ext cx="3716337" cy="4233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3">
            <a:extLst>
              <a:ext uri="{FF2B5EF4-FFF2-40B4-BE49-F238E27FC236}">
                <a16:creationId xmlns:a16="http://schemas.microsoft.com/office/drawing/2014/main" id="{05979DFF-0735-7A3D-37AF-1C553455BE4F}"/>
              </a:ext>
            </a:extLst>
          </p:cNvPr>
          <p:cNvSpPr txBox="1">
            <a:spLocks/>
          </p:cNvSpPr>
          <p:nvPr/>
        </p:nvSpPr>
        <p:spPr bwMode="auto">
          <a:xfrm>
            <a:off x="8588829" y="6389912"/>
            <a:ext cx="413657" cy="3751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E2418860-B345-4524-9314-FE51DF6E4AD1}" type="slidenum">
              <a:rPr lang="en-US" altLang="en-PK" sz="1400" smtClean="0">
                <a:solidFill>
                  <a:schemeClr val="tx1"/>
                </a:solidFill>
              </a:rPr>
              <a:pPr/>
              <a:t>6</a:t>
            </a:fld>
            <a:endParaRPr lang="en-US" altLang="en-US" sz="1400" dirty="0">
              <a:solidFill>
                <a:schemeClr val="tx1"/>
              </a:solidFill>
              <a:latin typeface="Tahoma" panose="020B0604030504040204" pitchFamily="34" charset="0"/>
              <a:ea typeface="MS PGothic" panose="020B0600070205080204" pitchFamily="34" charset="-128"/>
            </a:endParaRPr>
          </a:p>
        </p:txBody>
      </p:sp>
    </p:spTree>
    <p:extLst>
      <p:ext uri="{BB962C8B-B14F-4D97-AF65-F5344CB8AC3E}">
        <p14:creationId xmlns:p14="http://schemas.microsoft.com/office/powerpoint/2010/main" val="12298750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p:cNvSpPr txBox="1">
            <a:spLocks noChangeArrowheads="1"/>
          </p:cNvSpPr>
          <p:nvPr/>
        </p:nvSpPr>
        <p:spPr bwMode="auto">
          <a:xfrm>
            <a:off x="402797" y="946812"/>
            <a:ext cx="8371840" cy="1796388"/>
          </a:xfrm>
          <a:prstGeom prst="rect">
            <a:avLst/>
          </a:prstGeom>
          <a:noFill/>
          <a:ln w="9525">
            <a:noFill/>
            <a:miter lim="800000"/>
            <a:headEnd/>
            <a:tailEnd/>
          </a:ln>
        </p:spPr>
        <p:txBody>
          <a:bodyPr/>
          <a:lstStyle/>
          <a:p>
            <a:pPr marL="346075" marR="0" lvl="0" indent="-346075" algn="just" defTabSz="914400" rtl="0" eaLnBrk="1" fontAlgn="auto" latinLnBrk="0" hangingPunct="1">
              <a:lnSpc>
                <a:spcPct val="140000"/>
              </a:lnSpc>
              <a:spcBef>
                <a:spcPts val="600"/>
              </a:spcBef>
              <a:spcAft>
                <a:spcPts val="0"/>
              </a:spcAft>
              <a:buClrTx/>
              <a:buSzTx/>
              <a:buFont typeface="Wingdings" panose="05000000000000000000" pitchFamily="2" charset="2"/>
              <a:buChar char="§"/>
              <a:tabLst/>
              <a:defRPr/>
            </a:pPr>
            <a:r>
              <a:rPr lang="en-US" altLang="en-US" sz="2300" dirty="0">
                <a:latin typeface="Calibri" panose="020F0502020204030204" pitchFamily="34" charset="0"/>
                <a:cs typeface="Calibri" panose="020F0502020204030204" pitchFamily="34" charset="0"/>
              </a:rPr>
              <a:t>CPU checks every </a:t>
            </a:r>
            <a:r>
              <a:rPr lang="en-US" altLang="en-US" sz="2300" i="1" dirty="0">
                <a:solidFill>
                  <a:srgbClr val="C00000"/>
                </a:solidFill>
                <a:latin typeface="Calibri" panose="020F0502020204030204" pitchFamily="34" charset="0"/>
                <a:cs typeface="Calibri" panose="020F0502020204030204" pitchFamily="34" charset="0"/>
              </a:rPr>
              <a:t>memory access </a:t>
            </a:r>
            <a:r>
              <a:rPr lang="en-US" altLang="en-US" sz="2300" dirty="0">
                <a:latin typeface="Calibri" panose="020F0502020204030204" pitchFamily="34" charset="0"/>
                <a:cs typeface="Calibri" panose="020F0502020204030204" pitchFamily="34" charset="0"/>
              </a:rPr>
              <a:t>generated in User mode</a:t>
            </a:r>
          </a:p>
          <a:p>
            <a:pPr marL="741363" lvl="1" indent="-284163" algn="just" eaLnBrk="1" fontAlgn="auto" hangingPunct="1">
              <a:spcBef>
                <a:spcPts val="600"/>
              </a:spcBef>
              <a:spcAft>
                <a:spcPts val="0"/>
              </a:spcAft>
              <a:buFont typeface="Arial" panose="020B0604020202020204" pitchFamily="34" charset="0"/>
              <a:buChar char="•"/>
              <a:defRPr/>
            </a:pPr>
            <a:r>
              <a:rPr lang="en-US" altLang="en-US" sz="2200" dirty="0">
                <a:latin typeface="Calibri" panose="020F0502020204030204" pitchFamily="34" charset="0"/>
                <a:cs typeface="Calibri" panose="020F0502020204030204" pitchFamily="34" charset="0"/>
              </a:rPr>
              <a:t>ensures it lies between </a:t>
            </a:r>
            <a:r>
              <a:rPr lang="en-US" altLang="en-US" sz="2200" i="1" dirty="0">
                <a:solidFill>
                  <a:srgbClr val="C00000"/>
                </a:solidFill>
                <a:latin typeface="Calibri" panose="020F0502020204030204" pitchFamily="34" charset="0"/>
                <a:cs typeface="Calibri" panose="020F0502020204030204" pitchFamily="34" charset="0"/>
              </a:rPr>
              <a:t>base</a:t>
            </a:r>
            <a:r>
              <a:rPr lang="en-US" altLang="en-US" sz="2200" dirty="0">
                <a:latin typeface="Calibri" panose="020F0502020204030204" pitchFamily="34" charset="0"/>
                <a:cs typeface="Calibri" panose="020F0502020204030204" pitchFamily="34" charset="0"/>
              </a:rPr>
              <a:t> &amp; </a:t>
            </a:r>
            <a:r>
              <a:rPr lang="en-US" altLang="en-US" sz="2200" i="1" dirty="0">
                <a:solidFill>
                  <a:srgbClr val="C00000"/>
                </a:solidFill>
                <a:latin typeface="Calibri" panose="020F0502020204030204" pitchFamily="34" charset="0"/>
                <a:cs typeface="Calibri" panose="020F0502020204030204" pitchFamily="34" charset="0"/>
              </a:rPr>
              <a:t>limit</a:t>
            </a:r>
            <a:r>
              <a:rPr lang="en-US" altLang="en-US" sz="2200" dirty="0">
                <a:latin typeface="Calibri" panose="020F0502020204030204" pitchFamily="34" charset="0"/>
                <a:cs typeface="Calibri" panose="020F0502020204030204" pitchFamily="34" charset="0"/>
              </a:rPr>
              <a:t> for that user</a:t>
            </a:r>
          </a:p>
          <a:p>
            <a:pPr marL="741363" lvl="1" indent="-284163" eaLnBrk="1" fontAlgn="auto" hangingPunct="1">
              <a:spcBef>
                <a:spcPts val="600"/>
              </a:spcBef>
              <a:spcAft>
                <a:spcPts val="0"/>
              </a:spcAft>
              <a:buFont typeface="Arial" panose="020B0604020202020204" pitchFamily="34" charset="0"/>
              <a:buChar char="•"/>
              <a:defRPr/>
            </a:pPr>
            <a:r>
              <a:rPr lang="en-US" altLang="en-US" sz="2200" dirty="0">
                <a:latin typeface="Calibri" panose="020F0502020204030204" pitchFamily="34" charset="0"/>
                <a:cs typeface="Calibri" panose="020F0502020204030204" pitchFamily="34" charset="0"/>
              </a:rPr>
              <a:t>prevents a process from modifying code/data of OS or some other process</a:t>
            </a:r>
          </a:p>
        </p:txBody>
      </p:sp>
      <p:pic>
        <p:nvPicPr>
          <p:cNvPr id="4" name="Picture 3">
            <a:extLst>
              <a:ext uri="{FF2B5EF4-FFF2-40B4-BE49-F238E27FC236}">
                <a16:creationId xmlns:a16="http://schemas.microsoft.com/office/drawing/2014/main" id="{7C219157-4F7C-06B2-072F-89E6377D45F5}"/>
              </a:ext>
            </a:extLst>
          </p:cNvPr>
          <p:cNvPicPr>
            <a:picLocks noChangeAspect="1"/>
          </p:cNvPicPr>
          <p:nvPr/>
        </p:nvPicPr>
        <p:blipFill>
          <a:blip r:embed="rId3"/>
          <a:stretch>
            <a:fillRect/>
          </a:stretch>
        </p:blipFill>
        <p:spPr>
          <a:xfrm>
            <a:off x="662177" y="2626290"/>
            <a:ext cx="8371839" cy="4003387"/>
          </a:xfrm>
          <a:prstGeom prst="rect">
            <a:avLst/>
          </a:prstGeom>
        </p:spPr>
      </p:pic>
      <p:sp>
        <p:nvSpPr>
          <p:cNvPr id="2" name="Slide Number Placeholder 3">
            <a:extLst>
              <a:ext uri="{FF2B5EF4-FFF2-40B4-BE49-F238E27FC236}">
                <a16:creationId xmlns:a16="http://schemas.microsoft.com/office/drawing/2014/main" id="{F2D0885F-6EE7-D02E-39E5-BD5C52D6BB29}"/>
              </a:ext>
            </a:extLst>
          </p:cNvPr>
          <p:cNvSpPr txBox="1">
            <a:spLocks/>
          </p:cNvSpPr>
          <p:nvPr/>
        </p:nvSpPr>
        <p:spPr bwMode="auto">
          <a:xfrm>
            <a:off x="8588829" y="6389912"/>
            <a:ext cx="413657" cy="3751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E2418860-B345-4524-9314-FE51DF6E4AD1}" type="slidenum">
              <a:rPr lang="en-US" altLang="en-PK" sz="1400" smtClean="0">
                <a:solidFill>
                  <a:schemeClr val="tx1"/>
                </a:solidFill>
              </a:rPr>
              <a:pPr/>
              <a:t>7</a:t>
            </a:fld>
            <a:endParaRPr lang="en-US" altLang="en-US" sz="1400" dirty="0">
              <a:solidFill>
                <a:schemeClr val="tx1"/>
              </a:solidFill>
              <a:latin typeface="Tahoma" panose="020B0604030504040204" pitchFamily="34" charset="0"/>
              <a:ea typeface="MS PGothic" panose="020B0600070205080204" pitchFamily="34" charset="-128"/>
            </a:endParaRPr>
          </a:p>
        </p:txBody>
      </p:sp>
      <p:sp>
        <p:nvSpPr>
          <p:cNvPr id="5" name="Rectangle 2">
            <a:extLst>
              <a:ext uri="{FF2B5EF4-FFF2-40B4-BE49-F238E27FC236}">
                <a16:creationId xmlns:a16="http://schemas.microsoft.com/office/drawing/2014/main" id="{748BD058-6781-0C37-7C6F-D0A9E540064C}"/>
              </a:ext>
            </a:extLst>
          </p:cNvPr>
          <p:cNvSpPr>
            <a:spLocks noGrp="1" noChangeArrowheads="1"/>
          </p:cNvSpPr>
          <p:nvPr>
            <p:ph type="title"/>
          </p:nvPr>
        </p:nvSpPr>
        <p:spPr>
          <a:xfrm>
            <a:off x="1265238" y="112713"/>
            <a:ext cx="6559550" cy="576262"/>
          </a:xfrm>
        </p:spPr>
        <p:txBody>
          <a:bodyPr/>
          <a:lstStyle/>
          <a:p>
            <a:pPr eaLnBrk="1" hangingPunct="1"/>
            <a:r>
              <a:rPr lang="en-US" altLang="en-US" dirty="0"/>
              <a:t>Memory Protection</a:t>
            </a:r>
          </a:p>
        </p:txBody>
      </p:sp>
    </p:spTree>
    <p:extLst>
      <p:ext uri="{BB962C8B-B14F-4D97-AF65-F5344CB8AC3E}">
        <p14:creationId xmlns:p14="http://schemas.microsoft.com/office/powerpoint/2010/main" val="1286266572"/>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E9589D0D-D967-C71F-5A4C-00534F499FBD}"/>
              </a:ext>
            </a:extLst>
          </p:cNvPr>
          <p:cNvSpPr>
            <a:spLocks noGrp="1"/>
          </p:cNvSpPr>
          <p:nvPr>
            <p:ph type="title"/>
          </p:nvPr>
        </p:nvSpPr>
        <p:spPr>
          <a:xfrm>
            <a:off x="457201" y="188913"/>
            <a:ext cx="5134302" cy="576262"/>
          </a:xfrm>
        </p:spPr>
        <p:txBody>
          <a:bodyPr/>
          <a:lstStyle/>
          <a:p>
            <a:r>
              <a:rPr lang="en-US" altLang="en-US" dirty="0"/>
              <a:t>Program Lifetime</a:t>
            </a:r>
          </a:p>
        </p:txBody>
      </p:sp>
      <p:sp>
        <p:nvSpPr>
          <p:cNvPr id="9219" name="Content Placeholder 2">
            <a:extLst>
              <a:ext uri="{FF2B5EF4-FFF2-40B4-BE49-F238E27FC236}">
                <a16:creationId xmlns:a16="http://schemas.microsoft.com/office/drawing/2014/main" id="{75FA0D4A-4584-85C5-17EC-60484F98360F}"/>
              </a:ext>
            </a:extLst>
          </p:cNvPr>
          <p:cNvSpPr>
            <a:spLocks noGrp="1"/>
          </p:cNvSpPr>
          <p:nvPr>
            <p:ph idx="1"/>
          </p:nvPr>
        </p:nvSpPr>
        <p:spPr>
          <a:xfrm>
            <a:off x="417260" y="1282262"/>
            <a:ext cx="3839431" cy="3867805"/>
          </a:xfrm>
        </p:spPr>
        <p:txBody>
          <a:bodyPr/>
          <a:lstStyle/>
          <a:p>
            <a:pPr>
              <a:spcBef>
                <a:spcPts val="600"/>
              </a:spcBef>
            </a:pPr>
            <a:r>
              <a:rPr kumimoji="0" lang="en-US" altLang="en-US" sz="2200" dirty="0"/>
              <a:t>User program goes thru different stages during its lifetime </a:t>
            </a:r>
          </a:p>
          <a:p>
            <a:pPr marL="0" indent="0">
              <a:spcBef>
                <a:spcPts val="600"/>
              </a:spcBef>
              <a:buNone/>
            </a:pPr>
            <a:r>
              <a:rPr kumimoji="0" lang="en-US" altLang="en-US" sz="2200" dirty="0"/>
              <a:t>	</a:t>
            </a:r>
            <a:r>
              <a:rPr kumimoji="0" lang="en-US" altLang="en-US" sz="2000" i="1" dirty="0"/>
              <a:t>(shown in figure)</a:t>
            </a:r>
          </a:p>
          <a:p>
            <a:pPr>
              <a:spcBef>
                <a:spcPts val="1800"/>
              </a:spcBef>
            </a:pPr>
            <a:endParaRPr kumimoji="0" lang="en-US" altLang="ja-JP" sz="2200" dirty="0"/>
          </a:p>
          <a:p>
            <a:pPr>
              <a:spcBef>
                <a:spcPts val="600"/>
              </a:spcBef>
              <a:buFont typeface="Monotype Sorts" pitchFamily="-84" charset="2"/>
              <a:buNone/>
            </a:pPr>
            <a:endParaRPr kumimoji="0" lang="en-US" altLang="en-US" sz="2200" dirty="0"/>
          </a:p>
          <a:p>
            <a:pPr marL="457200" lvl="1" indent="0">
              <a:spcBef>
                <a:spcPts val="600"/>
              </a:spcBef>
              <a:buNone/>
            </a:pPr>
            <a:endParaRPr kumimoji="0" lang="en-US" altLang="en-US" dirty="0"/>
          </a:p>
        </p:txBody>
      </p:sp>
      <p:sp>
        <p:nvSpPr>
          <p:cNvPr id="2" name="Slide Number Placeholder 3">
            <a:extLst>
              <a:ext uri="{FF2B5EF4-FFF2-40B4-BE49-F238E27FC236}">
                <a16:creationId xmlns:a16="http://schemas.microsoft.com/office/drawing/2014/main" id="{F14A8571-F293-C680-0A32-6121D05F27E5}"/>
              </a:ext>
            </a:extLst>
          </p:cNvPr>
          <p:cNvSpPr txBox="1">
            <a:spLocks/>
          </p:cNvSpPr>
          <p:nvPr/>
        </p:nvSpPr>
        <p:spPr bwMode="auto">
          <a:xfrm>
            <a:off x="8588829" y="6389912"/>
            <a:ext cx="413657" cy="3751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E2418860-B345-4524-9314-FE51DF6E4AD1}" type="slidenum">
              <a:rPr lang="en-US" altLang="en-PK" sz="1400" smtClean="0">
                <a:solidFill>
                  <a:schemeClr val="tx1"/>
                </a:solidFill>
              </a:rPr>
              <a:pPr/>
              <a:t>8</a:t>
            </a:fld>
            <a:endParaRPr lang="en-US" altLang="en-US" sz="1400" dirty="0">
              <a:solidFill>
                <a:schemeClr val="tx1"/>
              </a:solidFill>
              <a:latin typeface="Tahoma" panose="020B0604030504040204" pitchFamily="34" charset="0"/>
              <a:ea typeface="MS PGothic" panose="020B0600070205080204" pitchFamily="34" charset="-128"/>
            </a:endParaRPr>
          </a:p>
        </p:txBody>
      </p:sp>
      <p:pic>
        <p:nvPicPr>
          <p:cNvPr id="3" name="Picture 4" descr="8">
            <a:extLst>
              <a:ext uri="{FF2B5EF4-FFF2-40B4-BE49-F238E27FC236}">
                <a16:creationId xmlns:a16="http://schemas.microsoft.com/office/drawing/2014/main" id="{9FDE5091-B77B-59C3-FD47-DAE86E0DD72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23915" y="92981"/>
            <a:ext cx="4073244" cy="65680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E9589D0D-D967-C71F-5A4C-00534F499FBD}"/>
              </a:ext>
            </a:extLst>
          </p:cNvPr>
          <p:cNvSpPr>
            <a:spLocks noGrp="1"/>
          </p:cNvSpPr>
          <p:nvPr>
            <p:ph type="title"/>
          </p:nvPr>
        </p:nvSpPr>
        <p:spPr>
          <a:xfrm>
            <a:off x="457200" y="188913"/>
            <a:ext cx="8229600" cy="576262"/>
          </a:xfrm>
        </p:spPr>
        <p:txBody>
          <a:bodyPr/>
          <a:lstStyle/>
          <a:p>
            <a:r>
              <a:rPr lang="en-US" altLang="en-US" dirty="0"/>
              <a:t>Address Binding</a:t>
            </a:r>
          </a:p>
        </p:txBody>
      </p:sp>
      <p:sp>
        <p:nvSpPr>
          <p:cNvPr id="9219" name="Content Placeholder 2">
            <a:extLst>
              <a:ext uri="{FF2B5EF4-FFF2-40B4-BE49-F238E27FC236}">
                <a16:creationId xmlns:a16="http://schemas.microsoft.com/office/drawing/2014/main" id="{75FA0D4A-4584-85C5-17EC-60484F98360F}"/>
              </a:ext>
            </a:extLst>
          </p:cNvPr>
          <p:cNvSpPr>
            <a:spLocks noGrp="1"/>
          </p:cNvSpPr>
          <p:nvPr>
            <p:ph idx="1"/>
          </p:nvPr>
        </p:nvSpPr>
        <p:spPr>
          <a:xfrm>
            <a:off x="354200" y="1086770"/>
            <a:ext cx="8716230" cy="5486400"/>
          </a:xfrm>
        </p:spPr>
        <p:txBody>
          <a:bodyPr/>
          <a:lstStyle/>
          <a:p>
            <a:pPr>
              <a:spcBef>
                <a:spcPts val="1800"/>
              </a:spcBef>
            </a:pPr>
            <a:r>
              <a:rPr kumimoji="0" lang="en-US" altLang="en-US" sz="2200" dirty="0"/>
              <a:t>Different types of addresses used at different stages in program</a:t>
            </a:r>
            <a:r>
              <a:rPr kumimoji="0" lang="en-US" altLang="ja-JP" sz="2200" dirty="0"/>
              <a:t> life</a:t>
            </a:r>
          </a:p>
          <a:p>
            <a:pPr marL="630238" lvl="1">
              <a:spcBef>
                <a:spcPts val="1200"/>
              </a:spcBef>
            </a:pPr>
            <a:r>
              <a:rPr kumimoji="0" lang="en-US" altLang="en-US" b="1" dirty="0">
                <a:solidFill>
                  <a:srgbClr val="0000FF"/>
                </a:solidFill>
              </a:rPr>
              <a:t>Symbolic address :</a:t>
            </a:r>
            <a:r>
              <a:rPr kumimoji="0" lang="en-US" altLang="en-US" dirty="0"/>
              <a:t>  address in source code is usually symbolic</a:t>
            </a:r>
          </a:p>
          <a:p>
            <a:pPr marL="857250" lvl="2" indent="0">
              <a:spcBef>
                <a:spcPts val="600"/>
              </a:spcBef>
              <a:buNone/>
            </a:pPr>
            <a:r>
              <a:rPr kumimoji="0" lang="en-US" altLang="en-US" sz="2100" dirty="0"/>
              <a:t>	      such as, variable “count”</a:t>
            </a:r>
          </a:p>
          <a:p>
            <a:pPr marL="630238" lvl="1">
              <a:spcBef>
                <a:spcPts val="1200"/>
              </a:spcBef>
            </a:pPr>
            <a:r>
              <a:rPr kumimoji="0" lang="en-US" altLang="en-US" b="1" dirty="0">
                <a:solidFill>
                  <a:srgbClr val="0000FF"/>
                </a:solidFill>
              </a:rPr>
              <a:t>Relocatable address :  </a:t>
            </a:r>
            <a:r>
              <a:rPr lang="en-US" dirty="0"/>
              <a:t>address that is relative to some base address</a:t>
            </a:r>
          </a:p>
          <a:p>
            <a:pPr marL="966788" lvl="2" indent="-279400">
              <a:spcBef>
                <a:spcPts val="600"/>
              </a:spcBef>
              <a:buFont typeface="Calibri" panose="020F0502020204030204" pitchFamily="34" charset="0"/>
              <a:buChar char="―"/>
            </a:pPr>
            <a:r>
              <a:rPr kumimoji="0" lang="en-US" altLang="ja-JP" sz="2100" dirty="0"/>
              <a:t>14 bytes from beginning of this module</a:t>
            </a:r>
          </a:p>
          <a:p>
            <a:pPr marL="966788" lvl="2" indent="-279400">
              <a:spcBef>
                <a:spcPts val="600"/>
              </a:spcBef>
              <a:buFont typeface="Calibri" panose="020F0502020204030204" pitchFamily="34" charset="0"/>
              <a:buChar char="―"/>
            </a:pPr>
            <a:r>
              <a:rPr kumimoji="0" lang="en-US" sz="2100" dirty="0"/>
              <a:t>compiler generates object files with relocatable addresses</a:t>
            </a:r>
            <a:endParaRPr kumimoji="0" lang="en-US" altLang="en-US" sz="2100" dirty="0"/>
          </a:p>
          <a:p>
            <a:pPr marL="630238" lvl="1">
              <a:spcBef>
                <a:spcPts val="1200"/>
              </a:spcBef>
            </a:pPr>
            <a:r>
              <a:rPr kumimoji="0" lang="en-US" altLang="en-US" b="1" dirty="0">
                <a:solidFill>
                  <a:srgbClr val="0000FF"/>
                </a:solidFill>
              </a:rPr>
              <a:t>Absolute address : </a:t>
            </a:r>
            <a:r>
              <a:rPr kumimoji="0" lang="en-US" altLang="en-US" dirty="0"/>
              <a:t> </a:t>
            </a:r>
            <a:r>
              <a:rPr lang="en-US" altLang="en-US" dirty="0"/>
              <a:t>linker / loader </a:t>
            </a:r>
            <a:r>
              <a:rPr lang="en-US" dirty="0"/>
              <a:t>combine object files &amp; resolve relocatable addresses to absolute addresses</a:t>
            </a:r>
          </a:p>
          <a:p>
            <a:pPr marL="966788" lvl="2" indent="-279400">
              <a:spcBef>
                <a:spcPts val="600"/>
              </a:spcBef>
              <a:buFont typeface="Calibri" panose="020F0502020204030204" pitchFamily="34" charset="0"/>
              <a:buChar char="―"/>
            </a:pPr>
            <a:r>
              <a:rPr kumimoji="0" lang="en-US" altLang="en-US" sz="2100" dirty="0"/>
              <a:t>refer to final location in final executable, </a:t>
            </a:r>
            <a:r>
              <a:rPr kumimoji="0" lang="en-US" altLang="en-US" sz="2100" dirty="0" err="1"/>
              <a:t>e.g</a:t>
            </a:r>
            <a:r>
              <a:rPr kumimoji="0" lang="en-US" altLang="en-US" sz="2100" dirty="0"/>
              <a:t> ‘0x00401000’</a:t>
            </a:r>
          </a:p>
          <a:p>
            <a:pPr marL="966788" lvl="2" indent="-279400">
              <a:spcBef>
                <a:spcPts val="600"/>
              </a:spcBef>
              <a:buFont typeface="Calibri" panose="020F0502020204030204" pitchFamily="34" charset="0"/>
              <a:buChar char="―"/>
            </a:pPr>
            <a:r>
              <a:rPr kumimoji="0" lang="en-US" sz="2100" dirty="0"/>
              <a:t>in modern systems, absolute address refers to logical address, in logical address space of a process</a:t>
            </a:r>
          </a:p>
          <a:p>
            <a:pPr marL="0" indent="0" algn="ctr">
              <a:spcBef>
                <a:spcPts val="1200"/>
              </a:spcBef>
              <a:buNone/>
            </a:pPr>
            <a:r>
              <a:rPr kumimoji="0" lang="en-US" altLang="en-US" i="1" dirty="0">
                <a:solidFill>
                  <a:srgbClr val="C00000"/>
                </a:solidFill>
              </a:rPr>
              <a:t>“Address binding is the mapping of </a:t>
            </a:r>
            <a:br>
              <a:rPr kumimoji="0" lang="en-US" altLang="en-US" i="1" dirty="0">
                <a:solidFill>
                  <a:srgbClr val="C00000"/>
                </a:solidFill>
              </a:rPr>
            </a:br>
            <a:r>
              <a:rPr kumimoji="0" lang="en-US" altLang="en-US" i="1" dirty="0">
                <a:solidFill>
                  <a:srgbClr val="C00000"/>
                </a:solidFill>
              </a:rPr>
              <a:t>one address space to another”</a:t>
            </a:r>
          </a:p>
          <a:p>
            <a:pPr>
              <a:spcBef>
                <a:spcPts val="600"/>
              </a:spcBef>
              <a:buFont typeface="Monotype Sorts" pitchFamily="-84" charset="2"/>
              <a:buNone/>
            </a:pPr>
            <a:endParaRPr kumimoji="0" lang="en-US" altLang="en-US" sz="2200" dirty="0"/>
          </a:p>
          <a:p>
            <a:pPr marL="457200" lvl="1" indent="0">
              <a:spcBef>
                <a:spcPts val="600"/>
              </a:spcBef>
              <a:buNone/>
            </a:pPr>
            <a:endParaRPr kumimoji="0" lang="en-US" altLang="en-US" dirty="0"/>
          </a:p>
        </p:txBody>
      </p:sp>
      <p:sp>
        <p:nvSpPr>
          <p:cNvPr id="2" name="Slide Number Placeholder 3">
            <a:extLst>
              <a:ext uri="{FF2B5EF4-FFF2-40B4-BE49-F238E27FC236}">
                <a16:creationId xmlns:a16="http://schemas.microsoft.com/office/drawing/2014/main" id="{F14A8571-F293-C680-0A32-6121D05F27E5}"/>
              </a:ext>
            </a:extLst>
          </p:cNvPr>
          <p:cNvSpPr txBox="1">
            <a:spLocks/>
          </p:cNvSpPr>
          <p:nvPr/>
        </p:nvSpPr>
        <p:spPr bwMode="auto">
          <a:xfrm>
            <a:off x="8588829" y="6389912"/>
            <a:ext cx="413657" cy="3751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E2418860-B345-4524-9314-FE51DF6E4AD1}" type="slidenum">
              <a:rPr lang="en-US" altLang="en-PK" sz="1400" smtClean="0">
                <a:solidFill>
                  <a:schemeClr val="tx1"/>
                </a:solidFill>
              </a:rPr>
              <a:pPr/>
              <a:t>9</a:t>
            </a:fld>
            <a:endParaRPr lang="en-US" altLang="en-US" sz="1400" dirty="0">
              <a:solidFill>
                <a:schemeClr val="tx1"/>
              </a:solidFill>
              <a:latin typeface="Tahoma" panose="020B0604030504040204" pitchFamily="34" charset="0"/>
              <a:ea typeface="MS PGothic" panose="020B0600070205080204" pitchFamily="34" charset="-128"/>
            </a:endParaRPr>
          </a:p>
        </p:txBody>
      </p:sp>
    </p:spTree>
    <p:extLst>
      <p:ext uri="{BB962C8B-B14F-4D97-AF65-F5344CB8AC3E}">
        <p14:creationId xmlns:p14="http://schemas.microsoft.com/office/powerpoint/2010/main" val="4652844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3">
            <a:extLst>
              <a:ext uri="{FF2B5EF4-FFF2-40B4-BE49-F238E27FC236}">
                <a16:creationId xmlns:a16="http://schemas.microsoft.com/office/drawing/2014/main" id="{5EDA226E-372E-0CD0-D74A-BA1A0A3C4C97}"/>
              </a:ext>
            </a:extLst>
          </p:cNvPr>
          <p:cNvSpPr>
            <a:spLocks noGrp="1" noChangeArrowheads="1"/>
          </p:cNvSpPr>
          <p:nvPr>
            <p:ph type="body" idx="1"/>
          </p:nvPr>
        </p:nvSpPr>
        <p:spPr>
          <a:xfrm>
            <a:off x="361950" y="1073434"/>
            <a:ext cx="8426450" cy="5398136"/>
          </a:xfrm>
        </p:spPr>
        <p:txBody>
          <a:bodyPr/>
          <a:lstStyle/>
          <a:p>
            <a:pPr marL="0" indent="0" algn="ctr">
              <a:lnSpc>
                <a:spcPct val="110000"/>
              </a:lnSpc>
              <a:spcBef>
                <a:spcPts val="1800"/>
              </a:spcBef>
              <a:buNone/>
            </a:pPr>
            <a:r>
              <a:rPr lang="en-US" altLang="en-US" sz="2300" i="1" dirty="0"/>
              <a:t>Binding of instructions &amp; data to memory addresses</a:t>
            </a:r>
            <a:br>
              <a:rPr lang="en-US" altLang="en-US" sz="2300" i="1" dirty="0"/>
            </a:br>
            <a:r>
              <a:rPr lang="en-US" altLang="en-US" sz="2300" i="1" dirty="0"/>
              <a:t>can be done at any of the following stages</a:t>
            </a:r>
          </a:p>
          <a:p>
            <a:pPr>
              <a:lnSpc>
                <a:spcPct val="110000"/>
              </a:lnSpc>
              <a:spcBef>
                <a:spcPts val="1200"/>
              </a:spcBef>
            </a:pPr>
            <a:r>
              <a:rPr lang="en-US" altLang="en-US" sz="2300" b="1" dirty="0">
                <a:solidFill>
                  <a:srgbClr val="C00000"/>
                </a:solidFill>
              </a:rPr>
              <a:t>Compile time </a:t>
            </a:r>
            <a:r>
              <a:rPr lang="en-US" altLang="en-US" sz="2300" dirty="0">
                <a:solidFill>
                  <a:srgbClr val="C00000"/>
                </a:solidFill>
              </a:rPr>
              <a:t>:   </a:t>
            </a:r>
            <a:r>
              <a:rPr lang="en-US" altLang="en-US" sz="2300" dirty="0"/>
              <a:t>if memory location known a priori, </a:t>
            </a:r>
            <a:r>
              <a:rPr lang="en-US" altLang="en-US" sz="2300" b="1" dirty="0">
                <a:solidFill>
                  <a:srgbClr val="3366FF"/>
                </a:solidFill>
              </a:rPr>
              <a:t>absolute code</a:t>
            </a:r>
            <a:r>
              <a:rPr lang="en-US" altLang="en-US" sz="2300" dirty="0">
                <a:solidFill>
                  <a:srgbClr val="3366FF"/>
                </a:solidFill>
              </a:rPr>
              <a:t> </a:t>
            </a:r>
            <a:r>
              <a:rPr lang="en-US" altLang="en-US" sz="2300" dirty="0"/>
              <a:t>can be generated at compile time  </a:t>
            </a:r>
          </a:p>
          <a:p>
            <a:pPr lvl="2">
              <a:lnSpc>
                <a:spcPct val="110000"/>
              </a:lnSpc>
              <a:spcBef>
                <a:spcPts val="600"/>
              </a:spcBef>
            </a:pPr>
            <a:r>
              <a:rPr lang="en-US" altLang="en-US" dirty="0"/>
              <a:t>must recompile code if starting location changes</a:t>
            </a:r>
          </a:p>
          <a:p>
            <a:pPr>
              <a:lnSpc>
                <a:spcPct val="110000"/>
              </a:lnSpc>
              <a:spcBef>
                <a:spcPts val="1800"/>
              </a:spcBef>
            </a:pPr>
            <a:r>
              <a:rPr lang="en-US" altLang="en-US" sz="2300" b="1" dirty="0">
                <a:solidFill>
                  <a:srgbClr val="C00000"/>
                </a:solidFill>
              </a:rPr>
              <a:t>Load time :   </a:t>
            </a:r>
            <a:r>
              <a:rPr lang="en-US" altLang="en-US" sz="2300" dirty="0"/>
              <a:t>if memory location not known at compile time,  </a:t>
            </a:r>
            <a:r>
              <a:rPr lang="en-US" altLang="en-US" sz="2300" b="1" dirty="0">
                <a:solidFill>
                  <a:srgbClr val="3366FF"/>
                </a:solidFill>
              </a:rPr>
              <a:t>relocatable code</a:t>
            </a:r>
            <a:r>
              <a:rPr lang="en-US" altLang="en-US" sz="2300" dirty="0"/>
              <a:t> is generated – binding done at load time  </a:t>
            </a:r>
          </a:p>
          <a:p>
            <a:pPr>
              <a:lnSpc>
                <a:spcPct val="110000"/>
              </a:lnSpc>
              <a:spcBef>
                <a:spcPts val="1800"/>
              </a:spcBef>
            </a:pPr>
            <a:r>
              <a:rPr lang="en-US" altLang="en-US" sz="2300" b="1" dirty="0">
                <a:solidFill>
                  <a:srgbClr val="C00000"/>
                </a:solidFill>
              </a:rPr>
              <a:t>Execution time :   </a:t>
            </a:r>
            <a:r>
              <a:rPr lang="en-US" altLang="en-US" sz="2300" dirty="0"/>
              <a:t>if during execution, process can be moved from one memory segment to another, address binding delayed till run time </a:t>
            </a:r>
          </a:p>
          <a:p>
            <a:pPr lvl="2">
              <a:lnSpc>
                <a:spcPct val="110000"/>
              </a:lnSpc>
              <a:spcBef>
                <a:spcPts val="0"/>
              </a:spcBef>
            </a:pPr>
            <a:r>
              <a:rPr lang="en-US" altLang="en-US" dirty="0"/>
              <a:t>need hardware support for run time address mapping </a:t>
            </a:r>
            <a:br>
              <a:rPr lang="en-US" altLang="en-US" dirty="0"/>
            </a:br>
            <a:r>
              <a:rPr lang="en-US" altLang="en-US" sz="2100" i="1" dirty="0"/>
              <a:t>(</a:t>
            </a:r>
            <a:r>
              <a:rPr lang="en-US" altLang="en-US" sz="2100" i="1" dirty="0" err="1"/>
              <a:t>e.g</a:t>
            </a:r>
            <a:r>
              <a:rPr lang="en-US" altLang="en-US" sz="2100" i="1" dirty="0"/>
              <a:t>, relocation register)</a:t>
            </a:r>
          </a:p>
        </p:txBody>
      </p:sp>
      <p:sp>
        <p:nvSpPr>
          <p:cNvPr id="2" name="Slide Number Placeholder 3">
            <a:extLst>
              <a:ext uri="{FF2B5EF4-FFF2-40B4-BE49-F238E27FC236}">
                <a16:creationId xmlns:a16="http://schemas.microsoft.com/office/drawing/2014/main" id="{8F212EAD-BE12-EE6B-617D-3157886A2BB1}"/>
              </a:ext>
            </a:extLst>
          </p:cNvPr>
          <p:cNvSpPr txBox="1">
            <a:spLocks/>
          </p:cNvSpPr>
          <p:nvPr/>
        </p:nvSpPr>
        <p:spPr bwMode="auto">
          <a:xfrm>
            <a:off x="8588829" y="6389912"/>
            <a:ext cx="413657" cy="3751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E2418860-B345-4524-9314-FE51DF6E4AD1}" type="slidenum">
              <a:rPr lang="en-US" altLang="en-PK" sz="1400" smtClean="0">
                <a:solidFill>
                  <a:schemeClr val="tx1"/>
                </a:solidFill>
              </a:rPr>
              <a:pPr/>
              <a:t>10</a:t>
            </a:fld>
            <a:endParaRPr lang="en-US" altLang="en-US" sz="1400" dirty="0">
              <a:solidFill>
                <a:schemeClr val="tx1"/>
              </a:solidFill>
              <a:latin typeface="Tahoma" panose="020B0604030504040204" pitchFamily="34" charset="0"/>
              <a:ea typeface="MS PGothic" panose="020B0600070205080204" pitchFamily="34" charset="-128"/>
            </a:endParaRPr>
          </a:p>
        </p:txBody>
      </p:sp>
      <p:sp>
        <p:nvSpPr>
          <p:cNvPr id="4" name="Title 1">
            <a:extLst>
              <a:ext uri="{FF2B5EF4-FFF2-40B4-BE49-F238E27FC236}">
                <a16:creationId xmlns:a16="http://schemas.microsoft.com/office/drawing/2014/main" id="{8A013621-8156-6690-C9B7-876181FB5F82}"/>
              </a:ext>
            </a:extLst>
          </p:cNvPr>
          <p:cNvSpPr>
            <a:spLocks noGrp="1"/>
          </p:cNvSpPr>
          <p:nvPr>
            <p:ph type="title"/>
          </p:nvPr>
        </p:nvSpPr>
        <p:spPr>
          <a:xfrm>
            <a:off x="457200" y="188913"/>
            <a:ext cx="8229600" cy="576262"/>
          </a:xfrm>
        </p:spPr>
        <p:txBody>
          <a:bodyPr/>
          <a:lstStyle/>
          <a:p>
            <a:r>
              <a:rPr lang="en-US" altLang="en-US" dirty="0"/>
              <a:t>Address Binding</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95EBD232-5721-6676-D1AC-7D4B7BF4BB8A}"/>
              </a:ext>
            </a:extLst>
          </p:cNvPr>
          <p:cNvSpPr>
            <a:spLocks noGrp="1" noChangeArrowheads="1"/>
          </p:cNvSpPr>
          <p:nvPr>
            <p:ph type="title"/>
          </p:nvPr>
        </p:nvSpPr>
        <p:spPr>
          <a:xfrm>
            <a:off x="457200" y="115888"/>
            <a:ext cx="8229600" cy="576262"/>
          </a:xfrm>
        </p:spPr>
        <p:txBody>
          <a:bodyPr/>
          <a:lstStyle/>
          <a:p>
            <a:pPr eaLnBrk="1" hangingPunct="1"/>
            <a:r>
              <a:rPr lang="en-US" altLang="en-US" dirty="0"/>
              <a:t>Static &amp; Dynamic Linking</a:t>
            </a:r>
          </a:p>
        </p:txBody>
      </p:sp>
      <p:sp>
        <p:nvSpPr>
          <p:cNvPr id="15363" name="Rectangle 3">
            <a:extLst>
              <a:ext uri="{FF2B5EF4-FFF2-40B4-BE49-F238E27FC236}">
                <a16:creationId xmlns:a16="http://schemas.microsoft.com/office/drawing/2014/main" id="{5AA754DE-B2A1-5612-8EA6-DC28D7E116D5}"/>
              </a:ext>
            </a:extLst>
          </p:cNvPr>
          <p:cNvSpPr>
            <a:spLocks noGrp="1" noChangeArrowheads="1"/>
          </p:cNvSpPr>
          <p:nvPr>
            <p:ph type="body" idx="1"/>
          </p:nvPr>
        </p:nvSpPr>
        <p:spPr>
          <a:xfrm>
            <a:off x="416560" y="1097280"/>
            <a:ext cx="8412130" cy="5527040"/>
          </a:xfrm>
        </p:spPr>
        <p:txBody>
          <a:bodyPr/>
          <a:lstStyle/>
          <a:p>
            <a:pPr>
              <a:spcBef>
                <a:spcPts val="1800"/>
              </a:spcBef>
            </a:pPr>
            <a:r>
              <a:rPr lang="en-US" altLang="en-US" sz="2300" dirty="0"/>
              <a:t>System libraries need to be linked with user programs</a:t>
            </a:r>
          </a:p>
          <a:p>
            <a:pPr>
              <a:spcBef>
                <a:spcPts val="1200"/>
              </a:spcBef>
            </a:pPr>
            <a:r>
              <a:rPr lang="en-US" altLang="en-US" b="1" dirty="0">
                <a:solidFill>
                  <a:srgbClr val="3366FF"/>
                </a:solidFill>
              </a:rPr>
              <a:t>Static linking</a:t>
            </a:r>
            <a:r>
              <a:rPr lang="en-US" altLang="en-US" dirty="0"/>
              <a:t> </a:t>
            </a:r>
          </a:p>
          <a:p>
            <a:pPr lvl="1">
              <a:spcBef>
                <a:spcPts val="600"/>
              </a:spcBef>
            </a:pPr>
            <a:r>
              <a:rPr lang="en-US" dirty="0"/>
              <a:t>necessary library code included in executable at compile time</a:t>
            </a:r>
            <a:r>
              <a:rPr lang="en-US" altLang="en-US" dirty="0"/>
              <a:t> </a:t>
            </a:r>
          </a:p>
          <a:p>
            <a:pPr lvl="1">
              <a:spcBef>
                <a:spcPts val="600"/>
              </a:spcBef>
            </a:pPr>
            <a:r>
              <a:rPr lang="en-US" altLang="en-US" dirty="0"/>
              <a:t>generates complete binary image of program – </a:t>
            </a:r>
            <a:r>
              <a:rPr lang="en-US" dirty="0"/>
              <a:t>library code is made part of executable</a:t>
            </a:r>
            <a:endParaRPr lang="en-US" altLang="en-US" dirty="0"/>
          </a:p>
          <a:p>
            <a:pPr>
              <a:spcBef>
                <a:spcPts val="1200"/>
              </a:spcBef>
            </a:pPr>
            <a:r>
              <a:rPr lang="en-US" altLang="en-US" b="1" dirty="0">
                <a:solidFill>
                  <a:srgbClr val="3366FF"/>
                </a:solidFill>
              </a:rPr>
              <a:t>Dynamic linking  </a:t>
            </a:r>
          </a:p>
          <a:p>
            <a:pPr lvl="1">
              <a:spcBef>
                <a:spcPts val="600"/>
              </a:spcBef>
            </a:pPr>
            <a:r>
              <a:rPr lang="en-US" dirty="0"/>
              <a:t>linking done at load time or runtime</a:t>
            </a:r>
          </a:p>
          <a:p>
            <a:pPr lvl="1">
              <a:spcBef>
                <a:spcPts val="600"/>
              </a:spcBef>
            </a:pPr>
            <a:r>
              <a:rPr lang="en-US" dirty="0"/>
              <a:t>library code not included in executable – instead, references to  shared libraries are included</a:t>
            </a:r>
          </a:p>
          <a:p>
            <a:pPr lvl="1">
              <a:spcBef>
                <a:spcPts val="600"/>
              </a:spcBef>
            </a:pPr>
            <a:r>
              <a:rPr lang="en-US" dirty="0"/>
              <a:t>necessary code is linked when program starts or when code is first needed</a:t>
            </a:r>
            <a:r>
              <a:rPr lang="en-US" altLang="en-US" dirty="0"/>
              <a:t> </a:t>
            </a:r>
          </a:p>
          <a:p>
            <a:pPr lvl="1">
              <a:spcBef>
                <a:spcPts val="1200"/>
              </a:spcBef>
            </a:pPr>
            <a:r>
              <a:rPr lang="en-US" dirty="0"/>
              <a:t>i</a:t>
            </a:r>
            <a:r>
              <a:rPr kumimoji="1" lang="en-US" dirty="0"/>
              <a:t>f library code not in memory, it is loaded at this time</a:t>
            </a:r>
          </a:p>
        </p:txBody>
      </p:sp>
      <p:sp>
        <p:nvSpPr>
          <p:cNvPr id="2" name="Slide Number Placeholder 3">
            <a:extLst>
              <a:ext uri="{FF2B5EF4-FFF2-40B4-BE49-F238E27FC236}">
                <a16:creationId xmlns:a16="http://schemas.microsoft.com/office/drawing/2014/main" id="{A3841B2B-BA20-02C2-8031-D00D668FB321}"/>
              </a:ext>
            </a:extLst>
          </p:cNvPr>
          <p:cNvSpPr txBox="1">
            <a:spLocks/>
          </p:cNvSpPr>
          <p:nvPr/>
        </p:nvSpPr>
        <p:spPr bwMode="auto">
          <a:xfrm>
            <a:off x="8588829" y="6389912"/>
            <a:ext cx="413657" cy="3751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E2418860-B345-4524-9314-FE51DF6E4AD1}" type="slidenum">
              <a:rPr lang="en-US" altLang="en-PK" sz="1400" smtClean="0">
                <a:solidFill>
                  <a:schemeClr val="tx1"/>
                </a:solidFill>
              </a:rPr>
              <a:pPr/>
              <a:t>11</a:t>
            </a:fld>
            <a:endParaRPr lang="en-US" altLang="en-US" sz="1400" dirty="0">
              <a:solidFill>
                <a:schemeClr val="tx1"/>
              </a:solidFill>
              <a:latin typeface="Tahoma" panose="020B0604030504040204" pitchFamily="34" charset="0"/>
              <a:ea typeface="MS PGothic" panose="020B0600070205080204" pitchFamily="34" charset="-128"/>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3"/>
          <p:cNvSpPr>
            <a:spLocks noGrp="1"/>
          </p:cNvSpPr>
          <p:nvPr>
            <p:ph type="body" idx="1"/>
          </p:nvPr>
        </p:nvSpPr>
        <p:spPr>
          <a:xfrm>
            <a:off x="447040" y="1087120"/>
            <a:ext cx="8361680" cy="5770880"/>
          </a:xfrm>
        </p:spPr>
        <p:txBody>
          <a:bodyPr>
            <a:normAutofit/>
          </a:bodyPr>
          <a:lstStyle/>
          <a:p>
            <a:pPr algn="just">
              <a:spcBef>
                <a:spcPts val="1000"/>
              </a:spcBef>
            </a:pPr>
            <a:r>
              <a:rPr kumimoji="1" lang="en-US" b="1" dirty="0">
                <a:solidFill>
                  <a:srgbClr val="C00000"/>
                </a:solidFill>
              </a:rPr>
              <a:t>Advantages of Dynamic Linking</a:t>
            </a:r>
            <a:endParaRPr kumimoji="1" lang="en-US" dirty="0">
              <a:solidFill>
                <a:srgbClr val="C00000"/>
              </a:solidFill>
            </a:endParaRPr>
          </a:p>
          <a:p>
            <a:pPr lvl="1" algn="just">
              <a:spcBef>
                <a:spcPts val="1000"/>
              </a:spcBef>
            </a:pPr>
            <a:r>
              <a:rPr lang="en-US" dirty="0"/>
              <a:t>less disk space needed to store binaries</a:t>
            </a:r>
          </a:p>
          <a:p>
            <a:pPr lvl="1" algn="just">
              <a:spcBef>
                <a:spcPts val="1000"/>
              </a:spcBef>
            </a:pPr>
            <a:r>
              <a:rPr lang="en-US" dirty="0"/>
              <a:t>less memory space needed by process</a:t>
            </a:r>
          </a:p>
          <a:p>
            <a:pPr lvl="1" algn="just">
              <a:spcBef>
                <a:spcPts val="1000"/>
              </a:spcBef>
            </a:pPr>
            <a:r>
              <a:rPr lang="en-US" dirty="0"/>
              <a:t>l</a:t>
            </a:r>
            <a:r>
              <a:rPr kumimoji="1" lang="en-US" dirty="0"/>
              <a:t>ess time needed to load a program</a:t>
            </a:r>
          </a:p>
          <a:p>
            <a:pPr lvl="1" algn="just">
              <a:spcBef>
                <a:spcPts val="1000"/>
              </a:spcBef>
            </a:pPr>
            <a:r>
              <a:rPr lang="en-US" dirty="0"/>
              <a:t>allows shared usage of libraries</a:t>
            </a:r>
            <a:endParaRPr kumimoji="1" lang="en-US" dirty="0"/>
          </a:p>
          <a:p>
            <a:pPr algn="just">
              <a:spcBef>
                <a:spcPts val="2400"/>
              </a:spcBef>
            </a:pPr>
            <a:r>
              <a:rPr kumimoji="1" lang="en-US" b="1" dirty="0">
                <a:solidFill>
                  <a:srgbClr val="C00000"/>
                </a:solidFill>
              </a:rPr>
              <a:t>Disadvantages</a:t>
            </a:r>
            <a:r>
              <a:rPr kumimoji="1" lang="en-US" dirty="0">
                <a:solidFill>
                  <a:srgbClr val="C00000"/>
                </a:solidFill>
              </a:rPr>
              <a:t> </a:t>
            </a:r>
            <a:r>
              <a:rPr kumimoji="1" lang="en-US" b="1" dirty="0">
                <a:solidFill>
                  <a:srgbClr val="C00000"/>
                </a:solidFill>
              </a:rPr>
              <a:t>of Dynamic Linking</a:t>
            </a:r>
          </a:p>
          <a:p>
            <a:pPr lvl="1">
              <a:spcBef>
                <a:spcPts val="1000"/>
              </a:spcBef>
            </a:pPr>
            <a:r>
              <a:rPr lang="en-US" dirty="0"/>
              <a:t>t</a:t>
            </a:r>
            <a:r>
              <a:rPr kumimoji="1" lang="en-US" dirty="0"/>
              <a:t>ime consuming run time activity</a:t>
            </a:r>
          </a:p>
          <a:p>
            <a:pPr lvl="1">
              <a:spcBef>
                <a:spcPts val="1000"/>
              </a:spcBef>
            </a:pPr>
            <a:r>
              <a:rPr kumimoji="1" lang="en-US" dirty="0"/>
              <a:t>results in slower program execution</a:t>
            </a:r>
            <a:endParaRPr lang="en-US" dirty="0"/>
          </a:p>
          <a:p>
            <a:pPr algn="just">
              <a:spcBef>
                <a:spcPts val="1800"/>
              </a:spcBef>
            </a:pPr>
            <a:r>
              <a:rPr kumimoji="1" lang="en-US" b="1" dirty="0" err="1">
                <a:solidFill>
                  <a:srgbClr val="0000CC"/>
                </a:solidFill>
              </a:rPr>
              <a:t>gcc</a:t>
            </a:r>
            <a:r>
              <a:rPr kumimoji="1" lang="en-US" b="1" dirty="0">
                <a:solidFill>
                  <a:srgbClr val="0000CC"/>
                </a:solidFill>
              </a:rPr>
              <a:t> compiler </a:t>
            </a:r>
            <a:r>
              <a:rPr kumimoji="1" lang="en-US" dirty="0"/>
              <a:t>uses dynamic linking by default </a:t>
            </a:r>
          </a:p>
          <a:p>
            <a:pPr lvl="2" algn="just">
              <a:spcBef>
                <a:spcPts val="1000"/>
              </a:spcBef>
            </a:pPr>
            <a:r>
              <a:rPr kumimoji="1" lang="en-US" dirty="0"/>
              <a:t>use  </a:t>
            </a:r>
            <a:r>
              <a:rPr kumimoji="1" lang="en-US" b="1" dirty="0">
                <a:solidFill>
                  <a:srgbClr val="0000CC"/>
                </a:solidFill>
              </a:rPr>
              <a:t>–static  </a:t>
            </a:r>
            <a:r>
              <a:rPr kumimoji="1" lang="en-US" dirty="0"/>
              <a:t>option to force static linking</a:t>
            </a:r>
          </a:p>
          <a:p>
            <a:pPr algn="just">
              <a:spcBef>
                <a:spcPts val="1000"/>
              </a:spcBef>
            </a:pPr>
            <a:endParaRPr lang="en-US" dirty="0"/>
          </a:p>
        </p:txBody>
      </p:sp>
      <p:sp>
        <p:nvSpPr>
          <p:cNvPr id="2" name="Slide Number Placeholder 3">
            <a:extLst>
              <a:ext uri="{FF2B5EF4-FFF2-40B4-BE49-F238E27FC236}">
                <a16:creationId xmlns:a16="http://schemas.microsoft.com/office/drawing/2014/main" id="{14A920F5-52DD-8F01-4F59-98A5E27F0328}"/>
              </a:ext>
            </a:extLst>
          </p:cNvPr>
          <p:cNvSpPr txBox="1">
            <a:spLocks/>
          </p:cNvSpPr>
          <p:nvPr/>
        </p:nvSpPr>
        <p:spPr bwMode="auto">
          <a:xfrm>
            <a:off x="8588829" y="6389912"/>
            <a:ext cx="413657" cy="3751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E2418860-B345-4524-9314-FE51DF6E4AD1}" type="slidenum">
              <a:rPr lang="en-US" altLang="en-PK" sz="1400" smtClean="0">
                <a:solidFill>
                  <a:schemeClr val="tx1"/>
                </a:solidFill>
              </a:rPr>
              <a:pPr/>
              <a:t>12</a:t>
            </a:fld>
            <a:endParaRPr lang="en-US" altLang="en-US" sz="1400" dirty="0">
              <a:solidFill>
                <a:schemeClr val="tx1"/>
              </a:solidFill>
              <a:latin typeface="Tahoma" panose="020B0604030504040204" pitchFamily="34" charset="0"/>
              <a:ea typeface="MS PGothic" panose="020B0600070205080204" pitchFamily="34" charset="-128"/>
            </a:endParaRPr>
          </a:p>
        </p:txBody>
      </p:sp>
      <p:sp>
        <p:nvSpPr>
          <p:cNvPr id="5" name="Rectangle 2">
            <a:extLst>
              <a:ext uri="{FF2B5EF4-FFF2-40B4-BE49-F238E27FC236}">
                <a16:creationId xmlns:a16="http://schemas.microsoft.com/office/drawing/2014/main" id="{566A6CCB-1ECB-5C1D-A3CA-B315A56BF57B}"/>
              </a:ext>
            </a:extLst>
          </p:cNvPr>
          <p:cNvSpPr>
            <a:spLocks noGrp="1" noChangeArrowheads="1"/>
          </p:cNvSpPr>
          <p:nvPr>
            <p:ph type="title"/>
          </p:nvPr>
        </p:nvSpPr>
        <p:spPr>
          <a:xfrm>
            <a:off x="457200" y="115888"/>
            <a:ext cx="8229600" cy="576262"/>
          </a:xfrm>
        </p:spPr>
        <p:txBody>
          <a:bodyPr/>
          <a:lstStyle/>
          <a:p>
            <a:pPr eaLnBrk="1" hangingPunct="1"/>
            <a:r>
              <a:rPr lang="en-US" altLang="en-US" dirty="0"/>
              <a:t>Static &amp; Dynamic Linking</a:t>
            </a:r>
          </a:p>
        </p:txBody>
      </p:sp>
    </p:spTree>
    <p:extLst>
      <p:ext uri="{BB962C8B-B14F-4D97-AF65-F5344CB8AC3E}">
        <p14:creationId xmlns:p14="http://schemas.microsoft.com/office/powerpoint/2010/main" val="3314543366"/>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Rectangle 3"/>
          <p:cNvSpPr>
            <a:spLocks noGrp="1"/>
          </p:cNvSpPr>
          <p:nvPr>
            <p:ph type="body" idx="1"/>
          </p:nvPr>
        </p:nvSpPr>
        <p:spPr>
          <a:xfrm>
            <a:off x="406400" y="1168399"/>
            <a:ext cx="8596086" cy="5495019"/>
          </a:xfrm>
        </p:spPr>
        <p:txBody>
          <a:bodyPr>
            <a:normAutofit/>
          </a:bodyPr>
          <a:lstStyle/>
          <a:p>
            <a:pPr>
              <a:spcBef>
                <a:spcPts val="600"/>
              </a:spcBef>
            </a:pPr>
            <a:r>
              <a:rPr kumimoji="1" lang="en-US" altLang="ko-KR" b="1" dirty="0">
                <a:solidFill>
                  <a:srgbClr val="C00000"/>
                </a:solidFill>
                <a:ea typeface="굴림" charset="-127"/>
              </a:rPr>
              <a:t>Logical address  </a:t>
            </a:r>
            <a:r>
              <a:rPr kumimoji="1" lang="en-US" altLang="ko-KR" dirty="0">
                <a:ea typeface="굴림" charset="-127"/>
              </a:rPr>
              <a:t> </a:t>
            </a:r>
            <a:r>
              <a:rPr lang="en-US" altLang="ko-KR" dirty="0">
                <a:ea typeface="굴림" charset="-127"/>
              </a:rPr>
              <a:t> </a:t>
            </a:r>
          </a:p>
          <a:p>
            <a:pPr lvl="1">
              <a:spcBef>
                <a:spcPts val="600"/>
              </a:spcBef>
            </a:pPr>
            <a:r>
              <a:rPr kumimoji="1" lang="en-US" altLang="ko-KR" dirty="0">
                <a:ea typeface="굴림" charset="-127"/>
              </a:rPr>
              <a:t>address generated by CPU during program execution</a:t>
            </a:r>
          </a:p>
          <a:p>
            <a:pPr lvl="1">
              <a:spcBef>
                <a:spcPts val="600"/>
              </a:spcBef>
            </a:pPr>
            <a:r>
              <a:rPr lang="en-US" altLang="ko-KR" dirty="0">
                <a:ea typeface="굴림" charset="-127"/>
              </a:rPr>
              <a:t>address where</a:t>
            </a:r>
            <a:r>
              <a:rPr kumimoji="1" lang="en-US" altLang="ko-KR" dirty="0">
                <a:ea typeface="굴림" charset="-127"/>
              </a:rPr>
              <a:t> data</a:t>
            </a:r>
            <a:r>
              <a:rPr lang="en-US" altLang="ko-KR" dirty="0">
                <a:ea typeface="굴림" charset="-127"/>
              </a:rPr>
              <a:t>/</a:t>
            </a:r>
            <a:r>
              <a:rPr kumimoji="1" lang="en-US" altLang="ko-KR" dirty="0">
                <a:ea typeface="굴림" charset="-127"/>
              </a:rPr>
              <a:t>code appear to </a:t>
            </a:r>
            <a:r>
              <a:rPr lang="en-US" altLang="ko-KR" dirty="0">
                <a:ea typeface="굴림" charset="-127"/>
              </a:rPr>
              <a:t>reside, </a:t>
            </a:r>
            <a:r>
              <a:rPr lang="en-US" dirty="0">
                <a:ea typeface="굴림" charset="-127"/>
              </a:rPr>
              <a:t>from the perspective of an executing program</a:t>
            </a:r>
            <a:endParaRPr lang="en-US" altLang="ko-KR" dirty="0">
              <a:ea typeface="굴림" charset="-127"/>
            </a:endParaRPr>
          </a:p>
          <a:p>
            <a:pPr>
              <a:spcBef>
                <a:spcPts val="1200"/>
              </a:spcBef>
            </a:pPr>
            <a:r>
              <a:rPr lang="en-US" altLang="ko-KR" b="1" dirty="0">
                <a:solidFill>
                  <a:srgbClr val="C00000"/>
                </a:solidFill>
                <a:ea typeface="굴림" charset="-127"/>
              </a:rPr>
              <a:t>Phys</a:t>
            </a:r>
            <a:r>
              <a:rPr kumimoji="1" lang="en-US" altLang="ko-KR" b="1" dirty="0">
                <a:solidFill>
                  <a:srgbClr val="C00000"/>
                </a:solidFill>
                <a:ea typeface="굴림" charset="-127"/>
              </a:rPr>
              <a:t>ical address  </a:t>
            </a:r>
            <a:r>
              <a:rPr kumimoji="1" lang="en-US" altLang="ko-KR" dirty="0">
                <a:ea typeface="굴림" charset="-127"/>
              </a:rPr>
              <a:t> </a:t>
            </a:r>
            <a:r>
              <a:rPr lang="en-US" altLang="ko-KR" dirty="0">
                <a:ea typeface="굴림" charset="-127"/>
              </a:rPr>
              <a:t> </a:t>
            </a:r>
          </a:p>
          <a:p>
            <a:pPr lvl="1">
              <a:spcBef>
                <a:spcPts val="600"/>
              </a:spcBef>
            </a:pPr>
            <a:r>
              <a:rPr kumimoji="1" lang="en-US" altLang="ko-KR" dirty="0">
                <a:ea typeface="굴림" charset="-127"/>
              </a:rPr>
              <a:t>address </a:t>
            </a:r>
            <a:r>
              <a:rPr lang="en-US" altLang="ko-KR" dirty="0">
                <a:ea typeface="굴림" charset="-127"/>
              </a:rPr>
              <a:t>generated</a:t>
            </a:r>
            <a:r>
              <a:rPr kumimoji="1" lang="en-US" altLang="ko-KR" dirty="0">
                <a:ea typeface="굴림" charset="-127"/>
              </a:rPr>
              <a:t> by MMU</a:t>
            </a:r>
          </a:p>
          <a:p>
            <a:pPr lvl="1">
              <a:spcBef>
                <a:spcPts val="600"/>
              </a:spcBef>
            </a:pPr>
            <a:r>
              <a:rPr kumimoji="1" lang="en-US" altLang="ko-KR" dirty="0">
                <a:ea typeface="굴림" charset="-127"/>
              </a:rPr>
              <a:t>refers to an actual location in physical memory (RAM)</a:t>
            </a:r>
            <a:endParaRPr lang="en-US" altLang="ko-KR" dirty="0">
              <a:ea typeface="굴림" charset="-127"/>
            </a:endParaRPr>
          </a:p>
          <a:p>
            <a:pPr marL="1147763" lvl="1" indent="0">
              <a:spcBef>
                <a:spcPts val="600"/>
              </a:spcBef>
              <a:buNone/>
            </a:pPr>
            <a:r>
              <a:rPr kumimoji="1" lang="en-US" altLang="ko-KR" dirty="0">
                <a:solidFill>
                  <a:srgbClr val="C00000"/>
                </a:solidFill>
                <a:ea typeface="굴림" charset="-127"/>
              </a:rPr>
              <a:t>Logical Address  </a:t>
            </a:r>
            <a:r>
              <a:rPr kumimoji="1" lang="en-US" altLang="ko-KR" sz="2800" dirty="0">
                <a:ea typeface="굴림" charset="-127"/>
              </a:rPr>
              <a:t>≠ </a:t>
            </a:r>
            <a:r>
              <a:rPr kumimoji="1" lang="en-US" altLang="ko-KR" dirty="0">
                <a:ea typeface="굴림" charset="-127"/>
              </a:rPr>
              <a:t>  </a:t>
            </a:r>
            <a:r>
              <a:rPr lang="en-US" altLang="ko-KR" dirty="0">
                <a:solidFill>
                  <a:srgbClr val="C00000"/>
                </a:solidFill>
                <a:ea typeface="굴림" charset="-127"/>
              </a:rPr>
              <a:t>a</a:t>
            </a:r>
            <a:r>
              <a:rPr kumimoji="1" lang="en-US" altLang="ko-KR" dirty="0">
                <a:solidFill>
                  <a:srgbClr val="C00000"/>
                </a:solidFill>
                <a:ea typeface="굴림" charset="-127"/>
              </a:rPr>
              <a:t>ctual Physical RAM Address</a:t>
            </a:r>
          </a:p>
          <a:p>
            <a:pPr>
              <a:spcBef>
                <a:spcPts val="1200"/>
              </a:spcBef>
            </a:pPr>
            <a:r>
              <a:rPr kumimoji="1" lang="en-US" altLang="ko-KR" sz="2200" dirty="0">
                <a:ea typeface="굴림" charset="-127"/>
              </a:rPr>
              <a:t>When process tries to access a Logical address, system </a:t>
            </a:r>
            <a:r>
              <a:rPr kumimoji="1" lang="en-US" altLang="ko-KR" sz="2200" dirty="0">
                <a:solidFill>
                  <a:srgbClr val="C00000"/>
                </a:solidFill>
                <a:ea typeface="굴림" charset="-127"/>
              </a:rPr>
              <a:t>translates</a:t>
            </a:r>
            <a:r>
              <a:rPr kumimoji="1" lang="en-US" altLang="ko-KR" sz="2200" dirty="0">
                <a:ea typeface="굴림" charset="-127"/>
              </a:rPr>
              <a:t> it to Physical address</a:t>
            </a:r>
          </a:p>
          <a:p>
            <a:pPr lvl="1">
              <a:spcBef>
                <a:spcPts val="600"/>
              </a:spcBef>
            </a:pPr>
            <a:r>
              <a:rPr kumimoji="1" lang="en-US" altLang="ko-KR" dirty="0">
                <a:ea typeface="굴림" charset="-127"/>
              </a:rPr>
              <a:t>Logical to Physical address mapping</a:t>
            </a:r>
          </a:p>
        </p:txBody>
      </p:sp>
      <p:sp>
        <p:nvSpPr>
          <p:cNvPr id="3" name="Rectangle 2">
            <a:extLst>
              <a:ext uri="{FF2B5EF4-FFF2-40B4-BE49-F238E27FC236}">
                <a16:creationId xmlns:a16="http://schemas.microsoft.com/office/drawing/2014/main" id="{8FD1A046-072F-0FBC-7367-9CA3D56E7BFC}"/>
              </a:ext>
            </a:extLst>
          </p:cNvPr>
          <p:cNvSpPr txBox="1">
            <a:spLocks/>
          </p:cNvSpPr>
          <p:nvPr/>
        </p:nvSpPr>
        <p:spPr bwMode="auto">
          <a:xfrm>
            <a:off x="904240" y="40640"/>
            <a:ext cx="8239760" cy="721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noAutofit/>
          </a:bodyPr>
          <a:lstStyle>
            <a:lvl1pPr algn="ctr" rtl="0" eaLnBrk="0" fontAlgn="base" hangingPunct="0">
              <a:spcBef>
                <a:spcPct val="0"/>
              </a:spcBef>
              <a:spcAft>
                <a:spcPct val="0"/>
              </a:spcAft>
              <a:defRPr sz="3200" b="1">
                <a:solidFill>
                  <a:srgbClr val="006699"/>
                </a:solidFill>
                <a:latin typeface="+mj-lt"/>
                <a:ea typeface="MS PGothic" pitchFamily="34" charset="-128"/>
                <a:cs typeface="ＭＳ Ｐゴシック" charset="-128"/>
              </a:defRPr>
            </a:lvl1pPr>
            <a:lvl2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2pPr>
            <a:lvl3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3pPr>
            <a:lvl4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4pPr>
            <a:lvl5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5pPr>
            <a:lvl6pPr marL="457200" algn="ctr" rtl="0" fontAlgn="base">
              <a:spcBef>
                <a:spcPct val="0"/>
              </a:spcBef>
              <a:spcAft>
                <a:spcPct val="0"/>
              </a:spcAft>
              <a:defRPr sz="3200" b="1">
                <a:solidFill>
                  <a:srgbClr val="006699"/>
                </a:solidFill>
                <a:latin typeface="Arial" charset="0"/>
              </a:defRPr>
            </a:lvl6pPr>
            <a:lvl7pPr marL="914400" algn="ctr" rtl="0" fontAlgn="base">
              <a:spcBef>
                <a:spcPct val="0"/>
              </a:spcBef>
              <a:spcAft>
                <a:spcPct val="0"/>
              </a:spcAft>
              <a:defRPr sz="3200" b="1">
                <a:solidFill>
                  <a:srgbClr val="006699"/>
                </a:solidFill>
                <a:latin typeface="Arial" charset="0"/>
              </a:defRPr>
            </a:lvl7pPr>
            <a:lvl8pPr marL="1371600" algn="ctr" rtl="0" fontAlgn="base">
              <a:spcBef>
                <a:spcPct val="0"/>
              </a:spcBef>
              <a:spcAft>
                <a:spcPct val="0"/>
              </a:spcAft>
              <a:defRPr sz="3200" b="1">
                <a:solidFill>
                  <a:srgbClr val="006699"/>
                </a:solidFill>
                <a:latin typeface="Arial" charset="0"/>
              </a:defRPr>
            </a:lvl8pPr>
            <a:lvl9pPr marL="1828800" algn="ctr" rtl="0" fontAlgn="base">
              <a:spcBef>
                <a:spcPct val="0"/>
              </a:spcBef>
              <a:spcAft>
                <a:spcPct val="0"/>
              </a:spcAft>
              <a:defRPr sz="3200" b="1">
                <a:solidFill>
                  <a:srgbClr val="006699"/>
                </a:solidFill>
                <a:latin typeface="Arial" charset="0"/>
              </a:defRPr>
            </a:lvl9pPr>
          </a:lstStyle>
          <a:p>
            <a:r>
              <a:rPr lang="en-US" kern="0" dirty="0"/>
              <a:t>Logical &amp; Physical Address</a:t>
            </a:r>
          </a:p>
        </p:txBody>
      </p:sp>
      <p:sp>
        <p:nvSpPr>
          <p:cNvPr id="7" name="Slide Number Placeholder 3">
            <a:extLst>
              <a:ext uri="{FF2B5EF4-FFF2-40B4-BE49-F238E27FC236}">
                <a16:creationId xmlns:a16="http://schemas.microsoft.com/office/drawing/2014/main" id="{9FA85943-AE2A-5610-1B8C-14266AC14C89}"/>
              </a:ext>
            </a:extLst>
          </p:cNvPr>
          <p:cNvSpPr txBox="1">
            <a:spLocks/>
          </p:cNvSpPr>
          <p:nvPr/>
        </p:nvSpPr>
        <p:spPr bwMode="auto">
          <a:xfrm>
            <a:off x="8588829" y="6389912"/>
            <a:ext cx="413657" cy="3751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E2418860-B345-4524-9314-FE51DF6E4AD1}" type="slidenum">
              <a:rPr lang="en-US" altLang="en-PK" sz="1400" smtClean="0">
                <a:solidFill>
                  <a:schemeClr val="tx1"/>
                </a:solidFill>
              </a:rPr>
              <a:pPr/>
              <a:t>13</a:t>
            </a:fld>
            <a:endParaRPr lang="en-US" altLang="en-US" sz="1400" dirty="0">
              <a:solidFill>
                <a:schemeClr val="tx1"/>
              </a:solidFill>
              <a:latin typeface="Tahoma" panose="020B0604030504040204" pitchFamily="34" charset="0"/>
              <a:ea typeface="MS PGothic" panose="020B0600070205080204" pitchFamily="34" charset="-128"/>
            </a:endParaRPr>
          </a:p>
        </p:txBody>
      </p:sp>
    </p:spTree>
    <p:extLst>
      <p:ext uri="{BB962C8B-B14F-4D97-AF65-F5344CB8AC3E}">
        <p14:creationId xmlns:p14="http://schemas.microsoft.com/office/powerpoint/2010/main" val="3836431083"/>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9D0674FA-B6D4-27E1-AB1B-004E1D354800}"/>
              </a:ext>
            </a:extLst>
          </p:cNvPr>
          <p:cNvPicPr>
            <a:picLocks noChangeAspect="1"/>
          </p:cNvPicPr>
          <p:nvPr/>
        </p:nvPicPr>
        <p:blipFill>
          <a:blip r:embed="rId2"/>
          <a:stretch>
            <a:fillRect/>
          </a:stretch>
        </p:blipFill>
        <p:spPr>
          <a:xfrm>
            <a:off x="935616" y="1124645"/>
            <a:ext cx="7272768" cy="5154235"/>
          </a:xfrm>
          <a:prstGeom prst="rect">
            <a:avLst/>
          </a:prstGeom>
        </p:spPr>
      </p:pic>
      <p:sp>
        <p:nvSpPr>
          <p:cNvPr id="10" name="Rectangle 2">
            <a:extLst>
              <a:ext uri="{FF2B5EF4-FFF2-40B4-BE49-F238E27FC236}">
                <a16:creationId xmlns:a16="http://schemas.microsoft.com/office/drawing/2014/main" id="{E87FE065-54B8-2155-0905-06C1AE1E2E40}"/>
              </a:ext>
            </a:extLst>
          </p:cNvPr>
          <p:cNvSpPr txBox="1">
            <a:spLocks/>
          </p:cNvSpPr>
          <p:nvPr/>
        </p:nvSpPr>
        <p:spPr bwMode="auto">
          <a:xfrm>
            <a:off x="904240" y="40640"/>
            <a:ext cx="8239760" cy="721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noAutofit/>
          </a:bodyPr>
          <a:lstStyle>
            <a:lvl1pPr algn="ctr" rtl="0" eaLnBrk="0" fontAlgn="base" hangingPunct="0">
              <a:spcBef>
                <a:spcPct val="0"/>
              </a:spcBef>
              <a:spcAft>
                <a:spcPct val="0"/>
              </a:spcAft>
              <a:defRPr sz="3200" b="1">
                <a:solidFill>
                  <a:srgbClr val="006699"/>
                </a:solidFill>
                <a:latin typeface="+mj-lt"/>
                <a:ea typeface="MS PGothic" pitchFamily="34" charset="-128"/>
                <a:cs typeface="ＭＳ Ｐゴシック" charset="-128"/>
              </a:defRPr>
            </a:lvl1pPr>
            <a:lvl2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2pPr>
            <a:lvl3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3pPr>
            <a:lvl4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4pPr>
            <a:lvl5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5pPr>
            <a:lvl6pPr marL="457200" algn="ctr" rtl="0" fontAlgn="base">
              <a:spcBef>
                <a:spcPct val="0"/>
              </a:spcBef>
              <a:spcAft>
                <a:spcPct val="0"/>
              </a:spcAft>
              <a:defRPr sz="3200" b="1">
                <a:solidFill>
                  <a:srgbClr val="006699"/>
                </a:solidFill>
                <a:latin typeface="Arial" charset="0"/>
              </a:defRPr>
            </a:lvl6pPr>
            <a:lvl7pPr marL="914400" algn="ctr" rtl="0" fontAlgn="base">
              <a:spcBef>
                <a:spcPct val="0"/>
              </a:spcBef>
              <a:spcAft>
                <a:spcPct val="0"/>
              </a:spcAft>
              <a:defRPr sz="3200" b="1">
                <a:solidFill>
                  <a:srgbClr val="006699"/>
                </a:solidFill>
                <a:latin typeface="Arial" charset="0"/>
              </a:defRPr>
            </a:lvl7pPr>
            <a:lvl8pPr marL="1371600" algn="ctr" rtl="0" fontAlgn="base">
              <a:spcBef>
                <a:spcPct val="0"/>
              </a:spcBef>
              <a:spcAft>
                <a:spcPct val="0"/>
              </a:spcAft>
              <a:defRPr sz="3200" b="1">
                <a:solidFill>
                  <a:srgbClr val="006699"/>
                </a:solidFill>
                <a:latin typeface="Arial" charset="0"/>
              </a:defRPr>
            </a:lvl8pPr>
            <a:lvl9pPr marL="1828800" algn="ctr" rtl="0" fontAlgn="base">
              <a:spcBef>
                <a:spcPct val="0"/>
              </a:spcBef>
              <a:spcAft>
                <a:spcPct val="0"/>
              </a:spcAft>
              <a:defRPr sz="3200" b="1">
                <a:solidFill>
                  <a:srgbClr val="006699"/>
                </a:solidFill>
                <a:latin typeface="Arial" charset="0"/>
              </a:defRPr>
            </a:lvl9pPr>
          </a:lstStyle>
          <a:p>
            <a:r>
              <a:rPr lang="en-US" kern="0" dirty="0"/>
              <a:t>Logical &amp; Physical Address</a:t>
            </a:r>
          </a:p>
        </p:txBody>
      </p:sp>
    </p:spTree>
    <p:extLst>
      <p:ext uri="{BB962C8B-B14F-4D97-AF65-F5344CB8AC3E}">
        <p14:creationId xmlns:p14="http://schemas.microsoft.com/office/powerpoint/2010/main" val="41335653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AB31E30A-2DF9-A59A-4539-4AF476F3A945}"/>
              </a:ext>
            </a:extLst>
          </p:cNvPr>
          <p:cNvSpPr>
            <a:spLocks noGrp="1" noChangeArrowheads="1"/>
          </p:cNvSpPr>
          <p:nvPr>
            <p:ph type="title"/>
          </p:nvPr>
        </p:nvSpPr>
        <p:spPr>
          <a:xfrm>
            <a:off x="879475" y="141288"/>
            <a:ext cx="7839075" cy="576262"/>
          </a:xfrm>
        </p:spPr>
        <p:txBody>
          <a:bodyPr/>
          <a:lstStyle/>
          <a:p>
            <a:pPr eaLnBrk="1" hangingPunct="1"/>
            <a:r>
              <a:rPr lang="en-US" altLang="en-US" dirty="0"/>
              <a:t>Memory Management Unit</a:t>
            </a:r>
          </a:p>
        </p:txBody>
      </p:sp>
      <p:sp>
        <p:nvSpPr>
          <p:cNvPr id="13315" name="Rectangle 3">
            <a:extLst>
              <a:ext uri="{FF2B5EF4-FFF2-40B4-BE49-F238E27FC236}">
                <a16:creationId xmlns:a16="http://schemas.microsoft.com/office/drawing/2014/main" id="{63F74ECD-9037-AD0A-5876-8159FCB2E691}"/>
              </a:ext>
            </a:extLst>
          </p:cNvPr>
          <p:cNvSpPr>
            <a:spLocks noGrp="1" noChangeArrowheads="1"/>
          </p:cNvSpPr>
          <p:nvPr>
            <p:ph type="body" idx="1"/>
          </p:nvPr>
        </p:nvSpPr>
        <p:spPr>
          <a:xfrm>
            <a:off x="390240" y="1127735"/>
            <a:ext cx="8489950" cy="5356768"/>
          </a:xfrm>
        </p:spPr>
        <p:txBody>
          <a:bodyPr/>
          <a:lstStyle/>
          <a:p>
            <a:pPr>
              <a:spcBef>
                <a:spcPts val="1200"/>
              </a:spcBef>
            </a:pPr>
            <a:r>
              <a:rPr lang="en-US" altLang="en-US" b="1" dirty="0">
                <a:solidFill>
                  <a:srgbClr val="0000FF"/>
                </a:solidFill>
              </a:rPr>
              <a:t>MMU</a:t>
            </a:r>
            <a:r>
              <a:rPr lang="en-US" altLang="en-US" dirty="0"/>
              <a:t> – hardware device for </a:t>
            </a:r>
            <a:r>
              <a:rPr lang="en-US" altLang="en-US" b="1" dirty="0">
                <a:solidFill>
                  <a:srgbClr val="0000FF"/>
                </a:solidFill>
              </a:rPr>
              <a:t>run time address mapping </a:t>
            </a:r>
            <a:r>
              <a:rPr lang="en-US" altLang="en-US" dirty="0"/>
              <a:t> </a:t>
            </a:r>
          </a:p>
          <a:p>
            <a:pPr marL="0" indent="0" algn="ctr">
              <a:spcBef>
                <a:spcPts val="1200"/>
              </a:spcBef>
              <a:buNone/>
            </a:pPr>
            <a:r>
              <a:rPr lang="en-US" altLang="en-US" i="1" dirty="0">
                <a:solidFill>
                  <a:srgbClr val="C00000"/>
                </a:solidFill>
              </a:rPr>
              <a:t>“map logical to physical address at run time”</a:t>
            </a:r>
            <a:endParaRPr lang="en-US" altLang="en-US" dirty="0"/>
          </a:p>
          <a:p>
            <a:pPr>
              <a:spcBef>
                <a:spcPts val="2400"/>
              </a:spcBef>
            </a:pPr>
            <a:r>
              <a:rPr lang="en-US" altLang="en-US" dirty="0"/>
              <a:t>Generalization of Base register –  </a:t>
            </a:r>
            <a:r>
              <a:rPr lang="en-US" altLang="en-US" b="1" dirty="0">
                <a:solidFill>
                  <a:srgbClr val="0000FF"/>
                </a:solidFill>
              </a:rPr>
              <a:t>Relocation Register</a:t>
            </a:r>
            <a:endParaRPr lang="en-US" altLang="en-US" dirty="0"/>
          </a:p>
          <a:p>
            <a:pPr marL="0" indent="0" algn="ctr">
              <a:spcBef>
                <a:spcPts val="1200"/>
              </a:spcBef>
              <a:buNone/>
            </a:pPr>
            <a:r>
              <a:rPr lang="en-US" altLang="en-US" i="1" dirty="0">
                <a:solidFill>
                  <a:srgbClr val="C00000"/>
                </a:solidFill>
              </a:rPr>
              <a:t>value in relocation register, added to every address</a:t>
            </a:r>
            <a:br>
              <a:rPr lang="en-US" altLang="en-US" i="1" dirty="0">
                <a:solidFill>
                  <a:srgbClr val="C00000"/>
                </a:solidFill>
              </a:rPr>
            </a:br>
            <a:r>
              <a:rPr lang="en-US" altLang="en-US" i="1" dirty="0">
                <a:solidFill>
                  <a:srgbClr val="C00000"/>
                </a:solidFill>
              </a:rPr>
              <a:t>generated by user process, at the time it is sent to memory</a:t>
            </a:r>
          </a:p>
          <a:p>
            <a:pPr>
              <a:spcBef>
                <a:spcPts val="2400"/>
              </a:spcBef>
            </a:pPr>
            <a:r>
              <a:rPr lang="en-US" altLang="en-US" dirty="0"/>
              <a:t>User programs deal with </a:t>
            </a:r>
            <a:r>
              <a:rPr lang="en-US" altLang="en-US" i="1" dirty="0"/>
              <a:t>logical</a:t>
            </a:r>
            <a:r>
              <a:rPr lang="en-US" altLang="en-US" dirty="0"/>
              <a:t> addresses, and never see </a:t>
            </a:r>
            <a:r>
              <a:rPr lang="en-US" altLang="en-US" i="1" dirty="0"/>
              <a:t>real</a:t>
            </a:r>
            <a:r>
              <a:rPr lang="en-US" altLang="en-US" dirty="0"/>
              <a:t> physical addresses</a:t>
            </a:r>
          </a:p>
          <a:p>
            <a:pPr lvl="1">
              <a:spcBef>
                <a:spcPts val="600"/>
              </a:spcBef>
            </a:pPr>
            <a:r>
              <a:rPr lang="en-US" altLang="en-US" dirty="0"/>
              <a:t>when reference is made to some location in memory</a:t>
            </a:r>
          </a:p>
          <a:p>
            <a:pPr lvl="1">
              <a:spcBef>
                <a:spcPts val="600"/>
              </a:spcBef>
            </a:pPr>
            <a:r>
              <a:rPr lang="en-US" altLang="en-US" dirty="0"/>
              <a:t>binding is done at run time</a:t>
            </a:r>
          </a:p>
        </p:txBody>
      </p:sp>
      <p:sp>
        <p:nvSpPr>
          <p:cNvPr id="2" name="Slide Number Placeholder 3">
            <a:extLst>
              <a:ext uri="{FF2B5EF4-FFF2-40B4-BE49-F238E27FC236}">
                <a16:creationId xmlns:a16="http://schemas.microsoft.com/office/drawing/2014/main" id="{3F87117E-4B8E-1B35-FC31-C116DD727584}"/>
              </a:ext>
            </a:extLst>
          </p:cNvPr>
          <p:cNvSpPr txBox="1">
            <a:spLocks/>
          </p:cNvSpPr>
          <p:nvPr/>
        </p:nvSpPr>
        <p:spPr bwMode="auto">
          <a:xfrm>
            <a:off x="8588829" y="6389912"/>
            <a:ext cx="413657" cy="3751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E2418860-B345-4524-9314-FE51DF6E4AD1}" type="slidenum">
              <a:rPr lang="en-US" altLang="en-PK" sz="1400" smtClean="0">
                <a:solidFill>
                  <a:schemeClr val="tx1"/>
                </a:solidFill>
              </a:rPr>
              <a:pPr/>
              <a:t>15</a:t>
            </a:fld>
            <a:endParaRPr lang="en-US" altLang="en-US" sz="1400" dirty="0">
              <a:solidFill>
                <a:schemeClr val="tx1"/>
              </a:solidFill>
              <a:latin typeface="Tahoma" panose="020B0604030504040204" pitchFamily="34" charset="0"/>
              <a:ea typeface="MS PGothic" panose="020B0600070205080204" pitchFamily="34" charset="-128"/>
            </a:endParaRPr>
          </a:p>
        </p:txBody>
      </p:sp>
    </p:spTree>
    <p:extLst>
      <p:ext uri="{BB962C8B-B14F-4D97-AF65-F5344CB8AC3E}">
        <p14:creationId xmlns:p14="http://schemas.microsoft.com/office/powerpoint/2010/main" val="12913269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351C54C1-78BA-3C8E-60D6-C96665E7613F}"/>
              </a:ext>
            </a:extLst>
          </p:cNvPr>
          <p:cNvSpPr>
            <a:spLocks noGrp="1" noChangeArrowheads="1"/>
          </p:cNvSpPr>
          <p:nvPr>
            <p:ph type="title"/>
          </p:nvPr>
        </p:nvSpPr>
        <p:spPr>
          <a:xfrm>
            <a:off x="1061404" y="130175"/>
            <a:ext cx="7519988" cy="571500"/>
          </a:xfrm>
        </p:spPr>
        <p:txBody>
          <a:bodyPr/>
          <a:lstStyle/>
          <a:p>
            <a:pPr eaLnBrk="1" hangingPunct="1"/>
            <a:r>
              <a:rPr lang="en-US" altLang="en-US" sz="2800" dirty="0"/>
              <a:t>Use of Relocation Register</a:t>
            </a:r>
          </a:p>
        </p:txBody>
      </p:sp>
      <p:pic>
        <p:nvPicPr>
          <p:cNvPr id="14339" name="Picture 5">
            <a:extLst>
              <a:ext uri="{FF2B5EF4-FFF2-40B4-BE49-F238E27FC236}">
                <a16:creationId xmlns:a16="http://schemas.microsoft.com/office/drawing/2014/main" id="{7BA22787-DD14-6D43-DDDC-57049F2F62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11120" y="1847315"/>
            <a:ext cx="6348413" cy="45958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40" name="Rectangle 3">
            <a:extLst>
              <a:ext uri="{FF2B5EF4-FFF2-40B4-BE49-F238E27FC236}">
                <a16:creationId xmlns:a16="http://schemas.microsoft.com/office/drawing/2014/main" id="{099B4E06-AA16-F61C-75A8-BFF6D5D3AAAB}"/>
              </a:ext>
            </a:extLst>
          </p:cNvPr>
          <p:cNvSpPr txBox="1">
            <a:spLocks noChangeArrowheads="1"/>
          </p:cNvSpPr>
          <p:nvPr/>
        </p:nvSpPr>
        <p:spPr bwMode="auto">
          <a:xfrm>
            <a:off x="354013" y="1053465"/>
            <a:ext cx="7519987" cy="2715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4008" tIns="32004" rIns="64008" bIns="32004"/>
          <a:lstStyle>
            <a:lvl1pPr marL="488950" indent="-488950">
              <a:defRPr>
                <a:solidFill>
                  <a:schemeClr val="tx1"/>
                </a:solidFill>
                <a:latin typeface="Verdana" panose="020B0604030504040204" pitchFamily="34" charset="0"/>
                <a:ea typeface="MS PGothic" panose="020B0600070205080204" pitchFamily="34" charset="-128"/>
              </a:defRPr>
            </a:lvl1pPr>
            <a:lvl2pPr marL="1060450" indent="-407988">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marL="285750" indent="-285750">
              <a:lnSpc>
                <a:spcPct val="110000"/>
              </a:lnSpc>
              <a:spcBef>
                <a:spcPts val="1200"/>
              </a:spcBef>
              <a:buClr>
                <a:srgbClr val="993300"/>
              </a:buClr>
              <a:buSzPct val="90000"/>
              <a:buFont typeface="Wingdings" panose="05000000000000000000" pitchFamily="2" charset="2"/>
              <a:buChar char="§"/>
            </a:pPr>
            <a:r>
              <a:rPr kumimoji="1" lang="en-US" altLang="en-US" sz="2200" dirty="0">
                <a:solidFill>
                  <a:srgbClr val="FF0000"/>
                </a:solidFill>
                <a:latin typeface="Calibri" panose="020F0502020204030204" pitchFamily="34" charset="0"/>
                <a:cs typeface="Calibri" panose="020F0502020204030204" pitchFamily="34" charset="0"/>
              </a:rPr>
              <a:t>Example:</a:t>
            </a:r>
            <a:r>
              <a:rPr kumimoji="1" lang="en-US" altLang="en-US" sz="2200" dirty="0">
                <a:latin typeface="Calibri" panose="020F0502020204030204" pitchFamily="34" charset="0"/>
                <a:cs typeface="Calibri" panose="020F0502020204030204" pitchFamily="34" charset="0"/>
              </a:rPr>
              <a:t>  consider that base is at memory address 14000</a:t>
            </a:r>
          </a:p>
          <a:p>
            <a:pPr marL="285750" indent="-285750">
              <a:lnSpc>
                <a:spcPct val="110000"/>
              </a:lnSpc>
              <a:spcBef>
                <a:spcPts val="1200"/>
              </a:spcBef>
              <a:buClr>
                <a:srgbClr val="993300"/>
              </a:buClr>
              <a:buSzPct val="90000"/>
              <a:buFont typeface="Wingdings" panose="05000000000000000000" pitchFamily="2" charset="2"/>
              <a:buChar char="§"/>
            </a:pPr>
            <a:r>
              <a:rPr kumimoji="1" lang="en-US" altLang="en-US" sz="2200" dirty="0">
                <a:latin typeface="Calibri" panose="020F0502020204030204" pitchFamily="34" charset="0"/>
                <a:cs typeface="Calibri" panose="020F0502020204030204" pitchFamily="34" charset="0"/>
              </a:rPr>
              <a:t>an attempt to access memory location 0 </a:t>
            </a:r>
            <a:br>
              <a:rPr kumimoji="1" lang="en-US" altLang="en-US" sz="2200" dirty="0">
                <a:latin typeface="Calibri" panose="020F0502020204030204" pitchFamily="34" charset="0"/>
                <a:cs typeface="Calibri" panose="020F0502020204030204" pitchFamily="34" charset="0"/>
              </a:rPr>
            </a:br>
            <a:r>
              <a:rPr kumimoji="1" lang="en-US" altLang="en-US" sz="2200" dirty="0">
                <a:latin typeface="Calibri" panose="020F0502020204030204" pitchFamily="34" charset="0"/>
                <a:cs typeface="Calibri" panose="020F0502020204030204" pitchFamily="34" charset="0"/>
              </a:rPr>
              <a:t>is dynamically relocated to location 14000</a:t>
            </a:r>
          </a:p>
          <a:p>
            <a:pPr marL="285750" indent="-285750">
              <a:lnSpc>
                <a:spcPct val="110000"/>
              </a:lnSpc>
              <a:spcBef>
                <a:spcPts val="1200"/>
              </a:spcBef>
              <a:buClr>
                <a:srgbClr val="993300"/>
              </a:buClr>
              <a:buSzPct val="90000"/>
              <a:buFont typeface="Wingdings" panose="05000000000000000000" pitchFamily="2" charset="2"/>
              <a:buChar char="§"/>
            </a:pPr>
            <a:r>
              <a:rPr kumimoji="1" lang="en-US" altLang="en-US" sz="2200" dirty="0">
                <a:latin typeface="Calibri" panose="020F0502020204030204" pitchFamily="34" charset="0"/>
                <a:cs typeface="Calibri" panose="020F0502020204030204" pitchFamily="34" charset="0"/>
              </a:rPr>
              <a:t>an access to location 346 is </a:t>
            </a:r>
            <a:br>
              <a:rPr kumimoji="1" lang="en-US" altLang="en-US" sz="2200" dirty="0">
                <a:latin typeface="Calibri" panose="020F0502020204030204" pitchFamily="34" charset="0"/>
                <a:cs typeface="Calibri" panose="020F0502020204030204" pitchFamily="34" charset="0"/>
              </a:rPr>
            </a:br>
            <a:r>
              <a:rPr kumimoji="1" lang="en-US" altLang="en-US" sz="2200" dirty="0">
                <a:latin typeface="Calibri" panose="020F0502020204030204" pitchFamily="34" charset="0"/>
                <a:cs typeface="Calibri" panose="020F0502020204030204" pitchFamily="34" charset="0"/>
              </a:rPr>
              <a:t>mapped to location 14346</a:t>
            </a:r>
          </a:p>
          <a:p>
            <a:pPr marL="285750" indent="-285750">
              <a:lnSpc>
                <a:spcPct val="110000"/>
              </a:lnSpc>
              <a:spcBef>
                <a:spcPts val="1200"/>
              </a:spcBef>
              <a:buClr>
                <a:srgbClr val="993300"/>
              </a:buClr>
              <a:buSzPct val="90000"/>
              <a:buFont typeface="Wingdings" panose="05000000000000000000" pitchFamily="2" charset="2"/>
              <a:buChar char="§"/>
            </a:pPr>
            <a:endParaRPr kumimoji="1" lang="en-US" altLang="en-US" sz="2200" dirty="0">
              <a:latin typeface="Calibri" panose="020F0502020204030204" pitchFamily="34" charset="0"/>
              <a:cs typeface="Calibri" panose="020F0502020204030204" pitchFamily="34" charset="0"/>
            </a:endParaRPr>
          </a:p>
          <a:p>
            <a:pPr marL="285750" indent="-285750">
              <a:lnSpc>
                <a:spcPct val="110000"/>
              </a:lnSpc>
              <a:spcBef>
                <a:spcPts val="1200"/>
              </a:spcBef>
              <a:buClr>
                <a:srgbClr val="993300"/>
              </a:buClr>
              <a:buSzPct val="90000"/>
              <a:buFont typeface="Wingdings" panose="05000000000000000000" pitchFamily="2" charset="2"/>
              <a:buChar char="§"/>
            </a:pPr>
            <a:endParaRPr kumimoji="1" lang="en-US" altLang="en-US" sz="2200" dirty="0">
              <a:latin typeface="Calibri" panose="020F0502020204030204" pitchFamily="34" charset="0"/>
              <a:cs typeface="Calibri" panose="020F0502020204030204" pitchFamily="34" charset="0"/>
            </a:endParaRPr>
          </a:p>
          <a:p>
            <a:pPr marL="285750" indent="-285750">
              <a:lnSpc>
                <a:spcPct val="110000"/>
              </a:lnSpc>
              <a:spcBef>
                <a:spcPts val="1200"/>
              </a:spcBef>
              <a:buClr>
                <a:srgbClr val="993300"/>
              </a:buClr>
              <a:buSzPct val="90000"/>
              <a:buFont typeface="Wingdings" panose="05000000000000000000" pitchFamily="2" charset="2"/>
              <a:buChar char="§"/>
            </a:pPr>
            <a:endParaRPr kumimoji="1" lang="en-US" altLang="en-US" sz="2200" dirty="0">
              <a:latin typeface="Calibri" panose="020F0502020204030204" pitchFamily="34" charset="0"/>
              <a:cs typeface="Calibri" panose="020F0502020204030204" pitchFamily="34" charset="0"/>
            </a:endParaRPr>
          </a:p>
          <a:p>
            <a:pPr marL="285750" indent="-285750">
              <a:lnSpc>
                <a:spcPct val="110000"/>
              </a:lnSpc>
              <a:spcBef>
                <a:spcPts val="1200"/>
              </a:spcBef>
              <a:buClr>
                <a:srgbClr val="993300"/>
              </a:buClr>
              <a:buSzPct val="90000"/>
              <a:buFont typeface="Wingdings" panose="05000000000000000000" pitchFamily="2" charset="2"/>
              <a:buChar char="§"/>
            </a:pPr>
            <a:endParaRPr kumimoji="1" lang="en-US" altLang="en-US" sz="2200" dirty="0">
              <a:latin typeface="Calibri" panose="020F0502020204030204" pitchFamily="34" charset="0"/>
              <a:cs typeface="Calibri" panose="020F0502020204030204" pitchFamily="34" charset="0"/>
            </a:endParaRPr>
          </a:p>
          <a:p>
            <a:pPr marL="285750" indent="-285750">
              <a:lnSpc>
                <a:spcPct val="110000"/>
              </a:lnSpc>
              <a:spcBef>
                <a:spcPts val="1200"/>
              </a:spcBef>
              <a:buClr>
                <a:srgbClr val="993300"/>
              </a:buClr>
              <a:buSzPct val="90000"/>
              <a:buFont typeface="Wingdings" panose="05000000000000000000" pitchFamily="2" charset="2"/>
              <a:buChar char="§"/>
            </a:pPr>
            <a:endParaRPr kumimoji="1" lang="en-US" altLang="en-US" sz="2200" dirty="0">
              <a:latin typeface="Calibri" panose="020F0502020204030204" pitchFamily="34" charset="0"/>
              <a:cs typeface="Calibri" panose="020F0502020204030204" pitchFamily="34" charset="0"/>
            </a:endParaRPr>
          </a:p>
          <a:p>
            <a:pPr marL="0" indent="0">
              <a:lnSpc>
                <a:spcPct val="110000"/>
              </a:lnSpc>
              <a:spcBef>
                <a:spcPts val="1200"/>
              </a:spcBef>
              <a:buClr>
                <a:srgbClr val="993300"/>
              </a:buClr>
              <a:buSzPct val="90000"/>
            </a:pPr>
            <a:endParaRPr kumimoji="1" lang="en-US" altLang="en-US" sz="2200" dirty="0">
              <a:latin typeface="Calibri" panose="020F0502020204030204" pitchFamily="34" charset="0"/>
              <a:cs typeface="Calibri" panose="020F0502020204030204" pitchFamily="34" charset="0"/>
            </a:endParaRPr>
          </a:p>
        </p:txBody>
      </p:sp>
      <p:sp>
        <p:nvSpPr>
          <p:cNvPr id="2" name="Slide Number Placeholder 3">
            <a:extLst>
              <a:ext uri="{FF2B5EF4-FFF2-40B4-BE49-F238E27FC236}">
                <a16:creationId xmlns:a16="http://schemas.microsoft.com/office/drawing/2014/main" id="{5188F2EC-C0FE-2273-AAC3-7F01C999A549}"/>
              </a:ext>
            </a:extLst>
          </p:cNvPr>
          <p:cNvSpPr txBox="1">
            <a:spLocks/>
          </p:cNvSpPr>
          <p:nvPr/>
        </p:nvSpPr>
        <p:spPr bwMode="auto">
          <a:xfrm>
            <a:off x="8588829" y="6389912"/>
            <a:ext cx="413657" cy="3751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E2418860-B345-4524-9314-FE51DF6E4AD1}" type="slidenum">
              <a:rPr lang="en-US" altLang="en-PK" sz="1400" smtClean="0">
                <a:solidFill>
                  <a:schemeClr val="tx1"/>
                </a:solidFill>
              </a:rPr>
              <a:pPr/>
              <a:t>16</a:t>
            </a:fld>
            <a:endParaRPr lang="en-US" altLang="en-US" sz="1400" dirty="0">
              <a:solidFill>
                <a:schemeClr val="tx1"/>
              </a:solidFill>
              <a:latin typeface="Tahoma" panose="020B0604030504040204" pitchFamily="34" charset="0"/>
              <a:ea typeface="MS PGothic" panose="020B0600070205080204" pitchFamily="34" charset="-128"/>
            </a:endParaRPr>
          </a:p>
        </p:txBody>
      </p:sp>
    </p:spTree>
    <p:extLst>
      <p:ext uri="{BB962C8B-B14F-4D97-AF65-F5344CB8AC3E}">
        <p14:creationId xmlns:p14="http://schemas.microsoft.com/office/powerpoint/2010/main" val="38650686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p:cNvSpPr>
          <p:nvPr>
            <p:ph type="title"/>
          </p:nvPr>
        </p:nvSpPr>
        <p:spPr>
          <a:xfrm>
            <a:off x="0" y="386080"/>
            <a:ext cx="9144000" cy="304800"/>
          </a:xfrm>
        </p:spPr>
        <p:txBody>
          <a:bodyPr>
            <a:noAutofit/>
          </a:bodyPr>
          <a:lstStyle/>
          <a:p>
            <a:r>
              <a:rPr lang="en-US" dirty="0"/>
              <a:t>Swapping</a:t>
            </a:r>
          </a:p>
        </p:txBody>
      </p:sp>
      <p:sp>
        <p:nvSpPr>
          <p:cNvPr id="16387" name="Rectangle 3"/>
          <p:cNvSpPr>
            <a:spLocks noGrp="1"/>
          </p:cNvSpPr>
          <p:nvPr>
            <p:ph type="body" idx="1"/>
          </p:nvPr>
        </p:nvSpPr>
        <p:spPr>
          <a:xfrm>
            <a:off x="396240" y="1104111"/>
            <a:ext cx="8503920" cy="5450839"/>
          </a:xfrm>
        </p:spPr>
        <p:txBody>
          <a:bodyPr/>
          <a:lstStyle/>
          <a:p>
            <a:pPr>
              <a:spcBef>
                <a:spcPts val="1200"/>
              </a:spcBef>
            </a:pPr>
            <a:r>
              <a:rPr lang="en-US" sz="2200" dirty="0"/>
              <a:t>A process can be </a:t>
            </a:r>
            <a:r>
              <a:rPr lang="en-US" sz="2200" i="1" dirty="0">
                <a:solidFill>
                  <a:srgbClr val="C00000"/>
                </a:solidFill>
              </a:rPr>
              <a:t>swapped</a:t>
            </a:r>
            <a:r>
              <a:rPr lang="en-US" sz="2200" dirty="0"/>
              <a:t> </a:t>
            </a:r>
            <a:r>
              <a:rPr lang="en-US" sz="2200" i="1" dirty="0">
                <a:solidFill>
                  <a:srgbClr val="C00000"/>
                </a:solidFill>
              </a:rPr>
              <a:t>out</a:t>
            </a:r>
            <a:r>
              <a:rPr lang="en-US" sz="2200" dirty="0"/>
              <a:t> of memory to a </a:t>
            </a:r>
            <a:r>
              <a:rPr lang="en-US" sz="2200" i="1" dirty="0">
                <a:solidFill>
                  <a:srgbClr val="C00000"/>
                </a:solidFill>
              </a:rPr>
              <a:t>backing store</a:t>
            </a:r>
          </a:p>
          <a:p>
            <a:pPr lvl="1">
              <a:spcBef>
                <a:spcPts val="600"/>
              </a:spcBef>
            </a:pPr>
            <a:r>
              <a:rPr lang="en-US" dirty="0"/>
              <a:t>then brought back into memory for continued execution</a:t>
            </a:r>
          </a:p>
          <a:p>
            <a:pPr marL="0" lvl="1" indent="0" algn="ctr">
              <a:spcBef>
                <a:spcPts val="1200"/>
              </a:spcBef>
              <a:buNone/>
            </a:pPr>
            <a:r>
              <a:rPr lang="en-US" altLang="en-US" i="1" dirty="0">
                <a:solidFill>
                  <a:srgbClr val="C00000"/>
                </a:solidFill>
              </a:rPr>
              <a:t>“total physical memory space of processes can exceed </a:t>
            </a:r>
            <a:br>
              <a:rPr lang="en-US" altLang="en-US" i="1" dirty="0">
                <a:solidFill>
                  <a:srgbClr val="C00000"/>
                </a:solidFill>
              </a:rPr>
            </a:br>
            <a:r>
              <a:rPr lang="en-US" altLang="en-US" i="1" dirty="0">
                <a:solidFill>
                  <a:srgbClr val="C00000"/>
                </a:solidFill>
              </a:rPr>
              <a:t>total physical memory available”</a:t>
            </a:r>
            <a:endParaRPr lang="en-US" i="1" dirty="0">
              <a:solidFill>
                <a:srgbClr val="C00000"/>
              </a:solidFill>
            </a:endParaRPr>
          </a:p>
          <a:p>
            <a:pPr>
              <a:spcBef>
                <a:spcPts val="2400"/>
              </a:spcBef>
            </a:pPr>
            <a:r>
              <a:rPr lang="en-US" sz="2200" b="1" dirty="0">
                <a:solidFill>
                  <a:srgbClr val="C00000"/>
                </a:solidFill>
              </a:rPr>
              <a:t>Backing store </a:t>
            </a:r>
            <a:r>
              <a:rPr lang="en-US" sz="2200" dirty="0">
                <a:solidFill>
                  <a:srgbClr val="C00000"/>
                </a:solidFill>
              </a:rPr>
              <a:t>–  </a:t>
            </a:r>
            <a:r>
              <a:rPr lang="en-US" sz="2200" dirty="0"/>
              <a:t>disk large enough to accommodate copies of memory images for all users</a:t>
            </a:r>
          </a:p>
          <a:p>
            <a:pPr>
              <a:spcBef>
                <a:spcPts val="1800"/>
              </a:spcBef>
            </a:pPr>
            <a:r>
              <a:rPr lang="en-US" altLang="en-US" sz="2200" dirty="0"/>
              <a:t>Major part of </a:t>
            </a:r>
            <a:r>
              <a:rPr lang="en-US" altLang="en-US" sz="2200" i="1" dirty="0">
                <a:solidFill>
                  <a:srgbClr val="0000CC"/>
                </a:solidFill>
              </a:rPr>
              <a:t>swap</a:t>
            </a:r>
            <a:r>
              <a:rPr lang="en-US" altLang="en-US" sz="2200" dirty="0">
                <a:solidFill>
                  <a:srgbClr val="0000CC"/>
                </a:solidFill>
              </a:rPr>
              <a:t> </a:t>
            </a:r>
            <a:r>
              <a:rPr lang="en-US" altLang="en-US" sz="2200" i="1" dirty="0">
                <a:solidFill>
                  <a:srgbClr val="0000CC"/>
                </a:solidFill>
              </a:rPr>
              <a:t>time</a:t>
            </a:r>
            <a:r>
              <a:rPr lang="en-US" altLang="en-US" sz="2200" dirty="0">
                <a:solidFill>
                  <a:srgbClr val="0000CC"/>
                </a:solidFill>
              </a:rPr>
              <a:t> </a:t>
            </a:r>
            <a:r>
              <a:rPr lang="en-US" altLang="en-US" sz="2200" dirty="0"/>
              <a:t>is the </a:t>
            </a:r>
            <a:r>
              <a:rPr lang="en-US" altLang="en-US" sz="2200" i="1" dirty="0">
                <a:solidFill>
                  <a:srgbClr val="0000CC"/>
                </a:solidFill>
              </a:rPr>
              <a:t>transfer time </a:t>
            </a:r>
          </a:p>
          <a:p>
            <a:pPr lvl="1">
              <a:spcBef>
                <a:spcPts val="600"/>
              </a:spcBef>
            </a:pPr>
            <a:r>
              <a:rPr lang="en-US" altLang="en-US" dirty="0"/>
              <a:t>transfer time directly proportional to amount of memory swapped</a:t>
            </a:r>
          </a:p>
          <a:p>
            <a:pPr>
              <a:lnSpc>
                <a:spcPct val="110000"/>
              </a:lnSpc>
              <a:spcBef>
                <a:spcPts val="1800"/>
              </a:spcBef>
            </a:pPr>
            <a:r>
              <a:rPr lang="en-US" sz="2200" b="1" u="sng" dirty="0">
                <a:solidFill>
                  <a:srgbClr val="0000CC"/>
                </a:solidFill>
              </a:rPr>
              <a:t>Problem</a:t>
            </a:r>
            <a:r>
              <a:rPr lang="en-US" sz="2200" b="1" dirty="0">
                <a:solidFill>
                  <a:srgbClr val="0000CC"/>
                </a:solidFill>
              </a:rPr>
              <a:t>:</a:t>
            </a:r>
            <a:r>
              <a:rPr lang="en-US" sz="2200" dirty="0"/>
              <a:t>    </a:t>
            </a:r>
            <a:r>
              <a:rPr lang="en-US" sz="2100" dirty="0"/>
              <a:t>Consider a process of size 10 MB. Disk to memory transfer rate is 5 MB per sec. Avg disk latency is 8 msec </a:t>
            </a:r>
            <a:r>
              <a:rPr lang="en-US" sz="2100" i="1" dirty="0"/>
              <a:t>(no seek time). </a:t>
            </a:r>
            <a:r>
              <a:rPr lang="en-US" sz="2100" dirty="0"/>
              <a:t>Calculate total cost of swapping.      </a:t>
            </a:r>
            <a:r>
              <a:rPr lang="en-US" sz="2100" i="1" dirty="0">
                <a:solidFill>
                  <a:srgbClr val="C00000"/>
                </a:solidFill>
              </a:rPr>
              <a:t>(for swap out + swap in)</a:t>
            </a:r>
          </a:p>
          <a:p>
            <a:pPr>
              <a:spcBef>
                <a:spcPts val="1200"/>
              </a:spcBef>
              <a:buNone/>
            </a:pPr>
            <a:endParaRPr lang="en-US" sz="2200" dirty="0"/>
          </a:p>
        </p:txBody>
      </p:sp>
      <p:sp>
        <p:nvSpPr>
          <p:cNvPr id="2" name="Slide Number Placeholder 3">
            <a:extLst>
              <a:ext uri="{FF2B5EF4-FFF2-40B4-BE49-F238E27FC236}">
                <a16:creationId xmlns:a16="http://schemas.microsoft.com/office/drawing/2014/main" id="{133E8BB8-748F-C294-6C40-3505247CA875}"/>
              </a:ext>
            </a:extLst>
          </p:cNvPr>
          <p:cNvSpPr txBox="1">
            <a:spLocks/>
          </p:cNvSpPr>
          <p:nvPr/>
        </p:nvSpPr>
        <p:spPr bwMode="auto">
          <a:xfrm>
            <a:off x="8588829" y="6389912"/>
            <a:ext cx="413657" cy="3751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E2418860-B345-4524-9314-FE51DF6E4AD1}" type="slidenum">
              <a:rPr lang="en-US" altLang="en-PK" sz="1400" smtClean="0">
                <a:solidFill>
                  <a:schemeClr val="tx1"/>
                </a:solidFill>
              </a:rPr>
              <a:pPr/>
              <a:t>17</a:t>
            </a:fld>
            <a:endParaRPr lang="en-US" altLang="en-US" sz="1400" dirty="0">
              <a:solidFill>
                <a:schemeClr val="tx1"/>
              </a:solidFill>
              <a:latin typeface="Tahoma" panose="020B0604030504040204" pitchFamily="34" charset="0"/>
              <a:ea typeface="MS PGothic" panose="020B0600070205080204" pitchFamily="34" charset="-128"/>
            </a:endParaRPr>
          </a:p>
        </p:txBody>
      </p:sp>
    </p:spTree>
    <p:extLst>
      <p:ext uri="{BB962C8B-B14F-4D97-AF65-F5344CB8AC3E}">
        <p14:creationId xmlns:p14="http://schemas.microsoft.com/office/powerpoint/2010/main" val="656946793"/>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84C12640-8E45-C7E4-17DC-9CC5D2EB1A3E}"/>
              </a:ext>
            </a:extLst>
          </p:cNvPr>
          <p:cNvSpPr>
            <a:spLocks noGrp="1" noChangeArrowheads="1"/>
          </p:cNvSpPr>
          <p:nvPr>
            <p:ph type="title"/>
          </p:nvPr>
        </p:nvSpPr>
        <p:spPr>
          <a:xfrm>
            <a:off x="817563" y="182563"/>
            <a:ext cx="7869237" cy="576262"/>
          </a:xfrm>
        </p:spPr>
        <p:txBody>
          <a:bodyPr/>
          <a:lstStyle/>
          <a:p>
            <a:pPr eaLnBrk="1" hangingPunct="1"/>
            <a:r>
              <a:rPr lang="en-US" altLang="en-US"/>
              <a:t>Schematic View of Swapping</a:t>
            </a:r>
            <a:endParaRPr lang="en-US" altLang="en-US" sz="2400"/>
          </a:p>
        </p:txBody>
      </p:sp>
      <p:pic>
        <p:nvPicPr>
          <p:cNvPr id="18435" name="Picture 4" descr="8">
            <a:extLst>
              <a:ext uri="{FF2B5EF4-FFF2-40B4-BE49-F238E27FC236}">
                <a16:creationId xmlns:a16="http://schemas.microsoft.com/office/drawing/2014/main" id="{A57AA144-348F-68E4-F826-B4EC73AE40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80172" y="1521618"/>
            <a:ext cx="6402388" cy="44857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3">
            <a:extLst>
              <a:ext uri="{FF2B5EF4-FFF2-40B4-BE49-F238E27FC236}">
                <a16:creationId xmlns:a16="http://schemas.microsoft.com/office/drawing/2014/main" id="{51CF29FB-3745-95AD-A395-67520A236C0E}"/>
              </a:ext>
            </a:extLst>
          </p:cNvPr>
          <p:cNvSpPr txBox="1">
            <a:spLocks/>
          </p:cNvSpPr>
          <p:nvPr/>
        </p:nvSpPr>
        <p:spPr bwMode="auto">
          <a:xfrm>
            <a:off x="8588829" y="6389912"/>
            <a:ext cx="413657" cy="3751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E2418860-B345-4524-9314-FE51DF6E4AD1}" type="slidenum">
              <a:rPr lang="en-US" altLang="en-PK" sz="1400" smtClean="0">
                <a:solidFill>
                  <a:schemeClr val="tx1"/>
                </a:solidFill>
              </a:rPr>
              <a:pPr/>
              <a:t>18</a:t>
            </a:fld>
            <a:endParaRPr lang="en-US" altLang="en-US" sz="1400" dirty="0">
              <a:solidFill>
                <a:schemeClr val="tx1"/>
              </a:solidFill>
              <a:latin typeface="Tahoma" panose="020B0604030504040204" pitchFamily="34" charset="0"/>
              <a:ea typeface="MS PGothic" panose="020B0600070205080204" pitchFamily="34" charset="-128"/>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a:extLst>
              <a:ext uri="{FF2B5EF4-FFF2-40B4-BE49-F238E27FC236}">
                <a16:creationId xmlns:a16="http://schemas.microsoft.com/office/drawing/2014/main" id="{F3E9582F-73D2-4BB5-8C85-155733606EC2}"/>
              </a:ext>
            </a:extLst>
          </p:cNvPr>
          <p:cNvSpPr>
            <a:spLocks noGrp="1" noChangeArrowheads="1"/>
          </p:cNvSpPr>
          <p:nvPr>
            <p:ph type="body" idx="4294967295"/>
          </p:nvPr>
        </p:nvSpPr>
        <p:spPr>
          <a:xfrm>
            <a:off x="233680" y="2621280"/>
            <a:ext cx="8580119" cy="1341119"/>
          </a:xfrm>
        </p:spPr>
        <p:txBody>
          <a:bodyPr/>
          <a:lstStyle/>
          <a:p>
            <a:pPr marL="457200" lvl="1" indent="0" algn="ctr">
              <a:spcBef>
                <a:spcPts val="600"/>
              </a:spcBef>
              <a:buNone/>
            </a:pPr>
            <a:r>
              <a:rPr lang="en-US" sz="3200" b="1" dirty="0">
                <a:solidFill>
                  <a:srgbClr val="006699"/>
                </a:solidFill>
                <a:latin typeface="+mj-lt"/>
              </a:rPr>
              <a:t>Contiguous Memory Space</a:t>
            </a:r>
            <a:br>
              <a:rPr lang="en-US" sz="3200" b="1" dirty="0">
                <a:solidFill>
                  <a:srgbClr val="006699"/>
                </a:solidFill>
                <a:latin typeface="+mj-lt"/>
              </a:rPr>
            </a:br>
            <a:r>
              <a:rPr lang="en-US" sz="3200" b="1" dirty="0">
                <a:solidFill>
                  <a:srgbClr val="006699"/>
                </a:solidFill>
                <a:latin typeface="+mj-lt"/>
              </a:rPr>
              <a:t>Allocation</a:t>
            </a:r>
          </a:p>
          <a:p>
            <a:pPr marL="457200" lvl="1" indent="0" algn="ctr">
              <a:spcBef>
                <a:spcPts val="600"/>
              </a:spcBef>
              <a:buNone/>
            </a:pPr>
            <a:endParaRPr lang="en-US" altLang="en-US" sz="3200" b="1" dirty="0">
              <a:solidFill>
                <a:srgbClr val="006699"/>
              </a:solidFill>
              <a:latin typeface="+mj-lt"/>
            </a:endParaRPr>
          </a:p>
        </p:txBody>
      </p:sp>
      <p:sp>
        <p:nvSpPr>
          <p:cNvPr id="2" name="Slide Number Placeholder 3">
            <a:extLst>
              <a:ext uri="{FF2B5EF4-FFF2-40B4-BE49-F238E27FC236}">
                <a16:creationId xmlns:a16="http://schemas.microsoft.com/office/drawing/2014/main" id="{9C740614-1FBB-D246-96C3-BF4C6DE71AD8}"/>
              </a:ext>
            </a:extLst>
          </p:cNvPr>
          <p:cNvSpPr txBox="1">
            <a:spLocks/>
          </p:cNvSpPr>
          <p:nvPr/>
        </p:nvSpPr>
        <p:spPr bwMode="auto">
          <a:xfrm>
            <a:off x="8588829" y="6389912"/>
            <a:ext cx="413657" cy="3751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E2418860-B345-4524-9314-FE51DF6E4AD1}" type="slidenum">
              <a:rPr lang="en-US" altLang="en-PK" sz="1400" smtClean="0">
                <a:solidFill>
                  <a:schemeClr val="tx1"/>
                </a:solidFill>
              </a:rPr>
              <a:pPr/>
              <a:t>19</a:t>
            </a:fld>
            <a:endParaRPr lang="en-US" altLang="en-US" sz="1400" dirty="0">
              <a:solidFill>
                <a:schemeClr val="tx1"/>
              </a:solidFill>
              <a:latin typeface="Tahoma" panose="020B0604030504040204" pitchFamily="34" charset="0"/>
              <a:ea typeface="MS PGothic" panose="020B0600070205080204" pitchFamily="34" charset="-128"/>
            </a:endParaRPr>
          </a:p>
        </p:txBody>
      </p:sp>
    </p:spTree>
    <p:extLst>
      <p:ext uri="{BB962C8B-B14F-4D97-AF65-F5344CB8AC3E}">
        <p14:creationId xmlns:p14="http://schemas.microsoft.com/office/powerpoint/2010/main" val="28260834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p:cNvSpPr>
          <p:nvPr>
            <p:ph type="title"/>
          </p:nvPr>
        </p:nvSpPr>
        <p:spPr>
          <a:xfrm>
            <a:off x="1198880" y="136525"/>
            <a:ext cx="7251437" cy="578224"/>
          </a:xfrm>
        </p:spPr>
        <p:txBody>
          <a:bodyPr>
            <a:noAutofit/>
          </a:bodyPr>
          <a:lstStyle/>
          <a:p>
            <a:r>
              <a:rPr lang="en-US" dirty="0"/>
              <a:t>Contiguous Allocation</a:t>
            </a:r>
          </a:p>
        </p:txBody>
      </p:sp>
      <p:sp>
        <p:nvSpPr>
          <p:cNvPr id="19459" name="Rectangle 3"/>
          <p:cNvSpPr>
            <a:spLocks noGrp="1"/>
          </p:cNvSpPr>
          <p:nvPr>
            <p:ph type="body" idx="1"/>
          </p:nvPr>
        </p:nvSpPr>
        <p:spPr>
          <a:xfrm>
            <a:off x="428470" y="1165631"/>
            <a:ext cx="8463280" cy="5235166"/>
          </a:xfrm>
        </p:spPr>
        <p:txBody>
          <a:bodyPr>
            <a:normAutofit/>
          </a:bodyPr>
          <a:lstStyle/>
          <a:p>
            <a:pPr>
              <a:spcBef>
                <a:spcPts val="1800"/>
              </a:spcBef>
            </a:pPr>
            <a:r>
              <a:rPr lang="en-US" altLang="en-US" sz="2300" dirty="0"/>
              <a:t>Main memory must support both OS  &amp; User processes</a:t>
            </a:r>
          </a:p>
          <a:p>
            <a:pPr lvl="1">
              <a:spcBef>
                <a:spcPts val="600"/>
              </a:spcBef>
              <a:tabLst>
                <a:tab pos="2459038" algn="l"/>
              </a:tabLst>
            </a:pPr>
            <a:r>
              <a:rPr lang="en-US" altLang="en-US" dirty="0"/>
              <a:t>limited resource </a:t>
            </a:r>
          </a:p>
          <a:p>
            <a:pPr lvl="1">
              <a:spcBef>
                <a:spcPts val="0"/>
              </a:spcBef>
              <a:tabLst>
                <a:tab pos="2459038" algn="l"/>
              </a:tabLst>
            </a:pPr>
            <a:r>
              <a:rPr lang="en-US" altLang="en-US" dirty="0"/>
              <a:t>must be allocated efficiently</a:t>
            </a:r>
            <a:endParaRPr lang="en-US" dirty="0"/>
          </a:p>
          <a:p>
            <a:pPr>
              <a:spcBef>
                <a:spcPts val="1800"/>
              </a:spcBef>
            </a:pPr>
            <a:r>
              <a:rPr lang="en-US" altLang="en-US" sz="2300" b="1" dirty="0">
                <a:solidFill>
                  <a:srgbClr val="C00000"/>
                </a:solidFill>
              </a:rPr>
              <a:t>Contiguous Allocation  –  </a:t>
            </a:r>
            <a:r>
              <a:rPr lang="en-US" altLang="en-US" sz="2100" i="1" dirty="0"/>
              <a:t>one early method</a:t>
            </a:r>
          </a:p>
          <a:p>
            <a:pPr lvl="1">
              <a:spcBef>
                <a:spcPts val="600"/>
              </a:spcBef>
            </a:pPr>
            <a:r>
              <a:rPr lang="en-US" dirty="0"/>
              <a:t>when brought into memory, </a:t>
            </a:r>
            <a:r>
              <a:rPr lang="en-US" i="1" dirty="0">
                <a:solidFill>
                  <a:srgbClr val="0000CC"/>
                </a:solidFill>
              </a:rPr>
              <a:t>e</a:t>
            </a:r>
            <a:r>
              <a:rPr kumimoji="1" lang="en-US" i="1" dirty="0">
                <a:solidFill>
                  <a:srgbClr val="0000CC"/>
                </a:solidFill>
              </a:rPr>
              <a:t>ntire process </a:t>
            </a:r>
            <a:r>
              <a:rPr kumimoji="1" lang="en-US" dirty="0"/>
              <a:t>comes in</a:t>
            </a:r>
          </a:p>
          <a:p>
            <a:pPr lvl="1">
              <a:spcBef>
                <a:spcPts val="600"/>
              </a:spcBef>
            </a:pPr>
            <a:r>
              <a:rPr lang="en-US" dirty="0"/>
              <a:t>process</a:t>
            </a:r>
            <a:r>
              <a:rPr kumimoji="1" lang="en-US" dirty="0"/>
              <a:t> loaded at one place</a:t>
            </a:r>
            <a:r>
              <a:rPr lang="en-US" dirty="0"/>
              <a:t> in</a:t>
            </a:r>
            <a:r>
              <a:rPr kumimoji="1" lang="en-US" dirty="0"/>
              <a:t> memory</a:t>
            </a:r>
          </a:p>
          <a:p>
            <a:pPr marL="346075" lvl="1" indent="0" algn="ctr">
              <a:spcBef>
                <a:spcPts val="1200"/>
              </a:spcBef>
              <a:buNone/>
            </a:pPr>
            <a:r>
              <a:rPr lang="en-US" i="1" dirty="0">
                <a:solidFill>
                  <a:srgbClr val="0000CC"/>
                </a:solidFill>
              </a:rPr>
              <a:t>“</a:t>
            </a:r>
            <a:r>
              <a:rPr kumimoji="1" lang="en-US" i="1" dirty="0">
                <a:solidFill>
                  <a:srgbClr val="0000CC"/>
                </a:solidFill>
              </a:rPr>
              <a:t>process is placed in a single contiguous area in memory”</a:t>
            </a:r>
          </a:p>
          <a:p>
            <a:pPr>
              <a:spcBef>
                <a:spcPts val="2400"/>
              </a:spcBef>
            </a:pPr>
            <a:r>
              <a:rPr kumimoji="1" lang="en-US" sz="2300" b="1" dirty="0">
                <a:solidFill>
                  <a:srgbClr val="FF0000"/>
                </a:solidFill>
              </a:rPr>
              <a:t>Base</a:t>
            </a:r>
            <a:r>
              <a:rPr kumimoji="1" lang="en-US" sz="2300" dirty="0"/>
              <a:t> (re-location)  &amp;  </a:t>
            </a:r>
            <a:r>
              <a:rPr lang="en-US" sz="2300" b="1" dirty="0">
                <a:solidFill>
                  <a:srgbClr val="FF0000"/>
                </a:solidFill>
              </a:rPr>
              <a:t>L</a:t>
            </a:r>
            <a:r>
              <a:rPr kumimoji="1" lang="en-US" sz="2300" b="1" dirty="0">
                <a:solidFill>
                  <a:srgbClr val="FF0000"/>
                </a:solidFill>
              </a:rPr>
              <a:t>imit</a:t>
            </a:r>
            <a:r>
              <a:rPr kumimoji="1" lang="en-US" sz="2300" dirty="0"/>
              <a:t>  registers are used to map Logical to Physical address</a:t>
            </a:r>
            <a:endParaRPr lang="en-US" sz="2300" dirty="0"/>
          </a:p>
          <a:p>
            <a:pPr lvl="1">
              <a:spcBef>
                <a:spcPts val="600"/>
              </a:spcBef>
            </a:pPr>
            <a:r>
              <a:rPr lang="en-US" i="1" dirty="0">
                <a:solidFill>
                  <a:srgbClr val="0000CC"/>
                </a:solidFill>
              </a:rPr>
              <a:t>base</a:t>
            </a:r>
            <a:r>
              <a:rPr kumimoji="1" lang="en-US" dirty="0"/>
              <a:t> </a:t>
            </a:r>
            <a:r>
              <a:rPr kumimoji="1" lang="en-US" dirty="0">
                <a:latin typeface="Abadi" panose="020B0604020104020204" pitchFamily="34" charset="0"/>
              </a:rPr>
              <a:t>→ </a:t>
            </a:r>
            <a:r>
              <a:rPr kumimoji="1" lang="en-US" dirty="0"/>
              <a:t>contains smallest memory address of process </a:t>
            </a:r>
          </a:p>
          <a:p>
            <a:pPr lvl="1">
              <a:spcBef>
                <a:spcPts val="600"/>
              </a:spcBef>
            </a:pPr>
            <a:r>
              <a:rPr lang="en-US" i="1" dirty="0">
                <a:solidFill>
                  <a:srgbClr val="0000CC"/>
                </a:solidFill>
              </a:rPr>
              <a:t>limit</a:t>
            </a:r>
            <a:r>
              <a:rPr lang="en-US" dirty="0"/>
              <a:t> </a:t>
            </a:r>
            <a:r>
              <a:rPr kumimoji="1" lang="en-US" dirty="0">
                <a:latin typeface="Abadi" panose="020B0604020104020204" pitchFamily="34" charset="0"/>
              </a:rPr>
              <a:t>→ </a:t>
            </a:r>
            <a:r>
              <a:rPr lang="en-US" dirty="0"/>
              <a:t>contains </a:t>
            </a:r>
            <a:r>
              <a:rPr kumimoji="1" lang="en-US" dirty="0"/>
              <a:t>its size</a:t>
            </a:r>
          </a:p>
          <a:p>
            <a:pPr>
              <a:spcBef>
                <a:spcPts val="600"/>
              </a:spcBef>
            </a:pPr>
            <a:endParaRPr lang="en-US" sz="2200" dirty="0"/>
          </a:p>
        </p:txBody>
      </p:sp>
      <p:sp>
        <p:nvSpPr>
          <p:cNvPr id="2" name="Slide Number Placeholder 3">
            <a:extLst>
              <a:ext uri="{FF2B5EF4-FFF2-40B4-BE49-F238E27FC236}">
                <a16:creationId xmlns:a16="http://schemas.microsoft.com/office/drawing/2014/main" id="{686B344A-0850-8305-CF23-CCFF0DB83C9E}"/>
              </a:ext>
            </a:extLst>
          </p:cNvPr>
          <p:cNvSpPr txBox="1">
            <a:spLocks/>
          </p:cNvSpPr>
          <p:nvPr/>
        </p:nvSpPr>
        <p:spPr bwMode="auto">
          <a:xfrm>
            <a:off x="8588829" y="6389912"/>
            <a:ext cx="413657" cy="3751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E2418860-B345-4524-9314-FE51DF6E4AD1}" type="slidenum">
              <a:rPr lang="en-US" altLang="en-PK" sz="1400" smtClean="0">
                <a:solidFill>
                  <a:schemeClr val="tx1"/>
                </a:solidFill>
              </a:rPr>
              <a:pPr/>
              <a:t>20</a:t>
            </a:fld>
            <a:endParaRPr lang="en-US" altLang="en-US" sz="1400" dirty="0">
              <a:solidFill>
                <a:schemeClr val="tx1"/>
              </a:solidFill>
              <a:latin typeface="Tahoma" panose="020B0604030504040204" pitchFamily="34" charset="0"/>
              <a:ea typeface="MS PGothic" panose="020B0600070205080204" pitchFamily="34" charset="-128"/>
            </a:endParaRPr>
          </a:p>
        </p:txBody>
      </p:sp>
    </p:spTree>
    <p:extLst>
      <p:ext uri="{BB962C8B-B14F-4D97-AF65-F5344CB8AC3E}">
        <p14:creationId xmlns:p14="http://schemas.microsoft.com/office/powerpoint/2010/main" val="2272440434"/>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49D3CAE4-E8E0-C222-A885-3FEDC859010C}"/>
              </a:ext>
            </a:extLst>
          </p:cNvPr>
          <p:cNvSpPr>
            <a:spLocks noGrp="1" noChangeArrowheads="1"/>
          </p:cNvSpPr>
          <p:nvPr>
            <p:ph type="title"/>
          </p:nvPr>
        </p:nvSpPr>
        <p:spPr>
          <a:xfrm>
            <a:off x="1125221" y="166688"/>
            <a:ext cx="7825740" cy="576262"/>
          </a:xfrm>
        </p:spPr>
        <p:txBody>
          <a:bodyPr/>
          <a:lstStyle/>
          <a:p>
            <a:pPr eaLnBrk="1" hangingPunct="1"/>
            <a:r>
              <a:rPr lang="en-US" altLang="en-US" sz="2400" dirty="0"/>
              <a:t>Hardware Support – Relocation &amp; Limit Register</a:t>
            </a:r>
          </a:p>
        </p:txBody>
      </p:sp>
      <p:pic>
        <p:nvPicPr>
          <p:cNvPr id="24579" name="Picture 4" descr="8">
            <a:extLst>
              <a:ext uri="{FF2B5EF4-FFF2-40B4-BE49-F238E27FC236}">
                <a16:creationId xmlns:a16="http://schemas.microsoft.com/office/drawing/2014/main" id="{4F334560-5F60-343A-2AB5-B6A199F2A54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3346" y="1640679"/>
            <a:ext cx="7618907" cy="35766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3">
            <a:extLst>
              <a:ext uri="{FF2B5EF4-FFF2-40B4-BE49-F238E27FC236}">
                <a16:creationId xmlns:a16="http://schemas.microsoft.com/office/drawing/2014/main" id="{72488493-1435-62CD-6B92-56714E5E0855}"/>
              </a:ext>
            </a:extLst>
          </p:cNvPr>
          <p:cNvSpPr txBox="1">
            <a:spLocks/>
          </p:cNvSpPr>
          <p:nvPr/>
        </p:nvSpPr>
        <p:spPr bwMode="auto">
          <a:xfrm>
            <a:off x="8588829" y="6389912"/>
            <a:ext cx="413657" cy="3751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E2418860-B345-4524-9314-FE51DF6E4AD1}" type="slidenum">
              <a:rPr lang="en-US" altLang="en-PK" sz="1400" smtClean="0">
                <a:solidFill>
                  <a:schemeClr val="tx1"/>
                </a:solidFill>
              </a:rPr>
              <a:pPr/>
              <a:t>21</a:t>
            </a:fld>
            <a:endParaRPr lang="en-US" altLang="en-US" sz="1400" dirty="0">
              <a:solidFill>
                <a:schemeClr val="tx1"/>
              </a:solidFill>
              <a:latin typeface="Tahoma" panose="020B0604030504040204" pitchFamily="34" charset="0"/>
              <a:ea typeface="MS PGothic" panose="020B0600070205080204" pitchFamily="34" charset="-128"/>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p:cNvSpPr>
          <p:nvPr>
            <p:ph type="title"/>
          </p:nvPr>
        </p:nvSpPr>
        <p:spPr>
          <a:xfrm>
            <a:off x="1198880" y="136525"/>
            <a:ext cx="7389949" cy="578224"/>
          </a:xfrm>
        </p:spPr>
        <p:txBody>
          <a:bodyPr>
            <a:noAutofit/>
          </a:bodyPr>
          <a:lstStyle/>
          <a:p>
            <a:r>
              <a:rPr lang="en-US" dirty="0"/>
              <a:t>Contiguous Allocation</a:t>
            </a:r>
          </a:p>
        </p:txBody>
      </p:sp>
      <p:sp>
        <p:nvSpPr>
          <p:cNvPr id="19459" name="Rectangle 3"/>
          <p:cNvSpPr>
            <a:spLocks noGrp="1"/>
          </p:cNvSpPr>
          <p:nvPr>
            <p:ph type="body" idx="1"/>
          </p:nvPr>
        </p:nvSpPr>
        <p:spPr>
          <a:xfrm>
            <a:off x="375920" y="1198881"/>
            <a:ext cx="8368687" cy="5191032"/>
          </a:xfrm>
        </p:spPr>
        <p:txBody>
          <a:bodyPr>
            <a:normAutofit/>
          </a:bodyPr>
          <a:lstStyle/>
          <a:p>
            <a:pPr>
              <a:spcBef>
                <a:spcPts val="1800"/>
              </a:spcBef>
            </a:pPr>
            <a:r>
              <a:rPr kumimoji="1" lang="en-US" dirty="0"/>
              <a:t>Two techniques for contiguous memory space allocation</a:t>
            </a:r>
            <a:r>
              <a:rPr lang="en-US" dirty="0"/>
              <a:t> used in earlier OS</a:t>
            </a:r>
            <a:r>
              <a:rPr kumimoji="1" lang="en-US" dirty="0"/>
              <a:t>:</a:t>
            </a:r>
          </a:p>
          <a:p>
            <a:pPr lvl="1">
              <a:spcBef>
                <a:spcPts val="2400"/>
              </a:spcBef>
            </a:pPr>
            <a:r>
              <a:rPr lang="en-US" sz="2400" b="1" dirty="0">
                <a:solidFill>
                  <a:srgbClr val="C00000"/>
                </a:solidFill>
              </a:rPr>
              <a:t>MFT  –  </a:t>
            </a:r>
            <a:r>
              <a:rPr kumimoji="1" lang="en-US" sz="2400" b="1" dirty="0">
                <a:solidFill>
                  <a:srgbClr val="C00000"/>
                </a:solidFill>
              </a:rPr>
              <a:t>Multiprogramming with Fixed Tasks  </a:t>
            </a:r>
            <a:r>
              <a:rPr kumimoji="1" lang="en-US" sz="2400" dirty="0"/>
              <a:t> </a:t>
            </a:r>
            <a:endParaRPr lang="en-US" sz="2400" dirty="0"/>
          </a:p>
          <a:p>
            <a:pPr lvl="2">
              <a:spcBef>
                <a:spcPts val="600"/>
              </a:spcBef>
              <a:buFont typeface="Calibri" panose="020F0502020204030204" pitchFamily="34" charset="0"/>
              <a:buChar char="―"/>
            </a:pPr>
            <a:r>
              <a:rPr lang="en-US" sz="2300" dirty="0"/>
              <a:t>multiple </a:t>
            </a:r>
            <a:r>
              <a:rPr lang="en-US" sz="2300" i="1" dirty="0">
                <a:solidFill>
                  <a:srgbClr val="0000CC"/>
                </a:solidFill>
              </a:rPr>
              <a:t>fixed</a:t>
            </a:r>
            <a:r>
              <a:rPr lang="en-US" sz="2300" dirty="0"/>
              <a:t> size partitions</a:t>
            </a:r>
          </a:p>
          <a:p>
            <a:pPr lvl="1">
              <a:spcBef>
                <a:spcPts val="2400"/>
              </a:spcBef>
            </a:pPr>
            <a:r>
              <a:rPr lang="en-US" sz="2400" b="1" dirty="0">
                <a:solidFill>
                  <a:srgbClr val="C00000"/>
                </a:solidFill>
              </a:rPr>
              <a:t>MVT  –  Multiprogramming with Variable Tasks </a:t>
            </a:r>
            <a:endParaRPr lang="en-US" sz="2400" b="1" dirty="0">
              <a:solidFill>
                <a:srgbClr val="FF0000"/>
              </a:solidFill>
            </a:endParaRPr>
          </a:p>
          <a:p>
            <a:pPr lvl="2">
              <a:spcBef>
                <a:spcPts val="600"/>
              </a:spcBef>
              <a:buFont typeface="Calibri" panose="020F0502020204030204" pitchFamily="34" charset="0"/>
              <a:buChar char="―"/>
            </a:pPr>
            <a:r>
              <a:rPr lang="en-US" sz="2300" dirty="0"/>
              <a:t>multiple </a:t>
            </a:r>
            <a:r>
              <a:rPr lang="en-US" sz="2300" i="1" dirty="0">
                <a:solidFill>
                  <a:srgbClr val="0000CC"/>
                </a:solidFill>
              </a:rPr>
              <a:t>variable</a:t>
            </a:r>
            <a:r>
              <a:rPr lang="en-US" sz="2300" dirty="0"/>
              <a:t> size partitions</a:t>
            </a:r>
          </a:p>
          <a:p>
            <a:pPr>
              <a:spcBef>
                <a:spcPts val="1800"/>
              </a:spcBef>
            </a:pPr>
            <a:endParaRPr lang="en-US" dirty="0"/>
          </a:p>
        </p:txBody>
      </p:sp>
      <p:sp>
        <p:nvSpPr>
          <p:cNvPr id="2" name="Slide Number Placeholder 3">
            <a:extLst>
              <a:ext uri="{FF2B5EF4-FFF2-40B4-BE49-F238E27FC236}">
                <a16:creationId xmlns:a16="http://schemas.microsoft.com/office/drawing/2014/main" id="{686B344A-0850-8305-CF23-CCFF0DB83C9E}"/>
              </a:ext>
            </a:extLst>
          </p:cNvPr>
          <p:cNvSpPr txBox="1">
            <a:spLocks/>
          </p:cNvSpPr>
          <p:nvPr/>
        </p:nvSpPr>
        <p:spPr bwMode="auto">
          <a:xfrm>
            <a:off x="8588829" y="6389912"/>
            <a:ext cx="413657" cy="3751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E2418860-B345-4524-9314-FE51DF6E4AD1}" type="slidenum">
              <a:rPr lang="en-US" altLang="en-PK" sz="1400" smtClean="0">
                <a:solidFill>
                  <a:schemeClr val="tx1"/>
                </a:solidFill>
              </a:rPr>
              <a:pPr/>
              <a:t>22</a:t>
            </a:fld>
            <a:endParaRPr lang="en-US" altLang="en-US" sz="1400" dirty="0">
              <a:solidFill>
                <a:schemeClr val="tx1"/>
              </a:solidFill>
              <a:latin typeface="Tahoma" panose="020B0604030504040204" pitchFamily="34" charset="0"/>
              <a:ea typeface="MS PGothic" panose="020B0600070205080204" pitchFamily="34" charset="-128"/>
            </a:endParaRPr>
          </a:p>
        </p:txBody>
      </p:sp>
    </p:spTree>
    <p:extLst>
      <p:ext uri="{BB962C8B-B14F-4D97-AF65-F5344CB8AC3E}">
        <p14:creationId xmlns:p14="http://schemas.microsoft.com/office/powerpoint/2010/main" val="1248847512"/>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p:cNvSpPr>
          <p:nvPr>
            <p:ph type="title"/>
          </p:nvPr>
        </p:nvSpPr>
        <p:spPr>
          <a:xfrm>
            <a:off x="1097281" y="215154"/>
            <a:ext cx="7508240" cy="516366"/>
          </a:xfrm>
        </p:spPr>
        <p:txBody>
          <a:bodyPr>
            <a:noAutofit/>
          </a:bodyPr>
          <a:lstStyle/>
          <a:p>
            <a:r>
              <a:rPr lang="en-US" dirty="0"/>
              <a:t>M F T  –  Fixed Partitioning</a:t>
            </a:r>
          </a:p>
        </p:txBody>
      </p:sp>
      <p:sp>
        <p:nvSpPr>
          <p:cNvPr id="20483" name="Rectangle 3"/>
          <p:cNvSpPr>
            <a:spLocks noGrp="1"/>
          </p:cNvSpPr>
          <p:nvPr>
            <p:ph type="body" sz="half" idx="1"/>
          </p:nvPr>
        </p:nvSpPr>
        <p:spPr>
          <a:xfrm>
            <a:off x="473336" y="1087373"/>
            <a:ext cx="8506313" cy="5575793"/>
          </a:xfrm>
        </p:spPr>
        <p:txBody>
          <a:bodyPr/>
          <a:lstStyle/>
          <a:p>
            <a:pPr marL="0" indent="0">
              <a:spcBef>
                <a:spcPts val="600"/>
              </a:spcBef>
              <a:buNone/>
            </a:pPr>
            <a:r>
              <a:rPr kumimoji="1" lang="en-US" b="1" dirty="0">
                <a:solidFill>
                  <a:srgbClr val="C00000"/>
                </a:solidFill>
                <a:latin typeface="Calibri" panose="020F0502020204030204" pitchFamily="34" charset="0"/>
                <a:cs typeface="Calibri" panose="020F0502020204030204" pitchFamily="34" charset="0"/>
              </a:rPr>
              <a:t>Multi programming with Fixed Tasks  </a:t>
            </a:r>
          </a:p>
          <a:p>
            <a:pPr>
              <a:spcBef>
                <a:spcPts val="1200"/>
              </a:spcBef>
            </a:pPr>
            <a:r>
              <a:rPr kumimoji="1" lang="en-US" dirty="0">
                <a:latin typeface="Calibri" panose="020F0502020204030204" pitchFamily="34" charset="0"/>
                <a:cs typeface="Calibri" panose="020F0502020204030204" pitchFamily="34" charset="0"/>
              </a:rPr>
              <a:t>Memory divided into several fixed size partitions</a:t>
            </a:r>
          </a:p>
          <a:p>
            <a:pPr lvl="1">
              <a:spcBef>
                <a:spcPts val="600"/>
              </a:spcBef>
            </a:pPr>
            <a:r>
              <a:rPr lang="en-US" dirty="0">
                <a:latin typeface="Calibri" panose="020F0502020204030204" pitchFamily="34" charset="0"/>
                <a:cs typeface="Calibri" panose="020F0502020204030204" pitchFamily="34" charset="0"/>
              </a:rPr>
              <a:t>e</a:t>
            </a:r>
            <a:r>
              <a:rPr kumimoji="1" lang="en-US" dirty="0">
                <a:latin typeface="Calibri" panose="020F0502020204030204" pitchFamily="34" charset="0"/>
                <a:cs typeface="Calibri" panose="020F0502020204030204" pitchFamily="34" charset="0"/>
              </a:rPr>
              <a:t>ach partition may be of </a:t>
            </a:r>
            <a:r>
              <a:rPr lang="en-US" i="1" dirty="0">
                <a:solidFill>
                  <a:srgbClr val="C00000"/>
                </a:solidFill>
                <a:latin typeface="Calibri" panose="020F0502020204030204" pitchFamily="34" charset="0"/>
                <a:cs typeface="Calibri" panose="020F0502020204030204" pitchFamily="34" charset="0"/>
              </a:rPr>
              <a:t>same</a:t>
            </a:r>
            <a:r>
              <a:rPr kumimoji="1" lang="en-US" dirty="0">
                <a:latin typeface="Calibri" panose="020F0502020204030204" pitchFamily="34" charset="0"/>
                <a:cs typeface="Calibri" panose="020F0502020204030204" pitchFamily="34" charset="0"/>
              </a:rPr>
              <a:t> or </a:t>
            </a:r>
            <a:r>
              <a:rPr lang="en-US" i="1" dirty="0">
                <a:solidFill>
                  <a:srgbClr val="C00000"/>
                </a:solidFill>
                <a:latin typeface="Calibri" panose="020F0502020204030204" pitchFamily="34" charset="0"/>
                <a:cs typeface="Calibri" panose="020F0502020204030204" pitchFamily="34" charset="0"/>
              </a:rPr>
              <a:t>different</a:t>
            </a:r>
            <a:r>
              <a:rPr kumimoji="1" lang="en-US" dirty="0">
                <a:latin typeface="Calibri" panose="020F0502020204030204" pitchFamily="34" charset="0"/>
                <a:cs typeface="Calibri" panose="020F0502020204030204" pitchFamily="34" charset="0"/>
              </a:rPr>
              <a:t> size</a:t>
            </a:r>
          </a:p>
          <a:p>
            <a:pPr lvl="1">
              <a:spcBef>
                <a:spcPts val="600"/>
              </a:spcBef>
            </a:pPr>
            <a:r>
              <a:rPr lang="en-US" dirty="0">
                <a:latin typeface="Calibri" panose="020F0502020204030204" pitchFamily="34" charset="0"/>
                <a:cs typeface="Calibri" panose="020F0502020204030204" pitchFamily="34" charset="0"/>
              </a:rPr>
              <a:t>e</a:t>
            </a:r>
            <a:r>
              <a:rPr kumimoji="1" lang="en-US" dirty="0">
                <a:latin typeface="Calibri" panose="020F0502020204030204" pitchFamily="34" charset="0"/>
                <a:cs typeface="Calibri" panose="020F0502020204030204" pitchFamily="34" charset="0"/>
              </a:rPr>
              <a:t>ach partition contains exactly one process / task</a:t>
            </a:r>
            <a:endParaRPr lang="en-US" i="1" dirty="0">
              <a:latin typeface="Calibri" panose="020F0502020204030204" pitchFamily="34" charset="0"/>
              <a:cs typeface="Calibri" panose="020F0502020204030204" pitchFamily="34" charset="0"/>
            </a:endParaRPr>
          </a:p>
          <a:p>
            <a:pPr>
              <a:spcBef>
                <a:spcPts val="2400"/>
              </a:spcBef>
            </a:pPr>
            <a:r>
              <a:rPr kumimoji="1" lang="en-US" dirty="0">
                <a:latin typeface="Calibri" panose="020F0502020204030204" pitchFamily="34" charset="0"/>
                <a:cs typeface="Calibri" panose="020F0502020204030204" pitchFamily="34" charset="0"/>
              </a:rPr>
              <a:t>When a partition is free</a:t>
            </a:r>
          </a:p>
          <a:p>
            <a:pPr lvl="1">
              <a:spcBef>
                <a:spcPts val="600"/>
              </a:spcBef>
            </a:pPr>
            <a:r>
              <a:rPr lang="en-US" dirty="0">
                <a:latin typeface="Calibri" panose="020F0502020204030204" pitchFamily="34" charset="0"/>
                <a:cs typeface="Calibri" panose="020F0502020204030204" pitchFamily="34" charset="0"/>
              </a:rPr>
              <a:t>another process selected from input queue, &amp; loaded </a:t>
            </a:r>
          </a:p>
          <a:p>
            <a:pPr>
              <a:spcBef>
                <a:spcPts val="1800"/>
              </a:spcBef>
            </a:pPr>
            <a:r>
              <a:rPr lang="en-US" dirty="0">
                <a:latin typeface="Calibri" panose="020F0502020204030204" pitchFamily="34" charset="0"/>
                <a:cs typeface="Calibri" panose="020F0502020204030204" pitchFamily="34" charset="0"/>
              </a:rPr>
              <a:t>When process terminates</a:t>
            </a:r>
          </a:p>
          <a:p>
            <a:pPr lvl="1">
              <a:spcBef>
                <a:spcPts val="600"/>
              </a:spcBef>
            </a:pPr>
            <a:r>
              <a:rPr lang="en-US" dirty="0">
                <a:latin typeface="Calibri" panose="020F0502020204030204" pitchFamily="34" charset="0"/>
                <a:cs typeface="Calibri" panose="020F0502020204030204" pitchFamily="34" charset="0"/>
              </a:rPr>
              <a:t>partition becomes available again, for allocation</a:t>
            </a:r>
          </a:p>
          <a:p>
            <a:pPr>
              <a:spcBef>
                <a:spcPts val="600"/>
              </a:spcBef>
            </a:pPr>
            <a:endParaRPr kumimoji="1" lang="en-US" dirty="0">
              <a:latin typeface="Calibri" panose="020F0502020204030204" pitchFamily="34" charset="0"/>
              <a:cs typeface="Calibri" panose="020F0502020204030204" pitchFamily="34" charset="0"/>
            </a:endParaRPr>
          </a:p>
          <a:p>
            <a:pPr>
              <a:spcBef>
                <a:spcPts val="600"/>
              </a:spcBef>
            </a:pPr>
            <a:endParaRPr lang="en-US" dirty="0">
              <a:latin typeface="Calibri" panose="020F0502020204030204" pitchFamily="34" charset="0"/>
              <a:cs typeface="Calibri" panose="020F0502020204030204" pitchFamily="34" charset="0"/>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5421DD0-C5FA-4D3D-86C4-278AB2700EAC}"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2" name="Slide Number Placeholder 3">
            <a:extLst>
              <a:ext uri="{FF2B5EF4-FFF2-40B4-BE49-F238E27FC236}">
                <a16:creationId xmlns:a16="http://schemas.microsoft.com/office/drawing/2014/main" id="{D7999E88-5970-9A67-B10A-FDF1127243D4}"/>
              </a:ext>
            </a:extLst>
          </p:cNvPr>
          <p:cNvSpPr txBox="1">
            <a:spLocks/>
          </p:cNvSpPr>
          <p:nvPr/>
        </p:nvSpPr>
        <p:spPr bwMode="auto">
          <a:xfrm>
            <a:off x="8588829" y="6389912"/>
            <a:ext cx="413657" cy="3751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E2418860-B345-4524-9314-FE51DF6E4AD1}" type="slidenum">
              <a:rPr lang="en-US" altLang="en-PK" sz="1400" smtClean="0">
                <a:solidFill>
                  <a:schemeClr val="tx1"/>
                </a:solidFill>
              </a:rPr>
              <a:pPr/>
              <a:t>23</a:t>
            </a:fld>
            <a:endParaRPr lang="en-US" altLang="en-US" sz="1400" dirty="0">
              <a:solidFill>
                <a:schemeClr val="tx1"/>
              </a:solidFill>
              <a:latin typeface="Tahoma" panose="020B0604030504040204" pitchFamily="34" charset="0"/>
              <a:ea typeface="MS PGothic" panose="020B0600070205080204" pitchFamily="34" charset="-128"/>
            </a:endParaRPr>
          </a:p>
        </p:txBody>
      </p:sp>
    </p:spTree>
    <p:extLst>
      <p:ext uri="{BB962C8B-B14F-4D97-AF65-F5344CB8AC3E}">
        <p14:creationId xmlns:p14="http://schemas.microsoft.com/office/powerpoint/2010/main" val="1453712025"/>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3"/>
          <p:cNvPicPr>
            <a:picLocks noChangeAspect="1" noChangeArrowheads="1"/>
          </p:cNvPicPr>
          <p:nvPr/>
        </p:nvPicPr>
        <p:blipFill rotWithShape="1">
          <a:blip r:embed="rId3"/>
          <a:srcRect l="10638" t="-1" r="59575" b="15871"/>
          <a:stretch/>
        </p:blipFill>
        <p:spPr bwMode="auto">
          <a:xfrm>
            <a:off x="7274560" y="846591"/>
            <a:ext cx="1517467" cy="5676742"/>
          </a:xfrm>
          <a:prstGeom prst="rect">
            <a:avLst/>
          </a:prstGeom>
          <a:noFill/>
          <a:ln w="9525">
            <a:noFill/>
            <a:miter lim="800000"/>
            <a:headEnd/>
            <a:tailEnd/>
          </a:ln>
          <a:effectLst/>
        </p:spPr>
      </p:pic>
      <p:sp>
        <p:nvSpPr>
          <p:cNvPr id="4" name="Slide Number Placeholder 3">
            <a:extLst>
              <a:ext uri="{FF2B5EF4-FFF2-40B4-BE49-F238E27FC236}">
                <a16:creationId xmlns:a16="http://schemas.microsoft.com/office/drawing/2014/main" id="{4F590F83-7C1F-0672-2244-0C7C2F60CF52}"/>
              </a:ext>
            </a:extLst>
          </p:cNvPr>
          <p:cNvSpPr txBox="1">
            <a:spLocks/>
          </p:cNvSpPr>
          <p:nvPr/>
        </p:nvSpPr>
        <p:spPr bwMode="auto">
          <a:xfrm>
            <a:off x="8588829" y="6389912"/>
            <a:ext cx="413657" cy="3751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E2418860-B345-4524-9314-FE51DF6E4AD1}" type="slidenum">
              <a:rPr lang="en-US" altLang="en-PK" sz="1400" smtClean="0">
                <a:solidFill>
                  <a:schemeClr val="tx1"/>
                </a:solidFill>
              </a:rPr>
              <a:pPr/>
              <a:t>24</a:t>
            </a:fld>
            <a:endParaRPr lang="en-US" altLang="en-US" sz="1400" dirty="0">
              <a:solidFill>
                <a:schemeClr val="tx1"/>
              </a:solidFill>
              <a:latin typeface="Tahoma" panose="020B0604030504040204" pitchFamily="34" charset="0"/>
              <a:ea typeface="MS PGothic" panose="020B0600070205080204" pitchFamily="34" charset="-128"/>
            </a:endParaRPr>
          </a:p>
        </p:txBody>
      </p:sp>
      <p:sp>
        <p:nvSpPr>
          <p:cNvPr id="5" name="Rectangle 3">
            <a:extLst>
              <a:ext uri="{FF2B5EF4-FFF2-40B4-BE49-F238E27FC236}">
                <a16:creationId xmlns:a16="http://schemas.microsoft.com/office/drawing/2014/main" id="{5E5FCCA1-1002-0353-D9DF-817B6B6B4791}"/>
              </a:ext>
            </a:extLst>
          </p:cNvPr>
          <p:cNvSpPr txBox="1">
            <a:spLocks/>
          </p:cNvSpPr>
          <p:nvPr/>
        </p:nvSpPr>
        <p:spPr bwMode="auto">
          <a:xfrm>
            <a:off x="459999" y="1051070"/>
            <a:ext cx="6688181" cy="55928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lvl1pPr marL="342900" indent="-342900" algn="l" rtl="0" eaLnBrk="0" fontAlgn="base" hangingPunct="0">
              <a:spcBef>
                <a:spcPct val="35000"/>
              </a:spcBef>
              <a:spcAft>
                <a:spcPct val="0"/>
              </a:spcAft>
              <a:buClr>
                <a:srgbClr val="993300"/>
              </a:buClr>
              <a:buSzPct val="110000"/>
              <a:buFont typeface="Wingdings" panose="05000000000000000000" pitchFamily="2" charset="2"/>
              <a:buChar char="§"/>
              <a:defRPr kumimoji="1" sz="2800">
                <a:solidFill>
                  <a:schemeClr val="tx1"/>
                </a:solidFill>
                <a:latin typeface="+mn-lt"/>
                <a:ea typeface="MS PGothic" pitchFamily="34" charset="-128"/>
                <a:cs typeface="ＭＳ Ｐゴシック" charset="-128"/>
              </a:defRPr>
            </a:lvl1pPr>
            <a:lvl2pPr marL="742950" indent="-285750" algn="l" rtl="0" eaLnBrk="0" fontAlgn="base" hangingPunct="0">
              <a:spcBef>
                <a:spcPct val="35000"/>
              </a:spcBef>
              <a:spcAft>
                <a:spcPct val="0"/>
              </a:spcAft>
              <a:buClr>
                <a:srgbClr val="CC6600"/>
              </a:buClr>
              <a:buSzPct val="110000"/>
              <a:buFont typeface="Arial" panose="020B0604020202020204" pitchFamily="34" charset="0"/>
              <a:buChar char="•"/>
              <a:defRPr kumimoji="1" sz="2400">
                <a:solidFill>
                  <a:schemeClr val="tx1"/>
                </a:solidFill>
                <a:latin typeface="+mn-lt"/>
                <a:ea typeface="MS PGothic"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000">
                <a:solidFill>
                  <a:schemeClr val="tx1"/>
                </a:solidFill>
                <a:latin typeface="+mn-lt"/>
                <a:ea typeface="MS PGothic" pitchFamily="34" charset="-128"/>
              </a:defRPr>
            </a:lvl3pPr>
            <a:lvl4pPr marL="1428750" indent="-228600" algn="l" rtl="0" eaLnBrk="0" fontAlgn="base" hangingPunct="0">
              <a:spcBef>
                <a:spcPct val="35000"/>
              </a:spcBef>
              <a:spcAft>
                <a:spcPct val="0"/>
              </a:spcAft>
              <a:buClr>
                <a:schemeClr val="hlink"/>
              </a:buClr>
              <a:buSzPct val="75000"/>
              <a:buChar char="–"/>
              <a:defRPr kumimoji="1" sz="1800">
                <a:solidFill>
                  <a:schemeClr val="tx1"/>
                </a:solidFill>
                <a:latin typeface="+mn-lt"/>
                <a:ea typeface="MS PGothic" pitchFamily="34" charset="-128"/>
              </a:defRPr>
            </a:lvl4pPr>
            <a:lvl5pPr marL="1771650" indent="-228600" algn="l" rtl="0" eaLnBrk="0" fontAlgn="base" hangingPunct="0">
              <a:spcBef>
                <a:spcPct val="35000"/>
              </a:spcBef>
              <a:spcAft>
                <a:spcPct val="0"/>
              </a:spcAft>
              <a:buClr>
                <a:srgbClr val="FF0066"/>
              </a:buClr>
              <a:buSzPct val="75000"/>
              <a:buChar char="»"/>
              <a:defRPr kumimoji="1" sz="1800">
                <a:solidFill>
                  <a:schemeClr val="tx1"/>
                </a:solidFill>
                <a:latin typeface="+mn-lt"/>
                <a:ea typeface="MS PGothic" pitchFamily="34" charset="-128"/>
              </a:defRPr>
            </a:lvl5pPr>
            <a:lvl6pPr marL="2228850" indent="-228600" algn="l" rtl="0" eaLnBrk="0" fontAlgn="base" hangingPunct="0">
              <a:spcBef>
                <a:spcPct val="35000"/>
              </a:spcBef>
              <a:spcAft>
                <a:spcPct val="0"/>
              </a:spcAft>
              <a:buClr>
                <a:srgbClr val="FF0066"/>
              </a:buClr>
              <a:buSzPct val="75000"/>
              <a:buChar char="»"/>
              <a:defRPr kumimoji="1" sz="1800">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sz="1800">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sz="1800">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sz="1800">
                <a:solidFill>
                  <a:schemeClr val="tx1"/>
                </a:solidFill>
                <a:latin typeface="+mn-lt"/>
                <a:ea typeface="ＭＳ Ｐゴシック" charset="-128"/>
              </a:defRPr>
            </a:lvl9pPr>
          </a:lstStyle>
          <a:p>
            <a:pPr marL="0" indent="0">
              <a:spcBef>
                <a:spcPts val="1200"/>
              </a:spcBef>
              <a:buNone/>
            </a:pPr>
            <a:r>
              <a:rPr kumimoji="1" lang="en-US" sz="2400" b="1" i="0" u="none" strike="noStrike" kern="1200" cap="none" spc="0" normalizeH="0" baseline="0" noProof="0" dirty="0">
                <a:ln>
                  <a:noFill/>
                </a:ln>
                <a:solidFill>
                  <a:srgbClr val="C00000"/>
                </a:solidFill>
                <a:effectLst/>
                <a:uLnTx/>
                <a:uFillTx/>
                <a:latin typeface="Calibri" panose="020F0502020204030204" pitchFamily="34" charset="0"/>
                <a:ea typeface="+mn-ea"/>
                <a:cs typeface="Calibri" panose="020F0502020204030204" pitchFamily="34" charset="0"/>
              </a:rPr>
              <a:t>Equal size partitions </a:t>
            </a:r>
          </a:p>
          <a:p>
            <a:pPr>
              <a:spcBef>
                <a:spcPts val="1200"/>
              </a:spcBef>
            </a:pPr>
            <a:r>
              <a:rPr lang="en-US" sz="2300" dirty="0">
                <a:solidFill>
                  <a:prstClr val="black"/>
                </a:solidFill>
                <a:latin typeface="Calibri" panose="020F0502020204030204" pitchFamily="34" charset="0"/>
                <a:ea typeface="+mn-ea"/>
                <a:cs typeface="Calibri" panose="020F0502020204030204" pitchFamily="34" charset="0"/>
              </a:rPr>
              <a:t>OS can load a process </a:t>
            </a:r>
            <a:r>
              <a:rPr kumimoji="1" lang="en-US" sz="23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whose size is less than or equal to </a:t>
            </a:r>
            <a:r>
              <a:rPr lang="en-US" sz="2300" dirty="0">
                <a:solidFill>
                  <a:prstClr val="black"/>
                </a:solidFill>
                <a:latin typeface="Calibri" panose="020F0502020204030204" pitchFamily="34" charset="0"/>
                <a:ea typeface="+mn-ea"/>
                <a:cs typeface="Calibri" panose="020F0502020204030204" pitchFamily="34" charset="0"/>
              </a:rPr>
              <a:t>an</a:t>
            </a:r>
            <a:r>
              <a:rPr kumimoji="1" lang="en-US" sz="23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a:t>
            </a:r>
            <a:r>
              <a:rPr lang="en-US" sz="2300" dirty="0">
                <a:solidFill>
                  <a:prstClr val="black"/>
                </a:solidFill>
                <a:latin typeface="Calibri" panose="020F0502020204030204" pitchFamily="34" charset="0"/>
                <a:ea typeface="+mn-ea"/>
                <a:cs typeface="Calibri" panose="020F0502020204030204" pitchFamily="34" charset="0"/>
              </a:rPr>
              <a:t>available </a:t>
            </a:r>
            <a:r>
              <a:rPr kumimoji="1" lang="en-US" sz="23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partition </a:t>
            </a:r>
          </a:p>
          <a:p>
            <a:pPr lvl="1">
              <a:spcBef>
                <a:spcPts val="600"/>
              </a:spcBef>
            </a:pPr>
            <a:r>
              <a:rPr kumimoji="1" lang="en-US" sz="21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can also swap out a process from the partition, </a:t>
            </a:r>
            <a:br>
              <a:rPr kumimoji="1" lang="en-US" sz="21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br>
            <a:r>
              <a:rPr kumimoji="1" lang="en-US" sz="21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if not in Running state</a:t>
            </a:r>
          </a:p>
          <a:p>
            <a:pPr>
              <a:spcBef>
                <a:spcPts val="1800"/>
              </a:spcBef>
            </a:pPr>
            <a:r>
              <a:rPr lang="en-US" sz="2200" dirty="0">
                <a:solidFill>
                  <a:prstClr val="black"/>
                </a:solidFill>
                <a:latin typeface="Calibri" panose="020F0502020204030204" pitchFamily="34" charset="0"/>
                <a:ea typeface="+mn-ea"/>
                <a:cs typeface="Calibri" panose="020F0502020204030204" pitchFamily="34" charset="0"/>
              </a:rPr>
              <a:t>P</a:t>
            </a:r>
            <a:r>
              <a:rPr kumimoji="1" lang="en-US" sz="2200" b="0" i="0" u="none" strike="noStrike" kern="1200" cap="none" spc="0" normalizeH="0" baseline="0" noProof="0" dirty="0" err="1">
                <a:ln>
                  <a:noFill/>
                </a:ln>
                <a:solidFill>
                  <a:prstClr val="black"/>
                </a:solidFill>
                <a:effectLst/>
                <a:uLnTx/>
                <a:uFillTx/>
                <a:latin typeface="Calibri" panose="020F0502020204030204" pitchFamily="34" charset="0"/>
                <a:ea typeface="+mn-ea"/>
                <a:cs typeface="Calibri" panose="020F0502020204030204" pitchFamily="34" charset="0"/>
              </a:rPr>
              <a:t>ro</a:t>
            </a:r>
            <a:r>
              <a:rPr lang="en-US" sz="2200" dirty="0">
                <a:solidFill>
                  <a:prstClr val="black"/>
                </a:solidFill>
                <a:latin typeface="Calibri" panose="020F0502020204030204" pitchFamily="34" charset="0"/>
                <a:ea typeface="+mn-ea"/>
                <a:cs typeface="Calibri" panose="020F0502020204030204" pitchFamily="34" charset="0"/>
              </a:rPr>
              <a:t>gram</a:t>
            </a:r>
            <a:r>
              <a:rPr kumimoji="1" lang="en-US" sz="22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may not fit in a partition…</a:t>
            </a:r>
          </a:p>
          <a:p>
            <a:pPr lvl="1">
              <a:spcBef>
                <a:spcPts val="600"/>
              </a:spcBef>
            </a:pPr>
            <a:r>
              <a:rPr kumimoji="1" lang="en-US" sz="21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use </a:t>
            </a:r>
            <a:r>
              <a:rPr kumimoji="1" lang="en-US" sz="2100" b="0" i="1" u="none" strike="noStrike" kern="1200" cap="none" spc="0" normalizeH="0" baseline="0" noProof="0" dirty="0">
                <a:ln>
                  <a:noFill/>
                </a:ln>
                <a:solidFill>
                  <a:srgbClr val="FF0000"/>
                </a:solidFill>
                <a:effectLst/>
                <a:uLnTx/>
                <a:uFillTx/>
                <a:latin typeface="Calibri" panose="020F0502020204030204" pitchFamily="34" charset="0"/>
                <a:ea typeface="+mn-ea"/>
                <a:cs typeface="Calibri" panose="020F0502020204030204" pitchFamily="34" charset="0"/>
              </a:rPr>
              <a:t>Overlaying</a:t>
            </a:r>
          </a:p>
          <a:p>
            <a:pPr marL="457200" lvl="1" indent="0" algn="ctr">
              <a:spcBef>
                <a:spcPts val="600"/>
              </a:spcBef>
              <a:buNone/>
            </a:pPr>
            <a:r>
              <a:rPr lang="en-US" sz="2100" i="1" dirty="0">
                <a:solidFill>
                  <a:srgbClr val="0000CC"/>
                </a:solidFill>
                <a:latin typeface="Times New Roman" panose="02020603050405020304" pitchFamily="18" charset="0"/>
                <a:cs typeface="Times New Roman" panose="02020603050405020304" pitchFamily="18" charset="0"/>
              </a:rPr>
              <a:t>“b</a:t>
            </a:r>
            <a:r>
              <a:rPr kumimoji="1" lang="en-US" sz="2100" i="1" dirty="0">
                <a:solidFill>
                  <a:srgbClr val="0000CC"/>
                </a:solidFill>
                <a:latin typeface="Times New Roman" panose="02020603050405020304" pitchFamily="18" charset="0"/>
                <a:cs typeface="Times New Roman" panose="02020603050405020304" pitchFamily="18" charset="0"/>
              </a:rPr>
              <a:t>ring in </a:t>
            </a:r>
            <a:r>
              <a:rPr lang="en-US" sz="2100" i="1" dirty="0">
                <a:solidFill>
                  <a:srgbClr val="0000CC"/>
                </a:solidFill>
                <a:latin typeface="Times New Roman" panose="02020603050405020304" pitchFamily="18" charset="0"/>
                <a:cs typeface="Times New Roman" panose="02020603050405020304" pitchFamily="18" charset="0"/>
              </a:rPr>
              <a:t>program</a:t>
            </a:r>
            <a:r>
              <a:rPr kumimoji="1" lang="en-US" sz="2100" i="1" dirty="0">
                <a:solidFill>
                  <a:srgbClr val="0000CC"/>
                </a:solidFill>
                <a:latin typeface="Times New Roman" panose="02020603050405020304" pitchFamily="18" charset="0"/>
                <a:cs typeface="Times New Roman" panose="02020603050405020304" pitchFamily="18" charset="0"/>
              </a:rPr>
              <a:t> instructions &amp; data as needed, </a:t>
            </a:r>
            <a:br>
              <a:rPr kumimoji="1" lang="en-US" sz="2100" i="1" dirty="0">
                <a:solidFill>
                  <a:srgbClr val="0000CC"/>
                </a:solidFill>
                <a:latin typeface="Times New Roman" panose="02020603050405020304" pitchFamily="18" charset="0"/>
                <a:cs typeface="Times New Roman" panose="02020603050405020304" pitchFamily="18" charset="0"/>
              </a:rPr>
            </a:br>
            <a:r>
              <a:rPr kumimoji="1" lang="en-US" sz="2100" i="1" dirty="0">
                <a:solidFill>
                  <a:srgbClr val="0000CC"/>
                </a:solidFill>
                <a:latin typeface="Times New Roman" panose="02020603050405020304" pitchFamily="18" charset="0"/>
                <a:cs typeface="Times New Roman" panose="02020603050405020304" pitchFamily="18" charset="0"/>
              </a:rPr>
              <a:t>and always</a:t>
            </a:r>
            <a:r>
              <a:rPr lang="en-US" sz="2100" i="1" dirty="0">
                <a:solidFill>
                  <a:srgbClr val="0000CC"/>
                </a:solidFill>
                <a:latin typeface="Times New Roman" panose="02020603050405020304" pitchFamily="18" charset="0"/>
                <a:cs typeface="Times New Roman" panose="02020603050405020304" pitchFamily="18" charset="0"/>
              </a:rPr>
              <a:t> </a:t>
            </a:r>
            <a:r>
              <a:rPr kumimoji="1" lang="en-US" sz="2100" i="1" dirty="0">
                <a:solidFill>
                  <a:srgbClr val="0000CC"/>
                </a:solidFill>
                <a:latin typeface="Times New Roman" panose="02020603050405020304" pitchFamily="18" charset="0"/>
                <a:cs typeface="Times New Roman" panose="02020603050405020304" pitchFamily="18" charset="0"/>
              </a:rPr>
              <a:t>load into same space”</a:t>
            </a:r>
            <a:endParaRPr kumimoji="1" lang="en-US" sz="2100" b="0" i="1" u="none" strike="noStrike" kern="1200" cap="none" spc="0" normalizeH="0" baseline="0" noProof="0" dirty="0">
              <a:ln>
                <a:noFill/>
              </a:ln>
              <a:solidFill>
                <a:srgbClr val="0000CC"/>
              </a:solidFill>
              <a:effectLst/>
              <a:uLnTx/>
              <a:uFillTx/>
              <a:latin typeface="Times New Roman" panose="02020603050405020304" pitchFamily="18" charset="0"/>
              <a:ea typeface="+mn-ea"/>
              <a:cs typeface="Times New Roman" panose="02020603050405020304" pitchFamily="18" charset="0"/>
            </a:endParaRPr>
          </a:p>
          <a:p>
            <a:pPr>
              <a:spcBef>
                <a:spcPts val="1800"/>
              </a:spcBef>
            </a:pPr>
            <a:r>
              <a:rPr kumimoji="1" lang="en-US" sz="23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Memory usage is </a:t>
            </a:r>
            <a:r>
              <a:rPr lang="en-US" sz="2200" i="1" dirty="0">
                <a:solidFill>
                  <a:srgbClr val="FF0000"/>
                </a:solidFill>
                <a:latin typeface="Calibri" panose="020F0502020204030204" pitchFamily="34" charset="0"/>
                <a:ea typeface="+mn-ea"/>
                <a:cs typeface="Calibri" panose="020F0502020204030204" pitchFamily="34" charset="0"/>
              </a:rPr>
              <a:t>inefficient</a:t>
            </a:r>
          </a:p>
          <a:p>
            <a:pPr lvl="1">
              <a:spcBef>
                <a:spcPts val="600"/>
              </a:spcBef>
            </a:pPr>
            <a:r>
              <a:rPr lang="en-US" sz="2100" dirty="0">
                <a:solidFill>
                  <a:prstClr val="black"/>
                </a:solidFill>
                <a:latin typeface="Calibri" panose="020F0502020204030204" pitchFamily="34" charset="0"/>
                <a:ea typeface="+mn-ea"/>
                <a:cs typeface="Calibri" panose="020F0502020204030204" pitchFamily="34" charset="0"/>
              </a:rPr>
              <a:t>even a small </a:t>
            </a:r>
            <a:r>
              <a:rPr kumimoji="1" lang="en-US" sz="21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program occupies entire partition</a:t>
            </a:r>
          </a:p>
          <a:p>
            <a:pPr lvl="1">
              <a:spcBef>
                <a:spcPts val="600"/>
              </a:spcBef>
            </a:pPr>
            <a:r>
              <a:rPr kumimoji="1" lang="en-US" sz="21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results in –  </a:t>
            </a:r>
            <a:r>
              <a:rPr lang="en-US" sz="2200" b="1" i="1" dirty="0">
                <a:solidFill>
                  <a:srgbClr val="FF0000"/>
                </a:solidFill>
                <a:latin typeface="Calibri" panose="020F0502020204030204" pitchFamily="34" charset="0"/>
                <a:ea typeface="+mn-ea"/>
                <a:cs typeface="Calibri" panose="020F0502020204030204" pitchFamily="34" charset="0"/>
              </a:rPr>
              <a:t>I</a:t>
            </a:r>
            <a:r>
              <a:rPr kumimoji="1" lang="en-US" sz="2200" b="1" i="1" u="none" strike="noStrike" kern="1200" cap="none" spc="0" normalizeH="0" baseline="0" noProof="0" dirty="0" err="1">
                <a:ln>
                  <a:noFill/>
                </a:ln>
                <a:solidFill>
                  <a:srgbClr val="FF0000"/>
                </a:solidFill>
                <a:effectLst/>
                <a:uLnTx/>
                <a:uFillTx/>
                <a:latin typeface="Calibri" panose="020F0502020204030204" pitchFamily="34" charset="0"/>
                <a:ea typeface="+mn-ea"/>
                <a:cs typeface="Calibri" panose="020F0502020204030204" pitchFamily="34" charset="0"/>
              </a:rPr>
              <a:t>nternal</a:t>
            </a:r>
            <a:r>
              <a:rPr kumimoji="1" lang="en-US" sz="2200" b="1" i="1" u="none" strike="noStrike" kern="1200" cap="none" spc="0" normalizeH="0" baseline="0" noProof="0" dirty="0">
                <a:ln>
                  <a:noFill/>
                </a:ln>
                <a:solidFill>
                  <a:srgbClr val="FF0000"/>
                </a:solidFill>
                <a:effectLst/>
                <a:uLnTx/>
                <a:uFillTx/>
                <a:latin typeface="Calibri" panose="020F0502020204030204" pitchFamily="34" charset="0"/>
                <a:ea typeface="+mn-ea"/>
                <a:cs typeface="Calibri" panose="020F0502020204030204" pitchFamily="34" charset="0"/>
              </a:rPr>
              <a:t> </a:t>
            </a:r>
            <a:r>
              <a:rPr lang="en-US" sz="2200" b="1" i="1" dirty="0">
                <a:solidFill>
                  <a:srgbClr val="FF0000"/>
                </a:solidFill>
                <a:latin typeface="Calibri" panose="020F0502020204030204" pitchFamily="34" charset="0"/>
                <a:ea typeface="+mn-ea"/>
                <a:cs typeface="Calibri" panose="020F0502020204030204" pitchFamily="34" charset="0"/>
              </a:rPr>
              <a:t>F</a:t>
            </a:r>
            <a:r>
              <a:rPr kumimoji="1" lang="en-US" sz="2200" b="1" i="1" u="none" strike="noStrike" kern="1200" cap="none" spc="0" normalizeH="0" baseline="0" noProof="0" dirty="0" err="1">
                <a:ln>
                  <a:noFill/>
                </a:ln>
                <a:solidFill>
                  <a:srgbClr val="FF0000"/>
                </a:solidFill>
                <a:effectLst/>
                <a:uLnTx/>
                <a:uFillTx/>
                <a:latin typeface="Calibri" panose="020F0502020204030204" pitchFamily="34" charset="0"/>
                <a:ea typeface="+mn-ea"/>
                <a:cs typeface="Calibri" panose="020F0502020204030204" pitchFamily="34" charset="0"/>
              </a:rPr>
              <a:t>ragmentation</a:t>
            </a:r>
            <a:endParaRPr kumimoji="1" lang="en-US" sz="2200" b="1" i="1" u="none" strike="noStrike" kern="1200" cap="none" spc="0" normalizeH="0" baseline="0" noProof="0" dirty="0">
              <a:ln>
                <a:noFill/>
              </a:ln>
              <a:solidFill>
                <a:srgbClr val="FF0000"/>
              </a:solidFill>
              <a:effectLst/>
              <a:uLnTx/>
              <a:uFillTx/>
              <a:latin typeface="Calibri" panose="020F0502020204030204" pitchFamily="34" charset="0"/>
              <a:ea typeface="+mn-ea"/>
              <a:cs typeface="Calibri" panose="020F0502020204030204" pitchFamily="34" charset="0"/>
            </a:endParaRPr>
          </a:p>
          <a:p>
            <a:pPr>
              <a:spcBef>
                <a:spcPts val="1200"/>
              </a:spcBef>
            </a:pPr>
            <a:endParaRPr lang="en-US" sz="2200" kern="0" dirty="0"/>
          </a:p>
        </p:txBody>
      </p:sp>
      <p:sp>
        <p:nvSpPr>
          <p:cNvPr id="6" name="Rectangle 2">
            <a:extLst>
              <a:ext uri="{FF2B5EF4-FFF2-40B4-BE49-F238E27FC236}">
                <a16:creationId xmlns:a16="http://schemas.microsoft.com/office/drawing/2014/main" id="{F5F2BB90-3F1F-4F58-8E75-CDCAA8B4B99A}"/>
              </a:ext>
            </a:extLst>
          </p:cNvPr>
          <p:cNvSpPr>
            <a:spLocks noGrp="1"/>
          </p:cNvSpPr>
          <p:nvPr>
            <p:ph type="title"/>
          </p:nvPr>
        </p:nvSpPr>
        <p:spPr>
          <a:xfrm>
            <a:off x="1097281" y="215154"/>
            <a:ext cx="6583679" cy="516366"/>
          </a:xfrm>
        </p:spPr>
        <p:txBody>
          <a:bodyPr>
            <a:noAutofit/>
          </a:bodyPr>
          <a:lstStyle/>
          <a:p>
            <a:r>
              <a:rPr lang="en-US" dirty="0"/>
              <a:t>M F T</a:t>
            </a:r>
          </a:p>
        </p:txBody>
      </p:sp>
    </p:spTree>
    <p:extLst>
      <p:ext uri="{BB962C8B-B14F-4D97-AF65-F5344CB8AC3E}">
        <p14:creationId xmlns:p14="http://schemas.microsoft.com/office/powerpoint/2010/main" val="2674263060"/>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Content Placeholder 3" descr="Fig07_02.gif"/>
          <p:cNvPicPr>
            <a:picLocks noChangeAspect="1"/>
          </p:cNvPicPr>
          <p:nvPr/>
        </p:nvPicPr>
        <p:blipFill rotWithShape="1">
          <a:blip r:embed="rId3"/>
          <a:srcRect l="64834" t="-570" r="5999" b="15766"/>
          <a:stretch/>
        </p:blipFill>
        <p:spPr bwMode="auto">
          <a:xfrm>
            <a:off x="7274560" y="794664"/>
            <a:ext cx="1391921" cy="5697813"/>
          </a:xfrm>
          <a:prstGeom prst="rect">
            <a:avLst/>
          </a:prstGeom>
          <a:noFill/>
          <a:ln w="9525">
            <a:noFill/>
            <a:miter lim="800000"/>
            <a:headEnd/>
            <a:tailEnd/>
          </a:ln>
        </p:spPr>
      </p:pic>
      <p:sp>
        <p:nvSpPr>
          <p:cNvPr id="2" name="Rectangle 3">
            <a:extLst>
              <a:ext uri="{FF2B5EF4-FFF2-40B4-BE49-F238E27FC236}">
                <a16:creationId xmlns:a16="http://schemas.microsoft.com/office/drawing/2014/main" id="{9CACEF38-082F-9091-621C-63982A6A8DF6}"/>
              </a:ext>
            </a:extLst>
          </p:cNvPr>
          <p:cNvSpPr txBox="1">
            <a:spLocks/>
          </p:cNvSpPr>
          <p:nvPr/>
        </p:nvSpPr>
        <p:spPr bwMode="auto">
          <a:xfrm>
            <a:off x="460000" y="1081550"/>
            <a:ext cx="6519092" cy="55928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lvl1pPr marL="342900" indent="-342900" algn="l" rtl="0" eaLnBrk="0" fontAlgn="base" hangingPunct="0">
              <a:spcBef>
                <a:spcPct val="35000"/>
              </a:spcBef>
              <a:spcAft>
                <a:spcPct val="0"/>
              </a:spcAft>
              <a:buClr>
                <a:srgbClr val="993300"/>
              </a:buClr>
              <a:buSzPct val="110000"/>
              <a:buFont typeface="Wingdings" panose="05000000000000000000" pitchFamily="2" charset="2"/>
              <a:buChar char="§"/>
              <a:defRPr kumimoji="1" sz="2800">
                <a:solidFill>
                  <a:schemeClr val="tx1"/>
                </a:solidFill>
                <a:latin typeface="+mn-lt"/>
                <a:ea typeface="MS PGothic" pitchFamily="34" charset="-128"/>
                <a:cs typeface="ＭＳ Ｐゴシック" charset="-128"/>
              </a:defRPr>
            </a:lvl1pPr>
            <a:lvl2pPr marL="742950" indent="-285750" algn="l" rtl="0" eaLnBrk="0" fontAlgn="base" hangingPunct="0">
              <a:spcBef>
                <a:spcPct val="35000"/>
              </a:spcBef>
              <a:spcAft>
                <a:spcPct val="0"/>
              </a:spcAft>
              <a:buClr>
                <a:srgbClr val="CC6600"/>
              </a:buClr>
              <a:buSzPct val="110000"/>
              <a:buFont typeface="Arial" panose="020B0604020202020204" pitchFamily="34" charset="0"/>
              <a:buChar char="•"/>
              <a:defRPr kumimoji="1" sz="2400">
                <a:solidFill>
                  <a:schemeClr val="tx1"/>
                </a:solidFill>
                <a:latin typeface="+mn-lt"/>
                <a:ea typeface="MS PGothic"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000">
                <a:solidFill>
                  <a:schemeClr val="tx1"/>
                </a:solidFill>
                <a:latin typeface="+mn-lt"/>
                <a:ea typeface="MS PGothic" pitchFamily="34" charset="-128"/>
              </a:defRPr>
            </a:lvl3pPr>
            <a:lvl4pPr marL="1428750" indent="-228600" algn="l" rtl="0" eaLnBrk="0" fontAlgn="base" hangingPunct="0">
              <a:spcBef>
                <a:spcPct val="35000"/>
              </a:spcBef>
              <a:spcAft>
                <a:spcPct val="0"/>
              </a:spcAft>
              <a:buClr>
                <a:schemeClr val="hlink"/>
              </a:buClr>
              <a:buSzPct val="75000"/>
              <a:buChar char="–"/>
              <a:defRPr kumimoji="1" sz="1800">
                <a:solidFill>
                  <a:schemeClr val="tx1"/>
                </a:solidFill>
                <a:latin typeface="+mn-lt"/>
                <a:ea typeface="MS PGothic" pitchFamily="34" charset="-128"/>
              </a:defRPr>
            </a:lvl4pPr>
            <a:lvl5pPr marL="1771650" indent="-228600" algn="l" rtl="0" eaLnBrk="0" fontAlgn="base" hangingPunct="0">
              <a:spcBef>
                <a:spcPct val="35000"/>
              </a:spcBef>
              <a:spcAft>
                <a:spcPct val="0"/>
              </a:spcAft>
              <a:buClr>
                <a:srgbClr val="FF0066"/>
              </a:buClr>
              <a:buSzPct val="75000"/>
              <a:buChar char="»"/>
              <a:defRPr kumimoji="1" sz="1800">
                <a:solidFill>
                  <a:schemeClr val="tx1"/>
                </a:solidFill>
                <a:latin typeface="+mn-lt"/>
                <a:ea typeface="MS PGothic" pitchFamily="34" charset="-128"/>
              </a:defRPr>
            </a:lvl5pPr>
            <a:lvl6pPr marL="2228850" indent="-228600" algn="l" rtl="0" eaLnBrk="0" fontAlgn="base" hangingPunct="0">
              <a:spcBef>
                <a:spcPct val="35000"/>
              </a:spcBef>
              <a:spcAft>
                <a:spcPct val="0"/>
              </a:spcAft>
              <a:buClr>
                <a:srgbClr val="FF0066"/>
              </a:buClr>
              <a:buSzPct val="75000"/>
              <a:buChar char="»"/>
              <a:defRPr kumimoji="1" sz="1800">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sz="1800">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sz="1800">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sz="1800">
                <a:solidFill>
                  <a:schemeClr val="tx1"/>
                </a:solidFill>
                <a:latin typeface="+mn-lt"/>
                <a:ea typeface="ＭＳ Ｐゴシック" charset="-128"/>
              </a:defRPr>
            </a:lvl9pPr>
          </a:lstStyle>
          <a:p>
            <a:pPr marL="0" indent="0">
              <a:spcBef>
                <a:spcPts val="1200"/>
              </a:spcBef>
              <a:buNone/>
            </a:pPr>
            <a:r>
              <a:rPr lang="en-US" sz="2400" b="1" dirty="0">
                <a:solidFill>
                  <a:srgbClr val="C00000"/>
                </a:solidFill>
                <a:latin typeface="Calibri" panose="020F0502020204030204" pitchFamily="34" charset="0"/>
                <a:ea typeface="+mn-ea"/>
                <a:cs typeface="Calibri" panose="020F0502020204030204" pitchFamily="34" charset="0"/>
              </a:rPr>
              <a:t>Un-E</a:t>
            </a:r>
            <a:r>
              <a:rPr kumimoji="1" lang="en-US" sz="2400" b="1" i="0" u="none" strike="noStrike" kern="1200" cap="none" spc="0" normalizeH="0" baseline="0" noProof="0" dirty="0">
                <a:ln>
                  <a:noFill/>
                </a:ln>
                <a:solidFill>
                  <a:srgbClr val="C00000"/>
                </a:solidFill>
                <a:effectLst/>
                <a:uLnTx/>
                <a:uFillTx/>
                <a:latin typeface="Calibri" panose="020F0502020204030204" pitchFamily="34" charset="0"/>
                <a:ea typeface="+mn-ea"/>
                <a:cs typeface="Calibri" panose="020F0502020204030204" pitchFamily="34" charset="0"/>
              </a:rPr>
              <a:t>qual size partitions </a:t>
            </a:r>
          </a:p>
          <a:p>
            <a:pPr>
              <a:spcBef>
                <a:spcPts val="1800"/>
              </a:spcBef>
            </a:pPr>
            <a:r>
              <a:rPr kumimoji="1" lang="en-US" sz="24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Partitions </a:t>
            </a:r>
            <a:r>
              <a:rPr lang="en-US" sz="2400" dirty="0">
                <a:solidFill>
                  <a:prstClr val="black"/>
                </a:solidFill>
                <a:latin typeface="Calibri" panose="020F0502020204030204" pitchFamily="34" charset="0"/>
                <a:ea typeface="+mn-ea"/>
                <a:cs typeface="Calibri" panose="020F0502020204030204" pitchFamily="34" charset="0"/>
              </a:rPr>
              <a:t>sizes are</a:t>
            </a:r>
            <a:r>
              <a:rPr kumimoji="1" lang="en-US" sz="24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fixed, but different</a:t>
            </a:r>
          </a:p>
          <a:p>
            <a:pPr>
              <a:spcBef>
                <a:spcPts val="1800"/>
              </a:spcBef>
            </a:pPr>
            <a:r>
              <a:rPr lang="en-US" sz="2400" dirty="0">
                <a:solidFill>
                  <a:prstClr val="black"/>
                </a:solidFill>
                <a:latin typeface="Calibri" panose="020F0502020204030204" pitchFamily="34" charset="0"/>
                <a:ea typeface="+mn-ea"/>
                <a:cs typeface="Calibri" panose="020F0502020204030204" pitchFamily="34" charset="0"/>
              </a:rPr>
              <a:t>Programs up to 16 M accommodated without overlay</a:t>
            </a:r>
          </a:p>
          <a:p>
            <a:pPr>
              <a:spcBef>
                <a:spcPts val="1800"/>
              </a:spcBef>
            </a:pPr>
            <a:r>
              <a:rPr lang="en-US" sz="2400" dirty="0">
                <a:solidFill>
                  <a:prstClr val="black"/>
                </a:solidFill>
                <a:latin typeface="Calibri" panose="020F0502020204030204" pitchFamily="34" charset="0"/>
                <a:ea typeface="+mn-ea"/>
                <a:cs typeface="Calibri" panose="020F0502020204030204" pitchFamily="34" charset="0"/>
              </a:rPr>
              <a:t>Smaller programs placed in smaller partitions</a:t>
            </a:r>
          </a:p>
          <a:p>
            <a:pPr lvl="1">
              <a:spcBef>
                <a:spcPts val="600"/>
              </a:spcBef>
            </a:pPr>
            <a:r>
              <a:rPr lang="en-US" sz="2200" dirty="0">
                <a:solidFill>
                  <a:prstClr val="black"/>
                </a:solidFill>
                <a:latin typeface="Calibri" panose="020F0502020204030204" pitchFamily="34" charset="0"/>
                <a:ea typeface="+mn-ea"/>
                <a:cs typeface="Calibri" panose="020F0502020204030204" pitchFamily="34" charset="0"/>
              </a:rPr>
              <a:t>reduces </a:t>
            </a:r>
            <a:r>
              <a:rPr lang="en-US" sz="2200" b="1" i="1" dirty="0">
                <a:solidFill>
                  <a:srgbClr val="FF0000"/>
                </a:solidFill>
                <a:latin typeface="Calibri" panose="020F0502020204030204" pitchFamily="34" charset="0"/>
                <a:ea typeface="+mn-ea"/>
                <a:cs typeface="Calibri" panose="020F0502020204030204" pitchFamily="34" charset="0"/>
              </a:rPr>
              <a:t>Internal Fragmentation</a:t>
            </a:r>
          </a:p>
          <a:p>
            <a:pPr>
              <a:spcBef>
                <a:spcPts val="1800"/>
              </a:spcBef>
            </a:pPr>
            <a:r>
              <a:rPr kumimoji="1" lang="en-US" sz="24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Lessens the problem with fixed, same size partitions</a:t>
            </a:r>
          </a:p>
          <a:p>
            <a:pPr lvl="1">
              <a:spcBef>
                <a:spcPts val="600"/>
              </a:spcBef>
            </a:pPr>
            <a:r>
              <a:rPr lang="en-US" sz="2200" dirty="0">
                <a:solidFill>
                  <a:prstClr val="black"/>
                </a:solidFill>
                <a:latin typeface="Calibri" panose="020F0502020204030204" pitchFamily="34" charset="0"/>
                <a:ea typeface="+mn-ea"/>
                <a:cs typeface="Calibri" panose="020F0502020204030204" pitchFamily="34" charset="0"/>
              </a:rPr>
              <a:t>but</a:t>
            </a:r>
            <a:r>
              <a:rPr kumimoji="1" lang="en-US" sz="22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doesn’t solve completely</a:t>
            </a:r>
          </a:p>
          <a:p>
            <a:pPr>
              <a:spcBef>
                <a:spcPts val="1200"/>
              </a:spcBef>
            </a:pPr>
            <a:endParaRPr lang="en-US" sz="2400" kern="0" dirty="0"/>
          </a:p>
        </p:txBody>
      </p:sp>
      <p:sp>
        <p:nvSpPr>
          <p:cNvPr id="5" name="Slide Number Placeholder 3">
            <a:extLst>
              <a:ext uri="{FF2B5EF4-FFF2-40B4-BE49-F238E27FC236}">
                <a16:creationId xmlns:a16="http://schemas.microsoft.com/office/drawing/2014/main" id="{0BBA1B34-4731-4883-8C0C-CD5F745E5F47}"/>
              </a:ext>
            </a:extLst>
          </p:cNvPr>
          <p:cNvSpPr txBox="1">
            <a:spLocks/>
          </p:cNvSpPr>
          <p:nvPr/>
        </p:nvSpPr>
        <p:spPr bwMode="auto">
          <a:xfrm>
            <a:off x="8588829" y="6389912"/>
            <a:ext cx="413657" cy="3751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E2418860-B345-4524-9314-FE51DF6E4AD1}" type="slidenum">
              <a:rPr lang="en-US" altLang="en-PK" sz="1400" smtClean="0">
                <a:solidFill>
                  <a:schemeClr val="tx1"/>
                </a:solidFill>
              </a:rPr>
              <a:pPr/>
              <a:t>25</a:t>
            </a:fld>
            <a:endParaRPr lang="en-US" altLang="en-US" sz="1400" dirty="0">
              <a:solidFill>
                <a:schemeClr val="tx1"/>
              </a:solidFill>
              <a:latin typeface="Tahoma" panose="020B0604030504040204" pitchFamily="34" charset="0"/>
              <a:ea typeface="MS PGothic" panose="020B0600070205080204" pitchFamily="34" charset="-128"/>
            </a:endParaRPr>
          </a:p>
        </p:txBody>
      </p:sp>
      <p:sp>
        <p:nvSpPr>
          <p:cNvPr id="6" name="Rectangle 2">
            <a:extLst>
              <a:ext uri="{FF2B5EF4-FFF2-40B4-BE49-F238E27FC236}">
                <a16:creationId xmlns:a16="http://schemas.microsoft.com/office/drawing/2014/main" id="{30D8BB3A-88EF-86CE-C4D2-0C02C2B3A968}"/>
              </a:ext>
            </a:extLst>
          </p:cNvPr>
          <p:cNvSpPr>
            <a:spLocks noGrp="1"/>
          </p:cNvSpPr>
          <p:nvPr>
            <p:ph type="title"/>
          </p:nvPr>
        </p:nvSpPr>
        <p:spPr>
          <a:xfrm>
            <a:off x="1097281" y="215154"/>
            <a:ext cx="6583679" cy="516366"/>
          </a:xfrm>
        </p:spPr>
        <p:txBody>
          <a:bodyPr>
            <a:noAutofit/>
          </a:bodyPr>
          <a:lstStyle/>
          <a:p>
            <a:r>
              <a:rPr lang="en-US" dirty="0"/>
              <a:t>M F T</a:t>
            </a:r>
          </a:p>
        </p:txBody>
      </p:sp>
    </p:spTree>
    <p:extLst>
      <p:ext uri="{BB962C8B-B14F-4D97-AF65-F5344CB8AC3E}">
        <p14:creationId xmlns:p14="http://schemas.microsoft.com/office/powerpoint/2010/main" val="3860093717"/>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p:cNvSpPr>
          <p:nvPr>
            <p:ph type="title"/>
          </p:nvPr>
        </p:nvSpPr>
        <p:spPr>
          <a:xfrm>
            <a:off x="782320" y="1"/>
            <a:ext cx="8361680" cy="731519"/>
          </a:xfrm>
        </p:spPr>
        <p:txBody>
          <a:bodyPr>
            <a:noAutofit/>
          </a:bodyPr>
          <a:lstStyle/>
          <a:p>
            <a:r>
              <a:rPr lang="en-US" dirty="0"/>
              <a:t>MVT –  Dynamic Partitioning</a:t>
            </a:r>
          </a:p>
        </p:txBody>
      </p:sp>
      <p:sp>
        <p:nvSpPr>
          <p:cNvPr id="25603" name="Rectangle 3"/>
          <p:cNvSpPr>
            <a:spLocks noGrp="1"/>
          </p:cNvSpPr>
          <p:nvPr>
            <p:ph type="body" idx="1"/>
          </p:nvPr>
        </p:nvSpPr>
        <p:spPr>
          <a:xfrm>
            <a:off x="505097" y="1106604"/>
            <a:ext cx="8361680" cy="5470861"/>
          </a:xfrm>
        </p:spPr>
        <p:txBody>
          <a:bodyPr/>
          <a:lstStyle/>
          <a:p>
            <a:pPr marL="0" indent="0">
              <a:spcBef>
                <a:spcPts val="1200"/>
              </a:spcBef>
              <a:buNone/>
            </a:pPr>
            <a:r>
              <a:rPr kumimoji="1" lang="en-US" b="1" dirty="0">
                <a:solidFill>
                  <a:srgbClr val="C00000"/>
                </a:solidFill>
              </a:rPr>
              <a:t>Multi programming with Variable Tasks</a:t>
            </a:r>
          </a:p>
          <a:p>
            <a:pPr>
              <a:spcBef>
                <a:spcPts val="1800"/>
              </a:spcBef>
            </a:pPr>
            <a:r>
              <a:rPr kumimoji="1" lang="en-US" dirty="0"/>
              <a:t>Partitions created dynamically at run time</a:t>
            </a:r>
          </a:p>
          <a:p>
            <a:pPr lvl="1">
              <a:spcBef>
                <a:spcPts val="600"/>
              </a:spcBef>
            </a:pPr>
            <a:r>
              <a:rPr lang="en-US" dirty="0"/>
              <a:t>each process loaded into a partition of exactly the same size </a:t>
            </a:r>
            <a:br>
              <a:rPr lang="en-US" dirty="0"/>
            </a:br>
            <a:r>
              <a:rPr lang="en-US" dirty="0"/>
              <a:t>as that of process</a:t>
            </a:r>
          </a:p>
          <a:p>
            <a:pPr lvl="1">
              <a:spcBef>
                <a:spcPts val="600"/>
              </a:spcBef>
            </a:pPr>
            <a:r>
              <a:rPr lang="en-US" dirty="0"/>
              <a:t>both number &amp; size of partitions change with time</a:t>
            </a:r>
          </a:p>
          <a:p>
            <a:pPr>
              <a:spcBef>
                <a:spcPts val="1800"/>
              </a:spcBef>
            </a:pPr>
            <a:r>
              <a:rPr kumimoji="1" lang="en-US" dirty="0"/>
              <a:t>Process can move form one partition to another</a:t>
            </a:r>
          </a:p>
          <a:p>
            <a:pPr lvl="1">
              <a:spcBef>
                <a:spcPts val="600"/>
              </a:spcBef>
            </a:pPr>
            <a:r>
              <a:rPr lang="en-US" dirty="0"/>
              <a:t>a</a:t>
            </a:r>
            <a:r>
              <a:rPr kumimoji="1" lang="en-US" dirty="0"/>
              <a:t>fter swapping out, a process can be swapped back in some other partition</a:t>
            </a:r>
          </a:p>
          <a:p>
            <a:pPr>
              <a:spcBef>
                <a:spcPts val="1800"/>
              </a:spcBef>
            </a:pPr>
            <a:r>
              <a:rPr kumimoji="1" lang="en-US" dirty="0"/>
              <a:t>No internal fragmentation</a:t>
            </a:r>
          </a:p>
          <a:p>
            <a:pPr lvl="1">
              <a:spcBef>
                <a:spcPts val="600"/>
              </a:spcBef>
            </a:pPr>
            <a:r>
              <a:rPr lang="en-US" dirty="0"/>
              <a:t>but causes </a:t>
            </a:r>
            <a:r>
              <a:rPr lang="en-US" b="1" i="1" kern="1200" dirty="0">
                <a:solidFill>
                  <a:srgbClr val="FF0000"/>
                </a:solidFill>
                <a:ea typeface="+mn-ea"/>
              </a:rPr>
              <a:t>External Fragmentation</a:t>
            </a:r>
          </a:p>
        </p:txBody>
      </p:sp>
      <p:sp>
        <p:nvSpPr>
          <p:cNvPr id="2" name="Slide Number Placeholder 3">
            <a:extLst>
              <a:ext uri="{FF2B5EF4-FFF2-40B4-BE49-F238E27FC236}">
                <a16:creationId xmlns:a16="http://schemas.microsoft.com/office/drawing/2014/main" id="{B8CDACB8-EE08-D83B-7E36-97445C46724B}"/>
              </a:ext>
            </a:extLst>
          </p:cNvPr>
          <p:cNvSpPr txBox="1">
            <a:spLocks/>
          </p:cNvSpPr>
          <p:nvPr/>
        </p:nvSpPr>
        <p:spPr bwMode="auto">
          <a:xfrm>
            <a:off x="8588829" y="6389912"/>
            <a:ext cx="413657" cy="3751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E2418860-B345-4524-9314-FE51DF6E4AD1}" type="slidenum">
              <a:rPr lang="en-US" altLang="en-PK" sz="1400" smtClean="0">
                <a:solidFill>
                  <a:schemeClr val="tx1"/>
                </a:solidFill>
              </a:rPr>
              <a:pPr/>
              <a:t>26</a:t>
            </a:fld>
            <a:endParaRPr lang="en-US" altLang="en-US" sz="1400" dirty="0">
              <a:solidFill>
                <a:schemeClr val="tx1"/>
              </a:solidFill>
              <a:latin typeface="Tahoma" panose="020B0604030504040204" pitchFamily="34" charset="0"/>
              <a:ea typeface="MS PGothic" panose="020B0600070205080204" pitchFamily="34" charset="-128"/>
            </a:endParaRPr>
          </a:p>
        </p:txBody>
      </p:sp>
    </p:spTree>
    <p:extLst>
      <p:ext uri="{BB962C8B-B14F-4D97-AF65-F5344CB8AC3E}">
        <p14:creationId xmlns:p14="http://schemas.microsoft.com/office/powerpoint/2010/main" val="1258662559"/>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p:cNvSpPr>
          <p:nvPr>
            <p:ph type="title"/>
          </p:nvPr>
        </p:nvSpPr>
        <p:spPr>
          <a:xfrm>
            <a:off x="782320" y="1"/>
            <a:ext cx="8361680" cy="731519"/>
          </a:xfrm>
        </p:spPr>
        <p:txBody>
          <a:bodyPr>
            <a:noAutofit/>
          </a:bodyPr>
          <a:lstStyle/>
          <a:p>
            <a:r>
              <a:rPr lang="en-US" dirty="0"/>
              <a:t>M V T</a:t>
            </a:r>
          </a:p>
        </p:txBody>
      </p:sp>
      <p:sp>
        <p:nvSpPr>
          <p:cNvPr id="25603" name="Rectangle 3"/>
          <p:cNvSpPr>
            <a:spLocks noGrp="1"/>
          </p:cNvSpPr>
          <p:nvPr>
            <p:ph type="body" idx="1"/>
          </p:nvPr>
        </p:nvSpPr>
        <p:spPr>
          <a:xfrm>
            <a:off x="447766" y="995680"/>
            <a:ext cx="8442234" cy="5476240"/>
          </a:xfrm>
        </p:spPr>
        <p:txBody>
          <a:bodyPr/>
          <a:lstStyle/>
          <a:p>
            <a:pPr>
              <a:spcBef>
                <a:spcPts val="600"/>
              </a:spcBef>
              <a:spcAft>
                <a:spcPts val="0"/>
              </a:spcAft>
              <a:buNone/>
            </a:pPr>
            <a:r>
              <a:rPr kumimoji="1" lang="en-US" b="1" dirty="0">
                <a:solidFill>
                  <a:srgbClr val="C00000"/>
                </a:solidFill>
              </a:rPr>
              <a:t>Limitation:</a:t>
            </a:r>
          </a:p>
          <a:p>
            <a:pPr>
              <a:spcBef>
                <a:spcPts val="600"/>
              </a:spcBef>
              <a:spcAft>
                <a:spcPts val="0"/>
              </a:spcAft>
            </a:pPr>
            <a:r>
              <a:rPr kumimoji="1" lang="en-US" sz="2200" dirty="0"/>
              <a:t>Technique leads to situation where a lot of small </a:t>
            </a:r>
            <a:r>
              <a:rPr lang="en-US" sz="2200" dirty="0"/>
              <a:t>empty spaces are</a:t>
            </a:r>
            <a:r>
              <a:rPr kumimoji="1" lang="en-US" sz="2200" dirty="0"/>
              <a:t> created in memory</a:t>
            </a:r>
          </a:p>
          <a:p>
            <a:pPr marL="0" indent="0" algn="ctr">
              <a:lnSpc>
                <a:spcPct val="110000"/>
              </a:lnSpc>
              <a:spcBef>
                <a:spcPts val="1200"/>
              </a:spcBef>
              <a:spcAft>
                <a:spcPts val="0"/>
              </a:spcAft>
              <a:buNone/>
            </a:pPr>
            <a:r>
              <a:rPr kumimoji="1" lang="en-US" sz="2200" b="1" dirty="0">
                <a:solidFill>
                  <a:srgbClr val="FF0000"/>
                </a:solidFill>
              </a:rPr>
              <a:t>External </a:t>
            </a:r>
            <a:r>
              <a:rPr lang="en-US" sz="2200" b="1" dirty="0">
                <a:solidFill>
                  <a:srgbClr val="FF0000"/>
                </a:solidFill>
              </a:rPr>
              <a:t>F</a:t>
            </a:r>
            <a:r>
              <a:rPr kumimoji="1" lang="en-US" sz="2200" b="1" dirty="0">
                <a:solidFill>
                  <a:srgbClr val="FF0000"/>
                </a:solidFill>
              </a:rPr>
              <a:t>ragmentation</a:t>
            </a:r>
            <a:r>
              <a:rPr lang="en-US" sz="2200" b="1" dirty="0">
                <a:solidFill>
                  <a:srgbClr val="FF0000"/>
                </a:solidFill>
              </a:rPr>
              <a:t> </a:t>
            </a:r>
            <a:r>
              <a:rPr kumimoji="1" lang="en-US" sz="2200" dirty="0"/>
              <a:t> </a:t>
            </a:r>
            <a:br>
              <a:rPr kumimoji="1" lang="en-US" sz="2200" dirty="0"/>
            </a:br>
            <a:r>
              <a:rPr lang="en-US" sz="2200" i="1" dirty="0">
                <a:solidFill>
                  <a:srgbClr val="C00000"/>
                </a:solidFill>
              </a:rPr>
              <a:t>“when total </a:t>
            </a:r>
            <a:r>
              <a:rPr kumimoji="1" lang="en-US" sz="2200" i="1" dirty="0">
                <a:solidFill>
                  <a:srgbClr val="C00000"/>
                </a:solidFill>
              </a:rPr>
              <a:t>amount of unused memory available in the system</a:t>
            </a:r>
            <a:br>
              <a:rPr kumimoji="1" lang="en-US" sz="2200" i="1" dirty="0">
                <a:solidFill>
                  <a:srgbClr val="C00000"/>
                </a:solidFill>
              </a:rPr>
            </a:br>
            <a:r>
              <a:rPr lang="en-US" sz="2200" i="1" dirty="0">
                <a:solidFill>
                  <a:srgbClr val="C00000"/>
                </a:solidFill>
              </a:rPr>
              <a:t>is</a:t>
            </a:r>
            <a:r>
              <a:rPr kumimoji="1" lang="en-US" sz="2200" i="1" dirty="0">
                <a:solidFill>
                  <a:srgbClr val="C00000"/>
                </a:solidFill>
              </a:rPr>
              <a:t> enough to satisfy a request, </a:t>
            </a:r>
            <a:br>
              <a:rPr kumimoji="1" lang="en-US" sz="2200" i="1" dirty="0">
                <a:solidFill>
                  <a:srgbClr val="C00000"/>
                </a:solidFill>
              </a:rPr>
            </a:br>
            <a:r>
              <a:rPr kumimoji="1" lang="en-US" sz="2200" i="1" dirty="0">
                <a:solidFill>
                  <a:srgbClr val="C00000"/>
                </a:solidFill>
              </a:rPr>
              <a:t>but empty spaces are not contiguous”</a:t>
            </a:r>
          </a:p>
          <a:p>
            <a:pPr>
              <a:spcBef>
                <a:spcPts val="2400"/>
              </a:spcBef>
              <a:spcAft>
                <a:spcPts val="0"/>
              </a:spcAft>
            </a:pPr>
            <a:r>
              <a:rPr kumimoji="1" lang="en-US" sz="2200" dirty="0"/>
              <a:t>Solution  </a:t>
            </a:r>
            <a:r>
              <a:rPr lang="en-US" sz="2200" dirty="0"/>
              <a:t>– </a:t>
            </a:r>
            <a:r>
              <a:rPr kumimoji="1" lang="en-US" sz="2200" dirty="0"/>
              <a:t> </a:t>
            </a:r>
            <a:r>
              <a:rPr lang="en-US" sz="2200" b="1" dirty="0">
                <a:solidFill>
                  <a:srgbClr val="FF0000"/>
                </a:solidFill>
              </a:rPr>
              <a:t>Compaction</a:t>
            </a:r>
            <a:r>
              <a:rPr kumimoji="1" lang="en-US" sz="2200" dirty="0"/>
              <a:t> </a:t>
            </a:r>
          </a:p>
          <a:p>
            <a:pPr marL="741363" lvl="1" indent="-344488">
              <a:spcBef>
                <a:spcPts val="600"/>
              </a:spcBef>
              <a:spcAft>
                <a:spcPts val="0"/>
              </a:spcAft>
            </a:pPr>
            <a:r>
              <a:rPr kumimoji="1" lang="en-US" dirty="0"/>
              <a:t>from time to time, OS shifts </a:t>
            </a:r>
            <a:r>
              <a:rPr lang="en-US" dirty="0"/>
              <a:t>all </a:t>
            </a:r>
            <a:r>
              <a:rPr kumimoji="1" lang="en-US" dirty="0"/>
              <a:t>processes to combine empty sp</a:t>
            </a:r>
            <a:r>
              <a:rPr lang="en-US" dirty="0"/>
              <a:t>aces</a:t>
            </a:r>
            <a:r>
              <a:rPr kumimoji="1" lang="en-US" dirty="0"/>
              <a:t> into one big free space</a:t>
            </a:r>
          </a:p>
          <a:p>
            <a:pPr marL="741363" lvl="1" indent="-344488">
              <a:spcBef>
                <a:spcPts val="600"/>
              </a:spcBef>
              <a:spcAft>
                <a:spcPts val="0"/>
              </a:spcAft>
            </a:pPr>
            <a:r>
              <a:rPr lang="en-US" dirty="0"/>
              <a:t>t</a:t>
            </a:r>
            <a:r>
              <a:rPr kumimoji="1" lang="en-US" dirty="0"/>
              <a:t>ime consuming  –  wastes CPU cycles</a:t>
            </a:r>
          </a:p>
          <a:p>
            <a:pPr marL="741363" lvl="1" indent="-344488">
              <a:spcBef>
                <a:spcPts val="600"/>
              </a:spcBef>
              <a:spcAft>
                <a:spcPts val="0"/>
              </a:spcAft>
            </a:pPr>
            <a:r>
              <a:rPr kumimoji="1" lang="en-US" dirty="0"/>
              <a:t>possible only if address binding done at run time</a:t>
            </a:r>
          </a:p>
        </p:txBody>
      </p:sp>
      <p:sp>
        <p:nvSpPr>
          <p:cNvPr id="2" name="Slide Number Placeholder 3">
            <a:extLst>
              <a:ext uri="{FF2B5EF4-FFF2-40B4-BE49-F238E27FC236}">
                <a16:creationId xmlns:a16="http://schemas.microsoft.com/office/drawing/2014/main" id="{B8CDACB8-EE08-D83B-7E36-97445C46724B}"/>
              </a:ext>
            </a:extLst>
          </p:cNvPr>
          <p:cNvSpPr txBox="1">
            <a:spLocks/>
          </p:cNvSpPr>
          <p:nvPr/>
        </p:nvSpPr>
        <p:spPr bwMode="auto">
          <a:xfrm>
            <a:off x="8588829" y="6389912"/>
            <a:ext cx="413657" cy="3751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E2418860-B345-4524-9314-FE51DF6E4AD1}" type="slidenum">
              <a:rPr lang="en-US" altLang="en-PK" sz="1400" smtClean="0">
                <a:solidFill>
                  <a:schemeClr val="tx1"/>
                </a:solidFill>
              </a:rPr>
              <a:pPr/>
              <a:t>27</a:t>
            </a:fld>
            <a:endParaRPr lang="en-US" altLang="en-US" sz="1400" dirty="0">
              <a:solidFill>
                <a:schemeClr val="tx1"/>
              </a:solidFill>
              <a:latin typeface="Tahoma" panose="020B0604030504040204" pitchFamily="34" charset="0"/>
              <a:ea typeface="MS PGothic" panose="020B0600070205080204" pitchFamily="34" charset="-128"/>
            </a:endParaRPr>
          </a:p>
        </p:txBody>
      </p:sp>
    </p:spTree>
    <p:extLst>
      <p:ext uri="{BB962C8B-B14F-4D97-AF65-F5344CB8AC3E}">
        <p14:creationId xmlns:p14="http://schemas.microsoft.com/office/powerpoint/2010/main" val="2538386921"/>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3"/>
          <p:cNvSpPr>
            <a:spLocks noGrp="1"/>
          </p:cNvSpPr>
          <p:nvPr>
            <p:ph type="body" idx="1"/>
          </p:nvPr>
        </p:nvSpPr>
        <p:spPr>
          <a:xfrm>
            <a:off x="441960" y="1044550"/>
            <a:ext cx="8448040" cy="5177571"/>
          </a:xfrm>
        </p:spPr>
        <p:txBody>
          <a:bodyPr>
            <a:noAutofit/>
          </a:bodyPr>
          <a:lstStyle/>
          <a:p>
            <a:pPr>
              <a:spcBef>
                <a:spcPts val="600"/>
              </a:spcBef>
              <a:buNone/>
            </a:pPr>
            <a:r>
              <a:rPr kumimoji="1" lang="en-US" b="1" dirty="0">
                <a:solidFill>
                  <a:srgbClr val="C00000"/>
                </a:solidFill>
              </a:rPr>
              <a:t>Placement Algorithms </a:t>
            </a:r>
          </a:p>
          <a:p>
            <a:pPr indent="3175">
              <a:spcBef>
                <a:spcPts val="600"/>
              </a:spcBef>
              <a:buNone/>
            </a:pPr>
            <a:r>
              <a:rPr lang="en-US" sz="2200" dirty="0"/>
              <a:t>At</a:t>
            </a:r>
            <a:r>
              <a:rPr kumimoji="1" lang="en-US" sz="2200" dirty="0"/>
              <a:t> load / swap</a:t>
            </a:r>
            <a:r>
              <a:rPr lang="en-US" sz="2200" dirty="0"/>
              <a:t> in time, if</a:t>
            </a:r>
            <a:r>
              <a:rPr kumimoji="1" lang="en-US" sz="2200" dirty="0"/>
              <a:t> more than one free memory block </a:t>
            </a:r>
            <a:r>
              <a:rPr lang="en-US" sz="2200" dirty="0"/>
              <a:t>of sufficient size is available</a:t>
            </a:r>
            <a:r>
              <a:rPr kumimoji="1" lang="en-US" sz="2200" dirty="0"/>
              <a:t>, OS must decide which block to allocate </a:t>
            </a:r>
          </a:p>
          <a:p>
            <a:pPr>
              <a:lnSpc>
                <a:spcPct val="110000"/>
              </a:lnSpc>
              <a:spcBef>
                <a:spcPts val="1800"/>
              </a:spcBef>
            </a:pPr>
            <a:r>
              <a:rPr lang="en-US" sz="2200" b="1" dirty="0">
                <a:solidFill>
                  <a:srgbClr val="C00000"/>
                </a:solidFill>
              </a:rPr>
              <a:t>First Fit  </a:t>
            </a:r>
          </a:p>
          <a:p>
            <a:pPr lvl="1">
              <a:lnSpc>
                <a:spcPct val="110000"/>
              </a:lnSpc>
              <a:spcBef>
                <a:spcPts val="0"/>
              </a:spcBef>
            </a:pPr>
            <a:r>
              <a:rPr lang="en-US" altLang="en-US" dirty="0"/>
              <a:t>allocate the first available free space that is large enough </a:t>
            </a:r>
          </a:p>
          <a:p>
            <a:pPr>
              <a:lnSpc>
                <a:spcPct val="110000"/>
              </a:lnSpc>
              <a:spcBef>
                <a:spcPts val="1200"/>
              </a:spcBef>
            </a:pPr>
            <a:r>
              <a:rPr lang="en-US" sz="2200" b="1" dirty="0">
                <a:solidFill>
                  <a:srgbClr val="C00000"/>
                </a:solidFill>
              </a:rPr>
              <a:t>Best Fit  </a:t>
            </a:r>
          </a:p>
          <a:p>
            <a:pPr lvl="1">
              <a:lnSpc>
                <a:spcPct val="110000"/>
              </a:lnSpc>
              <a:spcBef>
                <a:spcPts val="0"/>
              </a:spcBef>
            </a:pPr>
            <a:r>
              <a:rPr lang="en-US" dirty="0"/>
              <a:t>scan all free blocks, &amp; choose the one with nearest size</a:t>
            </a:r>
          </a:p>
          <a:p>
            <a:pPr lvl="1">
              <a:lnSpc>
                <a:spcPct val="110000"/>
              </a:lnSpc>
              <a:spcBef>
                <a:spcPts val="0"/>
              </a:spcBef>
            </a:pPr>
            <a:r>
              <a:rPr lang="en-US" altLang="en-US" dirty="0"/>
              <a:t>need to search entire list</a:t>
            </a:r>
          </a:p>
          <a:p>
            <a:pPr lvl="1">
              <a:lnSpc>
                <a:spcPct val="110000"/>
              </a:lnSpc>
              <a:spcBef>
                <a:spcPts val="0"/>
              </a:spcBef>
            </a:pPr>
            <a:r>
              <a:rPr lang="en-US" altLang="en-US" dirty="0"/>
              <a:t>produces least unused free spaces</a:t>
            </a:r>
          </a:p>
          <a:p>
            <a:pPr>
              <a:lnSpc>
                <a:spcPct val="110000"/>
              </a:lnSpc>
              <a:spcBef>
                <a:spcPts val="1200"/>
              </a:spcBef>
            </a:pPr>
            <a:r>
              <a:rPr lang="en-US" sz="2200" b="1" dirty="0">
                <a:solidFill>
                  <a:srgbClr val="C00000"/>
                </a:solidFill>
              </a:rPr>
              <a:t>Worst Fit</a:t>
            </a:r>
            <a:r>
              <a:rPr lang="en-US" sz="2200" b="1" kern="100" dirty="0">
                <a:solidFill>
                  <a:srgbClr val="C00000"/>
                </a:solidFill>
                <a:cs typeface="Times New Roman" panose="02020603050405020304" pitchFamily="18" charset="0"/>
              </a:rPr>
              <a:t>  </a:t>
            </a:r>
            <a:r>
              <a:rPr lang="en-US" sz="2200" kern="100" dirty="0">
                <a:effectLst/>
                <a:latin typeface="Calibri" panose="020F0502020204030204" pitchFamily="34" charset="0"/>
                <a:ea typeface="Calibri" panose="020F0502020204030204" pitchFamily="34" charset="0"/>
                <a:cs typeface="Times New Roman" panose="02020603050405020304" pitchFamily="18" charset="0"/>
              </a:rPr>
              <a:t> </a:t>
            </a:r>
          </a:p>
          <a:p>
            <a:pPr lvl="1">
              <a:lnSpc>
                <a:spcPct val="110000"/>
              </a:lnSpc>
              <a:spcBef>
                <a:spcPts val="0"/>
              </a:spcBef>
            </a:pPr>
            <a:r>
              <a:rPr lang="en-US" kern="100" dirty="0">
                <a:effectLst/>
                <a:latin typeface="Calibri" panose="020F0502020204030204" pitchFamily="34" charset="0"/>
                <a:ea typeface="Calibri" panose="020F0502020204030204" pitchFamily="34" charset="0"/>
                <a:cs typeface="Times New Roman" panose="02020603050405020304" pitchFamily="18" charset="0"/>
              </a:rPr>
              <a:t>allocate the largest available partition</a:t>
            </a:r>
          </a:p>
          <a:p>
            <a:pPr lvl="1">
              <a:lnSpc>
                <a:spcPct val="110000"/>
              </a:lnSpc>
              <a:spcBef>
                <a:spcPts val="0"/>
              </a:spcBef>
            </a:pPr>
            <a:r>
              <a:rPr lang="en-US" kern="100" dirty="0">
                <a:ea typeface="Calibri" panose="020F0502020204030204" pitchFamily="34" charset="0"/>
                <a:cs typeface="Times New Roman" panose="02020603050405020304" pitchFamily="18" charset="0"/>
              </a:rPr>
              <a:t>can </a:t>
            </a:r>
            <a:r>
              <a:rPr lang="en-US" kern="100" dirty="0">
                <a:effectLst/>
                <a:latin typeface="Calibri" panose="020F0502020204030204" pitchFamily="34" charset="0"/>
                <a:ea typeface="Calibri" panose="020F0502020204030204" pitchFamily="34" charset="0"/>
                <a:cs typeface="Times New Roman" panose="02020603050405020304" pitchFamily="18" charset="0"/>
              </a:rPr>
              <a:t>prevent small partitions from being fragmented</a:t>
            </a:r>
          </a:p>
          <a:p>
            <a:pPr>
              <a:spcBef>
                <a:spcPts val="600"/>
              </a:spcBef>
            </a:pPr>
            <a:endParaRPr lang="en-US" altLang="en-US" dirty="0"/>
          </a:p>
          <a:p>
            <a:pPr marL="0" indent="0">
              <a:spcBef>
                <a:spcPts val="600"/>
              </a:spcBef>
              <a:buNone/>
            </a:pPr>
            <a:endParaRPr lang="en-US" dirty="0"/>
          </a:p>
        </p:txBody>
      </p:sp>
      <p:sp>
        <p:nvSpPr>
          <p:cNvPr id="3" name="Rectangle 2">
            <a:extLst>
              <a:ext uri="{FF2B5EF4-FFF2-40B4-BE49-F238E27FC236}">
                <a16:creationId xmlns:a16="http://schemas.microsoft.com/office/drawing/2014/main" id="{C034ECBB-2E73-3473-522A-383E258B5662}"/>
              </a:ext>
            </a:extLst>
          </p:cNvPr>
          <p:cNvSpPr>
            <a:spLocks noGrp="1"/>
          </p:cNvSpPr>
          <p:nvPr>
            <p:ph type="title"/>
          </p:nvPr>
        </p:nvSpPr>
        <p:spPr>
          <a:xfrm>
            <a:off x="782320" y="1"/>
            <a:ext cx="8361680" cy="731519"/>
          </a:xfrm>
        </p:spPr>
        <p:txBody>
          <a:bodyPr>
            <a:noAutofit/>
          </a:bodyPr>
          <a:lstStyle/>
          <a:p>
            <a:r>
              <a:rPr lang="en-US" dirty="0"/>
              <a:t>M V T</a:t>
            </a:r>
          </a:p>
        </p:txBody>
      </p:sp>
      <p:sp>
        <p:nvSpPr>
          <p:cNvPr id="4" name="Slide Number Placeholder 3">
            <a:extLst>
              <a:ext uri="{FF2B5EF4-FFF2-40B4-BE49-F238E27FC236}">
                <a16:creationId xmlns:a16="http://schemas.microsoft.com/office/drawing/2014/main" id="{66944AE2-E536-E510-30B2-0CBE616528D3}"/>
              </a:ext>
            </a:extLst>
          </p:cNvPr>
          <p:cNvSpPr txBox="1">
            <a:spLocks/>
          </p:cNvSpPr>
          <p:nvPr/>
        </p:nvSpPr>
        <p:spPr bwMode="auto">
          <a:xfrm>
            <a:off x="8588829" y="6389912"/>
            <a:ext cx="413657" cy="3751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E2418860-B345-4524-9314-FE51DF6E4AD1}" type="slidenum">
              <a:rPr lang="en-US" altLang="en-PK" sz="1400" smtClean="0">
                <a:solidFill>
                  <a:schemeClr val="tx1"/>
                </a:solidFill>
              </a:rPr>
              <a:pPr/>
              <a:t>28</a:t>
            </a:fld>
            <a:endParaRPr lang="en-US" altLang="en-US" sz="1400" dirty="0">
              <a:solidFill>
                <a:schemeClr val="tx1"/>
              </a:solidFill>
              <a:latin typeface="Tahoma" panose="020B0604030504040204" pitchFamily="34" charset="0"/>
              <a:ea typeface="MS PGothic" panose="020B0600070205080204" pitchFamily="34" charset="-128"/>
            </a:endParaRPr>
          </a:p>
        </p:txBody>
      </p:sp>
    </p:spTree>
    <p:extLst>
      <p:ext uri="{BB962C8B-B14F-4D97-AF65-F5344CB8AC3E}">
        <p14:creationId xmlns:p14="http://schemas.microsoft.com/office/powerpoint/2010/main" val="2514248329"/>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p:cNvSpPr>
          <p:nvPr>
            <p:ph type="title"/>
          </p:nvPr>
        </p:nvSpPr>
        <p:spPr>
          <a:xfrm>
            <a:off x="904240" y="40640"/>
            <a:ext cx="8239760" cy="721360"/>
          </a:xfrm>
        </p:spPr>
        <p:txBody>
          <a:bodyPr>
            <a:noAutofit/>
          </a:bodyPr>
          <a:lstStyle/>
          <a:p>
            <a:r>
              <a:rPr lang="en-US" dirty="0"/>
              <a:t>Sample Problem</a:t>
            </a:r>
          </a:p>
        </p:txBody>
      </p:sp>
      <p:sp>
        <p:nvSpPr>
          <p:cNvPr id="29699" name="Rectangle 3"/>
          <p:cNvSpPr>
            <a:spLocks noGrp="1"/>
          </p:cNvSpPr>
          <p:nvPr>
            <p:ph type="body" idx="1"/>
          </p:nvPr>
        </p:nvSpPr>
        <p:spPr>
          <a:xfrm>
            <a:off x="385031" y="1087755"/>
            <a:ext cx="8239761" cy="5383437"/>
          </a:xfrm>
        </p:spPr>
        <p:txBody>
          <a:bodyPr>
            <a:normAutofit/>
          </a:bodyPr>
          <a:lstStyle/>
          <a:p>
            <a:pPr>
              <a:lnSpc>
                <a:spcPct val="120000"/>
              </a:lnSpc>
              <a:spcBef>
                <a:spcPct val="0"/>
              </a:spcBef>
            </a:pPr>
            <a:r>
              <a:rPr lang="en-US" b="1" u="sng" dirty="0">
                <a:solidFill>
                  <a:srgbClr val="C00000"/>
                </a:solidFill>
              </a:rPr>
              <a:t>Problem</a:t>
            </a:r>
          </a:p>
          <a:p>
            <a:pPr marL="630238" lvl="1">
              <a:lnSpc>
                <a:spcPct val="120000"/>
              </a:lnSpc>
              <a:spcBef>
                <a:spcPts val="900"/>
              </a:spcBef>
            </a:pPr>
            <a:r>
              <a:rPr lang="en-US" sz="2400" dirty="0"/>
              <a:t>Show how the available memory of 810 KB will be allocated using MVT approach, when job sequence is as given below; use all three placement algorithms.</a:t>
            </a:r>
          </a:p>
          <a:p>
            <a:pPr marL="630238" lvl="1">
              <a:lnSpc>
                <a:spcPct val="120000"/>
              </a:lnSpc>
              <a:spcBef>
                <a:spcPts val="900"/>
              </a:spcBef>
            </a:pPr>
            <a:r>
              <a:rPr lang="en-US" sz="2400" dirty="0"/>
              <a:t>Job Sequence:</a:t>
            </a:r>
          </a:p>
          <a:p>
            <a:pPr marL="974725" lvl="2" indent="-288925">
              <a:spcBef>
                <a:spcPts val="900"/>
              </a:spcBef>
            </a:pPr>
            <a:r>
              <a:rPr lang="en-US" sz="2300" dirty="0"/>
              <a:t>J1 (90K), J2 (45K), J3 (180K), J4 (90K), J5 (135K), J6 (180K)</a:t>
            </a:r>
          </a:p>
          <a:p>
            <a:pPr marL="974725" lvl="2" indent="-288925">
              <a:spcBef>
                <a:spcPts val="900"/>
              </a:spcBef>
            </a:pPr>
            <a:r>
              <a:rPr lang="en-US" sz="2300" dirty="0"/>
              <a:t>J3 terminates, J5 terminates</a:t>
            </a:r>
          </a:p>
          <a:p>
            <a:pPr marL="974725" lvl="2" indent="-288925">
              <a:spcBef>
                <a:spcPts val="900"/>
              </a:spcBef>
            </a:pPr>
            <a:r>
              <a:rPr lang="en-US" sz="2300" dirty="0"/>
              <a:t>J7 (135K), J8 (180K)</a:t>
            </a:r>
          </a:p>
          <a:p>
            <a:pPr marL="974725" lvl="2" indent="-288925">
              <a:spcBef>
                <a:spcPts val="900"/>
              </a:spcBef>
            </a:pPr>
            <a:r>
              <a:rPr lang="en-US" sz="2300" dirty="0"/>
              <a:t>J7 terminates, J8 terminates</a:t>
            </a:r>
          </a:p>
          <a:p>
            <a:pPr marL="974725" lvl="2" indent="-288925">
              <a:spcBef>
                <a:spcPts val="900"/>
              </a:spcBef>
            </a:pPr>
            <a:r>
              <a:rPr lang="en-US" sz="2300" dirty="0"/>
              <a:t>J9 (285K)</a:t>
            </a:r>
            <a:endParaRPr lang="en-US" sz="2300" b="1" dirty="0"/>
          </a:p>
          <a:p>
            <a:pPr>
              <a:lnSpc>
                <a:spcPct val="80000"/>
              </a:lnSpc>
            </a:pPr>
            <a:endParaRPr lang="en-US" dirty="0"/>
          </a:p>
        </p:txBody>
      </p:sp>
      <p:sp>
        <p:nvSpPr>
          <p:cNvPr id="2" name="Slide Number Placeholder 3">
            <a:extLst>
              <a:ext uri="{FF2B5EF4-FFF2-40B4-BE49-F238E27FC236}">
                <a16:creationId xmlns:a16="http://schemas.microsoft.com/office/drawing/2014/main" id="{6A6D581D-C314-29B6-C33F-51D53B0D3DF7}"/>
              </a:ext>
            </a:extLst>
          </p:cNvPr>
          <p:cNvSpPr txBox="1">
            <a:spLocks/>
          </p:cNvSpPr>
          <p:nvPr/>
        </p:nvSpPr>
        <p:spPr bwMode="auto">
          <a:xfrm>
            <a:off x="8588829" y="6389912"/>
            <a:ext cx="413657" cy="3751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E2418860-B345-4524-9314-FE51DF6E4AD1}" type="slidenum">
              <a:rPr lang="en-US" altLang="en-PK" sz="1400" smtClean="0">
                <a:solidFill>
                  <a:schemeClr val="tx1"/>
                </a:solidFill>
              </a:rPr>
              <a:pPr/>
              <a:t>29</a:t>
            </a:fld>
            <a:endParaRPr lang="en-US" altLang="en-US" sz="1400" dirty="0">
              <a:solidFill>
                <a:schemeClr val="tx1"/>
              </a:solidFill>
              <a:latin typeface="Tahoma" panose="020B0604030504040204" pitchFamily="34" charset="0"/>
              <a:ea typeface="MS PGothic" panose="020B0600070205080204" pitchFamily="34" charset="-128"/>
            </a:endParaRPr>
          </a:p>
        </p:txBody>
      </p:sp>
    </p:spTree>
    <p:extLst>
      <p:ext uri="{BB962C8B-B14F-4D97-AF65-F5344CB8AC3E}">
        <p14:creationId xmlns:p14="http://schemas.microsoft.com/office/powerpoint/2010/main" val="2603615982"/>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a:extLst>
              <a:ext uri="{FF2B5EF4-FFF2-40B4-BE49-F238E27FC236}">
                <a16:creationId xmlns:a16="http://schemas.microsoft.com/office/drawing/2014/main" id="{F3E9582F-73D2-4BB5-8C85-155733606EC2}"/>
              </a:ext>
            </a:extLst>
          </p:cNvPr>
          <p:cNvSpPr>
            <a:spLocks noGrp="1" noChangeArrowheads="1"/>
          </p:cNvSpPr>
          <p:nvPr>
            <p:ph type="body" idx="4294967295"/>
          </p:nvPr>
        </p:nvSpPr>
        <p:spPr>
          <a:xfrm>
            <a:off x="233680" y="2275839"/>
            <a:ext cx="8580119" cy="2727085"/>
          </a:xfrm>
        </p:spPr>
        <p:txBody>
          <a:bodyPr/>
          <a:lstStyle/>
          <a:p>
            <a:pPr marL="457200" lvl="1" indent="0" algn="ctr">
              <a:spcBef>
                <a:spcPts val="600"/>
              </a:spcBef>
              <a:buNone/>
            </a:pPr>
            <a:r>
              <a:rPr lang="en-US" sz="3200" b="1" dirty="0">
                <a:solidFill>
                  <a:srgbClr val="006699"/>
                </a:solidFill>
                <a:latin typeface="+mj-lt"/>
              </a:rPr>
              <a:t>Non-Contiguous</a:t>
            </a:r>
            <a:br>
              <a:rPr lang="en-US" sz="3200" b="1" dirty="0">
                <a:solidFill>
                  <a:srgbClr val="006699"/>
                </a:solidFill>
                <a:latin typeface="+mj-lt"/>
              </a:rPr>
            </a:br>
            <a:r>
              <a:rPr lang="en-US" sz="3200" b="1" dirty="0">
                <a:solidFill>
                  <a:srgbClr val="006699"/>
                </a:solidFill>
                <a:latin typeface="+mj-lt"/>
              </a:rPr>
              <a:t>Memory Space Allocation:</a:t>
            </a:r>
          </a:p>
          <a:p>
            <a:pPr marL="457200" lvl="1" indent="0" algn="ctr">
              <a:spcBef>
                <a:spcPts val="1800"/>
              </a:spcBef>
              <a:buNone/>
            </a:pPr>
            <a:r>
              <a:rPr lang="en-US" sz="3200" b="1" dirty="0">
                <a:solidFill>
                  <a:srgbClr val="006699"/>
                </a:solidFill>
                <a:latin typeface="+mj-lt"/>
              </a:rPr>
              <a:t>Paging</a:t>
            </a:r>
          </a:p>
          <a:p>
            <a:pPr marL="457200" lvl="1" indent="0" algn="ctr">
              <a:spcBef>
                <a:spcPts val="600"/>
              </a:spcBef>
              <a:buNone/>
            </a:pPr>
            <a:endParaRPr lang="en-US" altLang="en-US" sz="3200" b="1" dirty="0">
              <a:solidFill>
                <a:srgbClr val="006699"/>
              </a:solidFill>
              <a:latin typeface="+mj-lt"/>
            </a:endParaRPr>
          </a:p>
        </p:txBody>
      </p:sp>
      <p:sp>
        <p:nvSpPr>
          <p:cNvPr id="2" name="Slide Number Placeholder 3">
            <a:extLst>
              <a:ext uri="{FF2B5EF4-FFF2-40B4-BE49-F238E27FC236}">
                <a16:creationId xmlns:a16="http://schemas.microsoft.com/office/drawing/2014/main" id="{9C740614-1FBB-D246-96C3-BF4C6DE71AD8}"/>
              </a:ext>
            </a:extLst>
          </p:cNvPr>
          <p:cNvSpPr txBox="1">
            <a:spLocks/>
          </p:cNvSpPr>
          <p:nvPr/>
        </p:nvSpPr>
        <p:spPr bwMode="auto">
          <a:xfrm>
            <a:off x="8588829" y="6389912"/>
            <a:ext cx="413657" cy="3751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E2418860-B345-4524-9314-FE51DF6E4AD1}" type="slidenum">
              <a:rPr lang="en-US" altLang="en-PK" sz="1400" smtClean="0">
                <a:solidFill>
                  <a:schemeClr val="tx1"/>
                </a:solidFill>
              </a:rPr>
              <a:pPr/>
              <a:t>30</a:t>
            </a:fld>
            <a:endParaRPr lang="en-US" altLang="en-US" sz="1400" dirty="0">
              <a:solidFill>
                <a:schemeClr val="tx1"/>
              </a:solidFill>
              <a:latin typeface="Tahoma" panose="020B0604030504040204" pitchFamily="34" charset="0"/>
              <a:ea typeface="MS PGothic" panose="020B0600070205080204" pitchFamily="34" charset="-128"/>
            </a:endParaRPr>
          </a:p>
        </p:txBody>
      </p:sp>
    </p:spTree>
    <p:extLst>
      <p:ext uri="{BB962C8B-B14F-4D97-AF65-F5344CB8AC3E}">
        <p14:creationId xmlns:p14="http://schemas.microsoft.com/office/powerpoint/2010/main" val="329018617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Rectangle 3"/>
          <p:cNvSpPr>
            <a:spLocks noGrp="1"/>
          </p:cNvSpPr>
          <p:nvPr>
            <p:ph type="body" idx="1"/>
          </p:nvPr>
        </p:nvSpPr>
        <p:spPr>
          <a:xfrm>
            <a:off x="426720" y="1005840"/>
            <a:ext cx="8422640" cy="5552440"/>
          </a:xfrm>
        </p:spPr>
        <p:txBody>
          <a:bodyPr>
            <a:noAutofit/>
          </a:bodyPr>
          <a:lstStyle/>
          <a:p>
            <a:pPr>
              <a:spcBef>
                <a:spcPts val="600"/>
              </a:spcBef>
            </a:pPr>
            <a:r>
              <a:rPr kumimoji="1" lang="en-US" altLang="ko-KR" b="1" dirty="0">
                <a:solidFill>
                  <a:srgbClr val="C00000"/>
                </a:solidFill>
                <a:ea typeface="굴림" charset="-127"/>
              </a:rPr>
              <a:t>Paging</a:t>
            </a:r>
            <a:r>
              <a:rPr kumimoji="1" lang="en-US" altLang="ko-KR" sz="2300" dirty="0">
                <a:ea typeface="굴림" charset="-127"/>
              </a:rPr>
              <a:t>   </a:t>
            </a:r>
          </a:p>
          <a:p>
            <a:pPr marL="457200" lvl="1" indent="0" algn="ctr">
              <a:spcBef>
                <a:spcPts val="600"/>
              </a:spcBef>
              <a:buNone/>
            </a:pPr>
            <a:r>
              <a:rPr kumimoji="1" lang="en-US" altLang="ko-KR" sz="2300" i="1" dirty="0">
                <a:solidFill>
                  <a:srgbClr val="C00000"/>
                </a:solidFill>
                <a:ea typeface="굴림" charset="-127"/>
              </a:rPr>
              <a:t>“memory management scheme for </a:t>
            </a:r>
            <a:r>
              <a:rPr lang="en-US" altLang="ko-KR" sz="2300" i="1" dirty="0">
                <a:solidFill>
                  <a:srgbClr val="C00000"/>
                </a:solidFill>
                <a:ea typeface="굴림" charset="-127"/>
              </a:rPr>
              <a:t>non-contiguous</a:t>
            </a:r>
            <a:br>
              <a:rPr lang="en-US" altLang="ko-KR" sz="2300" i="1" dirty="0">
                <a:solidFill>
                  <a:srgbClr val="C00000"/>
                </a:solidFill>
                <a:ea typeface="굴림" charset="-127"/>
              </a:rPr>
            </a:br>
            <a:r>
              <a:rPr lang="en-US" altLang="ko-KR" sz="2300" i="1" dirty="0">
                <a:solidFill>
                  <a:srgbClr val="C00000"/>
                </a:solidFill>
                <a:ea typeface="굴림" charset="-127"/>
              </a:rPr>
              <a:t>allocation of memory space”</a:t>
            </a:r>
            <a:endParaRPr kumimoji="1" lang="en-US" altLang="ko-KR" sz="2300" i="1" dirty="0">
              <a:solidFill>
                <a:srgbClr val="C00000"/>
              </a:solidFill>
              <a:ea typeface="굴림" charset="-127"/>
            </a:endParaRPr>
          </a:p>
          <a:p>
            <a:pPr lvl="1">
              <a:spcBef>
                <a:spcPts val="1200"/>
              </a:spcBef>
            </a:pPr>
            <a:r>
              <a:rPr lang="en-US" dirty="0">
                <a:ea typeface="굴림" charset="-127"/>
              </a:rPr>
              <a:t>efficient sharing of physical memory among processes</a:t>
            </a:r>
          </a:p>
          <a:p>
            <a:pPr lvl="1">
              <a:spcBef>
                <a:spcPts val="600"/>
              </a:spcBef>
            </a:pPr>
            <a:r>
              <a:rPr lang="en-US" dirty="0">
                <a:ea typeface="굴림" charset="-127"/>
              </a:rPr>
              <a:t>allows a program to run as if it has a contiguous block of memory, even if its physical memory is fragmented</a:t>
            </a:r>
          </a:p>
          <a:p>
            <a:pPr>
              <a:spcBef>
                <a:spcPts val="2400"/>
              </a:spcBef>
            </a:pPr>
            <a:r>
              <a:rPr lang="en-US" b="1" dirty="0">
                <a:solidFill>
                  <a:srgbClr val="C00000"/>
                </a:solidFill>
                <a:ea typeface="굴림" charset="-127"/>
              </a:rPr>
              <a:t>Logical / Virtual address space  </a:t>
            </a:r>
          </a:p>
          <a:p>
            <a:pPr lvl="1">
              <a:spcBef>
                <a:spcPts val="600"/>
              </a:spcBef>
            </a:pPr>
            <a:r>
              <a:rPr lang="en-US" sz="2100" dirty="0">
                <a:ea typeface="굴림" charset="-127"/>
              </a:rPr>
              <a:t>set of addresses referenced by a program during its execution, </a:t>
            </a:r>
            <a:br>
              <a:rPr lang="en-US" sz="2100" dirty="0">
                <a:ea typeface="굴림" charset="-127"/>
              </a:rPr>
            </a:br>
            <a:r>
              <a:rPr lang="en-US" sz="2100" dirty="0">
                <a:ea typeface="굴림" charset="-127"/>
              </a:rPr>
              <a:t>when it tries to access instructions &amp; data </a:t>
            </a:r>
          </a:p>
          <a:p>
            <a:pPr>
              <a:spcBef>
                <a:spcPts val="1800"/>
              </a:spcBef>
            </a:pPr>
            <a:r>
              <a:rPr lang="en-US" altLang="ko-KR" b="1" dirty="0">
                <a:solidFill>
                  <a:srgbClr val="C00000"/>
                </a:solidFill>
                <a:ea typeface="굴림" charset="-127"/>
              </a:rPr>
              <a:t>Physical address space</a:t>
            </a:r>
            <a:r>
              <a:rPr lang="en-US" altLang="ko-KR" sz="2200" b="1" dirty="0">
                <a:solidFill>
                  <a:srgbClr val="C00000"/>
                </a:solidFill>
                <a:ea typeface="굴림" charset="-127"/>
              </a:rPr>
              <a:t>   </a:t>
            </a:r>
          </a:p>
          <a:p>
            <a:pPr lvl="1">
              <a:spcBef>
                <a:spcPts val="600"/>
              </a:spcBef>
            </a:pPr>
            <a:r>
              <a:rPr lang="en-US" altLang="ko-KR" sz="2100" dirty="0">
                <a:ea typeface="굴림" charset="-127"/>
              </a:rPr>
              <a:t>set of addresses used by system to access actual physical locations </a:t>
            </a:r>
            <a:br>
              <a:rPr lang="en-US" altLang="ko-KR" sz="2100" dirty="0">
                <a:ea typeface="굴림" charset="-127"/>
              </a:rPr>
            </a:br>
            <a:r>
              <a:rPr lang="en-US" altLang="ko-KR" sz="2100" dirty="0">
                <a:ea typeface="굴림" charset="-127"/>
              </a:rPr>
              <a:t>in memory</a:t>
            </a:r>
          </a:p>
          <a:p>
            <a:pPr lvl="1">
              <a:spcBef>
                <a:spcPts val="600"/>
              </a:spcBef>
            </a:pPr>
            <a:endParaRPr lang="en-US" altLang="ko-KR" dirty="0">
              <a:ea typeface="굴림" charset="-127"/>
            </a:endParaRPr>
          </a:p>
        </p:txBody>
      </p:sp>
      <p:sp>
        <p:nvSpPr>
          <p:cNvPr id="2" name="Rectangle 2">
            <a:extLst>
              <a:ext uri="{FF2B5EF4-FFF2-40B4-BE49-F238E27FC236}">
                <a16:creationId xmlns:a16="http://schemas.microsoft.com/office/drawing/2014/main" id="{0BBF128A-1BC9-5410-E45F-7B0055D12DFD}"/>
              </a:ext>
            </a:extLst>
          </p:cNvPr>
          <p:cNvSpPr txBox="1">
            <a:spLocks/>
          </p:cNvSpPr>
          <p:nvPr/>
        </p:nvSpPr>
        <p:spPr bwMode="auto">
          <a:xfrm>
            <a:off x="904240" y="40640"/>
            <a:ext cx="8239760" cy="721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noAutofit/>
          </a:bodyPr>
          <a:lstStyle>
            <a:lvl1pPr algn="ctr" rtl="0" eaLnBrk="0" fontAlgn="base" hangingPunct="0">
              <a:spcBef>
                <a:spcPct val="0"/>
              </a:spcBef>
              <a:spcAft>
                <a:spcPct val="0"/>
              </a:spcAft>
              <a:defRPr sz="3200" b="1">
                <a:solidFill>
                  <a:srgbClr val="006699"/>
                </a:solidFill>
                <a:latin typeface="+mj-lt"/>
                <a:ea typeface="MS PGothic" pitchFamily="34" charset="-128"/>
                <a:cs typeface="ＭＳ Ｐゴシック" charset="-128"/>
              </a:defRPr>
            </a:lvl1pPr>
            <a:lvl2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2pPr>
            <a:lvl3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3pPr>
            <a:lvl4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4pPr>
            <a:lvl5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5pPr>
            <a:lvl6pPr marL="457200" algn="ctr" rtl="0" fontAlgn="base">
              <a:spcBef>
                <a:spcPct val="0"/>
              </a:spcBef>
              <a:spcAft>
                <a:spcPct val="0"/>
              </a:spcAft>
              <a:defRPr sz="3200" b="1">
                <a:solidFill>
                  <a:srgbClr val="006699"/>
                </a:solidFill>
                <a:latin typeface="Arial" charset="0"/>
              </a:defRPr>
            </a:lvl6pPr>
            <a:lvl7pPr marL="914400" algn="ctr" rtl="0" fontAlgn="base">
              <a:spcBef>
                <a:spcPct val="0"/>
              </a:spcBef>
              <a:spcAft>
                <a:spcPct val="0"/>
              </a:spcAft>
              <a:defRPr sz="3200" b="1">
                <a:solidFill>
                  <a:srgbClr val="006699"/>
                </a:solidFill>
                <a:latin typeface="Arial" charset="0"/>
              </a:defRPr>
            </a:lvl7pPr>
            <a:lvl8pPr marL="1371600" algn="ctr" rtl="0" fontAlgn="base">
              <a:spcBef>
                <a:spcPct val="0"/>
              </a:spcBef>
              <a:spcAft>
                <a:spcPct val="0"/>
              </a:spcAft>
              <a:defRPr sz="3200" b="1">
                <a:solidFill>
                  <a:srgbClr val="006699"/>
                </a:solidFill>
                <a:latin typeface="Arial" charset="0"/>
              </a:defRPr>
            </a:lvl8pPr>
            <a:lvl9pPr marL="1828800" algn="ctr" rtl="0" fontAlgn="base">
              <a:spcBef>
                <a:spcPct val="0"/>
              </a:spcBef>
              <a:spcAft>
                <a:spcPct val="0"/>
              </a:spcAft>
              <a:defRPr sz="3200" b="1">
                <a:solidFill>
                  <a:srgbClr val="006699"/>
                </a:solidFill>
                <a:latin typeface="Arial" charset="0"/>
              </a:defRPr>
            </a:lvl9pPr>
          </a:lstStyle>
          <a:p>
            <a:r>
              <a:rPr lang="en-US" kern="0" dirty="0"/>
              <a:t>Introduction to Paging</a:t>
            </a:r>
          </a:p>
        </p:txBody>
      </p:sp>
      <p:sp>
        <p:nvSpPr>
          <p:cNvPr id="4" name="Slide Number Placeholder 3">
            <a:extLst>
              <a:ext uri="{FF2B5EF4-FFF2-40B4-BE49-F238E27FC236}">
                <a16:creationId xmlns:a16="http://schemas.microsoft.com/office/drawing/2014/main" id="{694A907E-4596-ED92-24C1-DAF3A7FFFEFB}"/>
              </a:ext>
            </a:extLst>
          </p:cNvPr>
          <p:cNvSpPr txBox="1">
            <a:spLocks/>
          </p:cNvSpPr>
          <p:nvPr/>
        </p:nvSpPr>
        <p:spPr bwMode="auto">
          <a:xfrm>
            <a:off x="8588829" y="6389912"/>
            <a:ext cx="413657" cy="3751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E2418860-B345-4524-9314-FE51DF6E4AD1}" type="slidenum">
              <a:rPr lang="en-US" altLang="en-PK" sz="1400" smtClean="0">
                <a:solidFill>
                  <a:schemeClr val="tx1"/>
                </a:solidFill>
              </a:rPr>
              <a:pPr/>
              <a:t>31</a:t>
            </a:fld>
            <a:endParaRPr lang="en-US" altLang="en-US" sz="1400" dirty="0">
              <a:solidFill>
                <a:schemeClr val="tx1"/>
              </a:solidFill>
              <a:latin typeface="Tahoma" panose="020B0604030504040204" pitchFamily="34" charset="0"/>
              <a:ea typeface="MS PGothic" panose="020B0600070205080204" pitchFamily="34" charset="-128"/>
            </a:endParaRPr>
          </a:p>
        </p:txBody>
      </p:sp>
    </p:spTree>
    <p:extLst>
      <p:ext uri="{BB962C8B-B14F-4D97-AF65-F5344CB8AC3E}">
        <p14:creationId xmlns:p14="http://schemas.microsoft.com/office/powerpoint/2010/main" val="379402492"/>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Rectangle 3"/>
          <p:cNvSpPr>
            <a:spLocks noGrp="1"/>
          </p:cNvSpPr>
          <p:nvPr>
            <p:ph type="body" idx="1"/>
          </p:nvPr>
        </p:nvSpPr>
        <p:spPr>
          <a:xfrm>
            <a:off x="436880" y="1202030"/>
            <a:ext cx="8564880" cy="5552440"/>
          </a:xfrm>
        </p:spPr>
        <p:txBody>
          <a:bodyPr>
            <a:noAutofit/>
          </a:bodyPr>
          <a:lstStyle/>
          <a:p>
            <a:pPr>
              <a:spcBef>
                <a:spcPts val="1800"/>
              </a:spcBef>
            </a:pPr>
            <a:r>
              <a:rPr lang="en-US" sz="2300" dirty="0">
                <a:ea typeface="굴림" charset="-127"/>
              </a:rPr>
              <a:t>Paging is managed by </a:t>
            </a:r>
            <a:r>
              <a:rPr lang="en-US" sz="2300" dirty="0">
                <a:solidFill>
                  <a:srgbClr val="C00000"/>
                </a:solidFill>
                <a:ea typeface="굴림" charset="-127"/>
              </a:rPr>
              <a:t>Memory Management Unit </a:t>
            </a:r>
            <a:r>
              <a:rPr lang="en-US" sz="2300" b="1" dirty="0">
                <a:solidFill>
                  <a:srgbClr val="C00000"/>
                </a:solidFill>
                <a:ea typeface="굴림" charset="-127"/>
              </a:rPr>
              <a:t>(MMU)</a:t>
            </a:r>
          </a:p>
          <a:p>
            <a:pPr lvl="1">
              <a:spcBef>
                <a:spcPts val="600"/>
              </a:spcBef>
            </a:pPr>
            <a:r>
              <a:rPr lang="en-US" dirty="0">
                <a:ea typeface="굴림" charset="-127"/>
              </a:rPr>
              <a:t>hardware component that </a:t>
            </a:r>
            <a:r>
              <a:rPr lang="en-US" dirty="0">
                <a:solidFill>
                  <a:srgbClr val="C00000"/>
                </a:solidFill>
                <a:ea typeface="굴림" charset="-127"/>
              </a:rPr>
              <a:t>translates</a:t>
            </a:r>
            <a:r>
              <a:rPr lang="en-US" dirty="0">
                <a:ea typeface="굴림" charset="-127"/>
              </a:rPr>
              <a:t> </a:t>
            </a:r>
            <a:r>
              <a:rPr lang="en-US" dirty="0">
                <a:solidFill>
                  <a:srgbClr val="0000CC"/>
                </a:solidFill>
                <a:ea typeface="굴림" charset="-127"/>
              </a:rPr>
              <a:t>virtual</a:t>
            </a:r>
            <a:r>
              <a:rPr lang="en-US" dirty="0">
                <a:ea typeface="굴림" charset="-127"/>
              </a:rPr>
              <a:t> address space of a process to its </a:t>
            </a:r>
            <a:r>
              <a:rPr lang="en-US" dirty="0">
                <a:solidFill>
                  <a:srgbClr val="0000CC"/>
                </a:solidFill>
                <a:ea typeface="굴림" charset="-127"/>
              </a:rPr>
              <a:t>physical</a:t>
            </a:r>
            <a:r>
              <a:rPr lang="en-US" dirty="0">
                <a:ea typeface="굴림" charset="-127"/>
              </a:rPr>
              <a:t> address space</a:t>
            </a:r>
          </a:p>
          <a:p>
            <a:pPr>
              <a:spcBef>
                <a:spcPts val="2400"/>
              </a:spcBef>
            </a:pPr>
            <a:r>
              <a:rPr lang="en-US" altLang="ko-KR" sz="2300" dirty="0">
                <a:ea typeface="굴림" charset="-127"/>
              </a:rPr>
              <a:t>To implement </a:t>
            </a:r>
            <a:r>
              <a:rPr kumimoji="1" lang="en-US" altLang="ko-KR" sz="2300" b="1" dirty="0">
                <a:solidFill>
                  <a:srgbClr val="C00000"/>
                </a:solidFill>
                <a:ea typeface="굴림" charset="-127"/>
              </a:rPr>
              <a:t>paging…</a:t>
            </a:r>
            <a:endParaRPr kumimoji="1" lang="en-US" altLang="ko-KR" sz="2300" dirty="0">
              <a:ea typeface="굴림" charset="-127"/>
            </a:endParaRPr>
          </a:p>
          <a:p>
            <a:pPr lvl="1">
              <a:spcBef>
                <a:spcPts val="600"/>
              </a:spcBef>
            </a:pPr>
            <a:r>
              <a:rPr kumimoji="1" lang="en-US" altLang="ko-KR" dirty="0">
                <a:solidFill>
                  <a:srgbClr val="0000CC"/>
                </a:solidFill>
                <a:ea typeface="굴림" charset="-127"/>
              </a:rPr>
              <a:t>Logical address space </a:t>
            </a:r>
            <a:r>
              <a:rPr kumimoji="1" lang="en-US" altLang="ko-KR" dirty="0">
                <a:ea typeface="굴림" charset="-127"/>
              </a:rPr>
              <a:t>is divided into </a:t>
            </a:r>
            <a:r>
              <a:rPr lang="en-US" altLang="ko-KR" b="1" dirty="0">
                <a:solidFill>
                  <a:srgbClr val="C00000"/>
                </a:solidFill>
                <a:ea typeface="굴림" charset="-127"/>
              </a:rPr>
              <a:t>Pages</a:t>
            </a:r>
          </a:p>
          <a:p>
            <a:pPr lvl="1">
              <a:spcBef>
                <a:spcPts val="600"/>
              </a:spcBef>
            </a:pPr>
            <a:r>
              <a:rPr kumimoji="1" lang="en-US" altLang="ko-KR" dirty="0">
                <a:solidFill>
                  <a:srgbClr val="0000CC"/>
                </a:solidFill>
                <a:ea typeface="굴림" charset="-127"/>
              </a:rPr>
              <a:t>Physical address space </a:t>
            </a:r>
            <a:r>
              <a:rPr kumimoji="1" lang="en-US" altLang="ko-KR" dirty="0">
                <a:ea typeface="굴림" charset="-127"/>
              </a:rPr>
              <a:t>is divided into </a:t>
            </a:r>
            <a:r>
              <a:rPr lang="en-US" altLang="ko-KR" b="1" dirty="0">
                <a:solidFill>
                  <a:srgbClr val="C00000"/>
                </a:solidFill>
                <a:ea typeface="굴림" charset="-127"/>
              </a:rPr>
              <a:t>Frames</a:t>
            </a:r>
          </a:p>
          <a:p>
            <a:pPr>
              <a:spcBef>
                <a:spcPts val="2400"/>
              </a:spcBef>
            </a:pPr>
            <a:r>
              <a:rPr kumimoji="1" lang="en-US" altLang="ko-KR" sz="2300" dirty="0">
                <a:ea typeface="굴림" charset="-127"/>
              </a:rPr>
              <a:t>Pages and Frames must be of </a:t>
            </a:r>
            <a:r>
              <a:rPr lang="en-US" altLang="ko-KR" sz="2300" b="1" dirty="0">
                <a:solidFill>
                  <a:srgbClr val="C00000"/>
                </a:solidFill>
                <a:ea typeface="굴림" charset="-127"/>
              </a:rPr>
              <a:t>same size</a:t>
            </a:r>
          </a:p>
          <a:p>
            <a:pPr lvl="1">
              <a:spcBef>
                <a:spcPts val="600"/>
              </a:spcBef>
            </a:pPr>
            <a:r>
              <a:rPr lang="en-US" altLang="ko-KR" dirty="0">
                <a:ea typeface="굴림" charset="-127"/>
              </a:rPr>
              <a:t>t</a:t>
            </a:r>
            <a:r>
              <a:rPr kumimoji="1" lang="en-US" altLang="ko-KR" dirty="0">
                <a:ea typeface="굴림" charset="-127"/>
              </a:rPr>
              <a:t>ypical page size –  1KB  to  64 KB    </a:t>
            </a:r>
            <a:endParaRPr lang="en-US" altLang="ko-KR" dirty="0">
              <a:ea typeface="굴림" charset="-127"/>
            </a:endParaRPr>
          </a:p>
          <a:p>
            <a:pPr marL="457200" lvl="1" indent="0">
              <a:spcBef>
                <a:spcPts val="600"/>
              </a:spcBef>
              <a:buNone/>
            </a:pPr>
            <a:r>
              <a:rPr kumimoji="1" lang="en-US" altLang="ko-KR" i="1" dirty="0">
                <a:ea typeface="굴림" charset="-127"/>
              </a:rPr>
              <a:t>	</a:t>
            </a:r>
            <a:r>
              <a:rPr kumimoji="1" lang="en-US" altLang="ko-KR" sz="2000" i="1" dirty="0">
                <a:ea typeface="굴림" charset="-127"/>
              </a:rPr>
              <a:t>(different for various architectures)</a:t>
            </a:r>
          </a:p>
        </p:txBody>
      </p:sp>
      <p:sp>
        <p:nvSpPr>
          <p:cNvPr id="2" name="Rectangle 2">
            <a:extLst>
              <a:ext uri="{FF2B5EF4-FFF2-40B4-BE49-F238E27FC236}">
                <a16:creationId xmlns:a16="http://schemas.microsoft.com/office/drawing/2014/main" id="{0BBF128A-1BC9-5410-E45F-7B0055D12DFD}"/>
              </a:ext>
            </a:extLst>
          </p:cNvPr>
          <p:cNvSpPr txBox="1">
            <a:spLocks/>
          </p:cNvSpPr>
          <p:nvPr/>
        </p:nvSpPr>
        <p:spPr bwMode="auto">
          <a:xfrm>
            <a:off x="904240" y="40640"/>
            <a:ext cx="8239760" cy="721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noAutofit/>
          </a:bodyPr>
          <a:lstStyle>
            <a:lvl1pPr algn="ctr" rtl="0" eaLnBrk="0" fontAlgn="base" hangingPunct="0">
              <a:spcBef>
                <a:spcPct val="0"/>
              </a:spcBef>
              <a:spcAft>
                <a:spcPct val="0"/>
              </a:spcAft>
              <a:defRPr sz="3200" b="1">
                <a:solidFill>
                  <a:srgbClr val="006699"/>
                </a:solidFill>
                <a:latin typeface="+mj-lt"/>
                <a:ea typeface="MS PGothic" pitchFamily="34" charset="-128"/>
                <a:cs typeface="ＭＳ Ｐゴシック" charset="-128"/>
              </a:defRPr>
            </a:lvl1pPr>
            <a:lvl2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2pPr>
            <a:lvl3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3pPr>
            <a:lvl4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4pPr>
            <a:lvl5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5pPr>
            <a:lvl6pPr marL="457200" algn="ctr" rtl="0" fontAlgn="base">
              <a:spcBef>
                <a:spcPct val="0"/>
              </a:spcBef>
              <a:spcAft>
                <a:spcPct val="0"/>
              </a:spcAft>
              <a:defRPr sz="3200" b="1">
                <a:solidFill>
                  <a:srgbClr val="006699"/>
                </a:solidFill>
                <a:latin typeface="Arial" charset="0"/>
              </a:defRPr>
            </a:lvl6pPr>
            <a:lvl7pPr marL="914400" algn="ctr" rtl="0" fontAlgn="base">
              <a:spcBef>
                <a:spcPct val="0"/>
              </a:spcBef>
              <a:spcAft>
                <a:spcPct val="0"/>
              </a:spcAft>
              <a:defRPr sz="3200" b="1">
                <a:solidFill>
                  <a:srgbClr val="006699"/>
                </a:solidFill>
                <a:latin typeface="Arial" charset="0"/>
              </a:defRPr>
            </a:lvl7pPr>
            <a:lvl8pPr marL="1371600" algn="ctr" rtl="0" fontAlgn="base">
              <a:spcBef>
                <a:spcPct val="0"/>
              </a:spcBef>
              <a:spcAft>
                <a:spcPct val="0"/>
              </a:spcAft>
              <a:defRPr sz="3200" b="1">
                <a:solidFill>
                  <a:srgbClr val="006699"/>
                </a:solidFill>
                <a:latin typeface="Arial" charset="0"/>
              </a:defRPr>
            </a:lvl8pPr>
            <a:lvl9pPr marL="1828800" algn="ctr" rtl="0" fontAlgn="base">
              <a:spcBef>
                <a:spcPct val="0"/>
              </a:spcBef>
              <a:spcAft>
                <a:spcPct val="0"/>
              </a:spcAft>
              <a:defRPr sz="3200" b="1">
                <a:solidFill>
                  <a:srgbClr val="006699"/>
                </a:solidFill>
                <a:latin typeface="Arial" charset="0"/>
              </a:defRPr>
            </a:lvl9pPr>
          </a:lstStyle>
          <a:p>
            <a:r>
              <a:rPr lang="en-US" kern="0" dirty="0"/>
              <a:t>Introduction to Paging</a:t>
            </a:r>
          </a:p>
        </p:txBody>
      </p:sp>
      <p:sp>
        <p:nvSpPr>
          <p:cNvPr id="4" name="Slide Number Placeholder 3">
            <a:extLst>
              <a:ext uri="{FF2B5EF4-FFF2-40B4-BE49-F238E27FC236}">
                <a16:creationId xmlns:a16="http://schemas.microsoft.com/office/drawing/2014/main" id="{694A907E-4596-ED92-24C1-DAF3A7FFFEFB}"/>
              </a:ext>
            </a:extLst>
          </p:cNvPr>
          <p:cNvSpPr txBox="1">
            <a:spLocks/>
          </p:cNvSpPr>
          <p:nvPr/>
        </p:nvSpPr>
        <p:spPr bwMode="auto">
          <a:xfrm>
            <a:off x="8588829" y="6389912"/>
            <a:ext cx="413657" cy="3751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E2418860-B345-4524-9314-FE51DF6E4AD1}" type="slidenum">
              <a:rPr lang="en-US" altLang="en-PK" sz="1400" smtClean="0">
                <a:solidFill>
                  <a:schemeClr val="tx1"/>
                </a:solidFill>
              </a:rPr>
              <a:pPr/>
              <a:t>32</a:t>
            </a:fld>
            <a:endParaRPr lang="en-US" altLang="en-US" sz="1400" dirty="0">
              <a:solidFill>
                <a:schemeClr val="tx1"/>
              </a:solidFill>
              <a:latin typeface="Tahoma" panose="020B0604030504040204" pitchFamily="34" charset="0"/>
              <a:ea typeface="MS PGothic" panose="020B0600070205080204" pitchFamily="34" charset="-128"/>
            </a:endParaRPr>
          </a:p>
        </p:txBody>
      </p:sp>
    </p:spTree>
    <p:extLst>
      <p:ext uri="{BB962C8B-B14F-4D97-AF65-F5344CB8AC3E}">
        <p14:creationId xmlns:p14="http://schemas.microsoft.com/office/powerpoint/2010/main" val="2110737678"/>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Rectangle 3"/>
          <p:cNvSpPr>
            <a:spLocks noGrp="1"/>
          </p:cNvSpPr>
          <p:nvPr>
            <p:ph type="body" idx="1"/>
          </p:nvPr>
        </p:nvSpPr>
        <p:spPr>
          <a:xfrm>
            <a:off x="406400" y="1107439"/>
            <a:ext cx="8564880" cy="5688059"/>
          </a:xfrm>
        </p:spPr>
        <p:txBody>
          <a:bodyPr>
            <a:normAutofit/>
          </a:bodyPr>
          <a:lstStyle/>
          <a:p>
            <a:pPr>
              <a:lnSpc>
                <a:spcPct val="110000"/>
              </a:lnSpc>
              <a:spcBef>
                <a:spcPts val="600"/>
              </a:spcBef>
            </a:pPr>
            <a:r>
              <a:rPr lang="en-US" altLang="ko-KR" dirty="0">
                <a:ea typeface="굴림" charset="-127"/>
              </a:rPr>
              <a:t>Program is loaded by loading its pages into available frames</a:t>
            </a:r>
          </a:p>
          <a:p>
            <a:pPr lvl="1">
              <a:lnSpc>
                <a:spcPct val="110000"/>
              </a:lnSpc>
              <a:spcBef>
                <a:spcPts val="600"/>
              </a:spcBef>
            </a:pPr>
            <a:r>
              <a:rPr kumimoji="1" lang="en-US" altLang="ko-KR" sz="2100" dirty="0">
                <a:ea typeface="굴림" charset="-127"/>
              </a:rPr>
              <a:t>pages </a:t>
            </a:r>
            <a:r>
              <a:rPr lang="en-US" altLang="ko-KR" sz="2100" dirty="0">
                <a:ea typeface="굴림" charset="-127"/>
              </a:rPr>
              <a:t>loaded</a:t>
            </a:r>
            <a:r>
              <a:rPr kumimoji="1" lang="en-US" altLang="ko-KR" sz="2100" dirty="0">
                <a:ea typeface="굴림" charset="-127"/>
              </a:rPr>
              <a:t> </a:t>
            </a:r>
            <a:r>
              <a:rPr lang="en-US" altLang="ko-KR" sz="2100" dirty="0">
                <a:ea typeface="굴림" charset="-127"/>
              </a:rPr>
              <a:t>from disk </a:t>
            </a:r>
            <a:r>
              <a:rPr kumimoji="1" lang="en-US" altLang="ko-KR" sz="2100" dirty="0">
                <a:ea typeface="굴림" charset="-127"/>
              </a:rPr>
              <a:t>are said to be </a:t>
            </a:r>
            <a:r>
              <a:rPr kumimoji="1" lang="en-US" altLang="ko-KR" sz="2100" b="1" dirty="0">
                <a:solidFill>
                  <a:srgbClr val="C00000"/>
                </a:solidFill>
                <a:ea typeface="굴림" charset="-127"/>
              </a:rPr>
              <a:t>mapped</a:t>
            </a:r>
            <a:r>
              <a:rPr kumimoji="1" lang="en-US" altLang="ko-KR" sz="2100" dirty="0">
                <a:solidFill>
                  <a:schemeClr val="accent2"/>
                </a:solidFill>
                <a:ea typeface="굴림" charset="-127"/>
              </a:rPr>
              <a:t> </a:t>
            </a:r>
            <a:r>
              <a:rPr kumimoji="1" lang="en-US" altLang="ko-KR" sz="2100" dirty="0">
                <a:ea typeface="굴림" charset="-127"/>
              </a:rPr>
              <a:t>into main memory</a:t>
            </a:r>
          </a:p>
          <a:p>
            <a:pPr>
              <a:lnSpc>
                <a:spcPct val="110000"/>
              </a:lnSpc>
              <a:spcBef>
                <a:spcPts val="1800"/>
              </a:spcBef>
            </a:pPr>
            <a:r>
              <a:rPr kumimoji="1" lang="en-US" sz="2300" dirty="0"/>
              <a:t>To run a program having </a:t>
            </a:r>
            <a:r>
              <a:rPr kumimoji="1" lang="en-US" sz="2300" b="1" dirty="0">
                <a:solidFill>
                  <a:srgbClr val="C00000"/>
                </a:solidFill>
              </a:rPr>
              <a:t>n</a:t>
            </a:r>
            <a:r>
              <a:rPr kumimoji="1" lang="en-US" sz="2300" dirty="0"/>
              <a:t> pages </a:t>
            </a:r>
          </a:p>
          <a:p>
            <a:pPr lvl="1">
              <a:lnSpc>
                <a:spcPct val="110000"/>
              </a:lnSpc>
              <a:spcBef>
                <a:spcPts val="600"/>
              </a:spcBef>
            </a:pPr>
            <a:r>
              <a:rPr lang="en-US" sz="2100" dirty="0"/>
              <a:t>find </a:t>
            </a:r>
            <a:r>
              <a:rPr lang="en-US" sz="2100" b="1" dirty="0">
                <a:solidFill>
                  <a:srgbClr val="C00000"/>
                </a:solidFill>
              </a:rPr>
              <a:t>n</a:t>
            </a:r>
            <a:r>
              <a:rPr lang="en-US" sz="2100" dirty="0"/>
              <a:t> free frames, and load the pages into these frames</a:t>
            </a:r>
          </a:p>
          <a:p>
            <a:pPr lvl="1">
              <a:lnSpc>
                <a:spcPct val="110000"/>
              </a:lnSpc>
              <a:spcBef>
                <a:spcPts val="600"/>
              </a:spcBef>
            </a:pPr>
            <a:r>
              <a:rPr kumimoji="1" lang="en-US" sz="2100" dirty="0"/>
              <a:t>frames need not be contiguous</a:t>
            </a:r>
          </a:p>
          <a:p>
            <a:pPr>
              <a:lnSpc>
                <a:spcPct val="110000"/>
              </a:lnSpc>
              <a:spcBef>
                <a:spcPts val="1800"/>
              </a:spcBef>
            </a:pPr>
            <a:r>
              <a:rPr kumimoji="1" lang="en-US" sz="2300" dirty="0"/>
              <a:t>We also need to store this mapping info in </a:t>
            </a:r>
            <a:r>
              <a:rPr lang="en-US" sz="2300" dirty="0"/>
              <a:t>a data structure, called as </a:t>
            </a:r>
            <a:r>
              <a:rPr lang="en-US" sz="2300" dirty="0">
                <a:solidFill>
                  <a:srgbClr val="C00000"/>
                </a:solidFill>
              </a:rPr>
              <a:t>“</a:t>
            </a:r>
            <a:r>
              <a:rPr lang="en-US" sz="2300" b="1" dirty="0">
                <a:solidFill>
                  <a:srgbClr val="C00000"/>
                </a:solidFill>
              </a:rPr>
              <a:t>Page Table</a:t>
            </a:r>
            <a:r>
              <a:rPr lang="en-US" sz="2300" dirty="0">
                <a:solidFill>
                  <a:srgbClr val="C00000"/>
                </a:solidFill>
              </a:rPr>
              <a:t>”</a:t>
            </a:r>
            <a:r>
              <a:rPr kumimoji="1" lang="en-US" sz="2300" dirty="0"/>
              <a:t> </a:t>
            </a:r>
          </a:p>
          <a:p>
            <a:pPr marL="0" lvl="1" indent="0" algn="ctr">
              <a:lnSpc>
                <a:spcPct val="110000"/>
              </a:lnSpc>
              <a:spcBef>
                <a:spcPts val="1200"/>
              </a:spcBef>
              <a:buNone/>
            </a:pPr>
            <a:r>
              <a:rPr kumimoji="1" lang="en-US" i="1" dirty="0">
                <a:solidFill>
                  <a:srgbClr val="0000CC"/>
                </a:solidFill>
              </a:rPr>
              <a:t>“record of which page is loaded in which frame”</a:t>
            </a:r>
          </a:p>
          <a:p>
            <a:pPr>
              <a:lnSpc>
                <a:spcPct val="110000"/>
              </a:lnSpc>
              <a:spcBef>
                <a:spcPts val="1800"/>
              </a:spcBef>
            </a:pPr>
            <a:r>
              <a:rPr lang="en-US" sz="2300" i="1" dirty="0">
                <a:solidFill>
                  <a:srgbClr val="C00000"/>
                </a:solidFill>
              </a:rPr>
              <a:t>E</a:t>
            </a:r>
            <a:r>
              <a:rPr kumimoji="1" lang="en-US" sz="2300" i="1" dirty="0">
                <a:solidFill>
                  <a:srgbClr val="C00000"/>
                </a:solidFill>
              </a:rPr>
              <a:t>xternal fragmentation</a:t>
            </a:r>
            <a:r>
              <a:rPr lang="en-US" sz="2300" dirty="0"/>
              <a:t> – is avoided</a:t>
            </a:r>
          </a:p>
          <a:p>
            <a:pPr>
              <a:lnSpc>
                <a:spcPct val="110000"/>
              </a:lnSpc>
              <a:spcBef>
                <a:spcPts val="600"/>
              </a:spcBef>
            </a:pPr>
            <a:r>
              <a:rPr lang="en-US" sz="2300" i="1" dirty="0">
                <a:solidFill>
                  <a:srgbClr val="C00000"/>
                </a:solidFill>
              </a:rPr>
              <a:t>I</a:t>
            </a:r>
            <a:r>
              <a:rPr kumimoji="1" lang="en-US" sz="2300" i="1" dirty="0">
                <a:solidFill>
                  <a:srgbClr val="C00000"/>
                </a:solidFill>
              </a:rPr>
              <a:t>nternal fragmentation</a:t>
            </a:r>
            <a:r>
              <a:rPr kumimoji="1" lang="en-US" sz="2300" dirty="0"/>
              <a:t> – half a page per process </a:t>
            </a:r>
            <a:r>
              <a:rPr kumimoji="1" lang="en-US" sz="2300" i="1" dirty="0"/>
              <a:t>(on average)</a:t>
            </a:r>
          </a:p>
          <a:p>
            <a:pPr>
              <a:lnSpc>
                <a:spcPct val="110000"/>
              </a:lnSpc>
              <a:spcBef>
                <a:spcPts val="600"/>
              </a:spcBef>
            </a:pPr>
            <a:endParaRPr lang="en-US" sz="2300" dirty="0"/>
          </a:p>
        </p:txBody>
      </p:sp>
      <p:sp>
        <p:nvSpPr>
          <p:cNvPr id="2" name="Rectangle 2">
            <a:extLst>
              <a:ext uri="{FF2B5EF4-FFF2-40B4-BE49-F238E27FC236}">
                <a16:creationId xmlns:a16="http://schemas.microsoft.com/office/drawing/2014/main" id="{0BBF128A-1BC9-5410-E45F-7B0055D12DFD}"/>
              </a:ext>
            </a:extLst>
          </p:cNvPr>
          <p:cNvSpPr txBox="1">
            <a:spLocks/>
          </p:cNvSpPr>
          <p:nvPr/>
        </p:nvSpPr>
        <p:spPr bwMode="auto">
          <a:xfrm>
            <a:off x="904240" y="40640"/>
            <a:ext cx="8239760" cy="721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noAutofit/>
          </a:bodyPr>
          <a:lstStyle>
            <a:lvl1pPr algn="ctr" rtl="0" eaLnBrk="0" fontAlgn="base" hangingPunct="0">
              <a:spcBef>
                <a:spcPct val="0"/>
              </a:spcBef>
              <a:spcAft>
                <a:spcPct val="0"/>
              </a:spcAft>
              <a:defRPr sz="3200" b="1">
                <a:solidFill>
                  <a:srgbClr val="006699"/>
                </a:solidFill>
                <a:latin typeface="+mj-lt"/>
                <a:ea typeface="MS PGothic" pitchFamily="34" charset="-128"/>
                <a:cs typeface="ＭＳ Ｐゴシック" charset="-128"/>
              </a:defRPr>
            </a:lvl1pPr>
            <a:lvl2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2pPr>
            <a:lvl3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3pPr>
            <a:lvl4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4pPr>
            <a:lvl5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5pPr>
            <a:lvl6pPr marL="457200" algn="ctr" rtl="0" fontAlgn="base">
              <a:spcBef>
                <a:spcPct val="0"/>
              </a:spcBef>
              <a:spcAft>
                <a:spcPct val="0"/>
              </a:spcAft>
              <a:defRPr sz="3200" b="1">
                <a:solidFill>
                  <a:srgbClr val="006699"/>
                </a:solidFill>
                <a:latin typeface="Arial" charset="0"/>
              </a:defRPr>
            </a:lvl6pPr>
            <a:lvl7pPr marL="914400" algn="ctr" rtl="0" fontAlgn="base">
              <a:spcBef>
                <a:spcPct val="0"/>
              </a:spcBef>
              <a:spcAft>
                <a:spcPct val="0"/>
              </a:spcAft>
              <a:defRPr sz="3200" b="1">
                <a:solidFill>
                  <a:srgbClr val="006699"/>
                </a:solidFill>
                <a:latin typeface="Arial" charset="0"/>
              </a:defRPr>
            </a:lvl7pPr>
            <a:lvl8pPr marL="1371600" algn="ctr" rtl="0" fontAlgn="base">
              <a:spcBef>
                <a:spcPct val="0"/>
              </a:spcBef>
              <a:spcAft>
                <a:spcPct val="0"/>
              </a:spcAft>
              <a:defRPr sz="3200" b="1">
                <a:solidFill>
                  <a:srgbClr val="006699"/>
                </a:solidFill>
                <a:latin typeface="Arial" charset="0"/>
              </a:defRPr>
            </a:lvl8pPr>
            <a:lvl9pPr marL="1828800" algn="ctr" rtl="0" fontAlgn="base">
              <a:spcBef>
                <a:spcPct val="0"/>
              </a:spcBef>
              <a:spcAft>
                <a:spcPct val="0"/>
              </a:spcAft>
              <a:defRPr sz="3200" b="1">
                <a:solidFill>
                  <a:srgbClr val="006699"/>
                </a:solidFill>
                <a:latin typeface="Arial" charset="0"/>
              </a:defRPr>
            </a:lvl9pPr>
          </a:lstStyle>
          <a:p>
            <a:r>
              <a:rPr lang="en-US" kern="0" dirty="0"/>
              <a:t>Introduction to Paging</a:t>
            </a:r>
          </a:p>
        </p:txBody>
      </p:sp>
      <p:sp>
        <p:nvSpPr>
          <p:cNvPr id="4" name="Slide Number Placeholder 3">
            <a:extLst>
              <a:ext uri="{FF2B5EF4-FFF2-40B4-BE49-F238E27FC236}">
                <a16:creationId xmlns:a16="http://schemas.microsoft.com/office/drawing/2014/main" id="{694A907E-4596-ED92-24C1-DAF3A7FFFEFB}"/>
              </a:ext>
            </a:extLst>
          </p:cNvPr>
          <p:cNvSpPr txBox="1">
            <a:spLocks/>
          </p:cNvSpPr>
          <p:nvPr/>
        </p:nvSpPr>
        <p:spPr bwMode="auto">
          <a:xfrm>
            <a:off x="8588829" y="6389912"/>
            <a:ext cx="413657" cy="3751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E2418860-B345-4524-9314-FE51DF6E4AD1}" type="slidenum">
              <a:rPr lang="en-US" altLang="en-PK" sz="1400" smtClean="0">
                <a:solidFill>
                  <a:schemeClr val="tx1"/>
                </a:solidFill>
              </a:rPr>
              <a:pPr/>
              <a:t>33</a:t>
            </a:fld>
            <a:endParaRPr lang="en-US" altLang="en-US" sz="1400" dirty="0">
              <a:solidFill>
                <a:schemeClr val="tx1"/>
              </a:solidFill>
              <a:latin typeface="Tahoma" panose="020B0604030504040204" pitchFamily="34" charset="0"/>
              <a:ea typeface="MS PGothic" panose="020B0600070205080204" pitchFamily="34" charset="-128"/>
            </a:endParaRPr>
          </a:p>
        </p:txBody>
      </p:sp>
    </p:spTree>
    <p:extLst>
      <p:ext uri="{BB962C8B-B14F-4D97-AF65-F5344CB8AC3E}">
        <p14:creationId xmlns:p14="http://schemas.microsoft.com/office/powerpoint/2010/main" val="2092235195"/>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3"/>
          <p:cNvSpPr>
            <a:spLocks noGrp="1"/>
          </p:cNvSpPr>
          <p:nvPr>
            <p:ph type="body" idx="1"/>
          </p:nvPr>
        </p:nvSpPr>
        <p:spPr>
          <a:xfrm>
            <a:off x="386080" y="1068742"/>
            <a:ext cx="6342814" cy="5647017"/>
          </a:xfrm>
        </p:spPr>
        <p:txBody>
          <a:bodyPr>
            <a:noAutofit/>
          </a:bodyPr>
          <a:lstStyle/>
          <a:p>
            <a:pPr>
              <a:spcBef>
                <a:spcPts val="1800"/>
              </a:spcBef>
            </a:pPr>
            <a:r>
              <a:rPr kumimoji="1" lang="en-US" altLang="ko-KR" sz="2200" b="1" dirty="0">
                <a:solidFill>
                  <a:srgbClr val="C00000"/>
                </a:solidFill>
                <a:ea typeface="굴림" charset="-127"/>
              </a:rPr>
              <a:t>Page Table  </a:t>
            </a:r>
            <a:r>
              <a:rPr lang="en-US" altLang="ko-KR" sz="2200" b="1" dirty="0">
                <a:solidFill>
                  <a:srgbClr val="C00000"/>
                </a:solidFill>
                <a:ea typeface="굴림" charset="-127"/>
              </a:rPr>
              <a:t>– </a:t>
            </a:r>
            <a:r>
              <a:rPr kumimoji="1" lang="en-US" altLang="ko-KR" sz="2200" dirty="0">
                <a:ea typeface="굴림" charset="-127"/>
              </a:rPr>
              <a:t> keeps track of logical to physical address mapping</a:t>
            </a:r>
          </a:p>
          <a:p>
            <a:pPr>
              <a:spcBef>
                <a:spcPts val="1800"/>
              </a:spcBef>
            </a:pPr>
            <a:r>
              <a:rPr kumimoji="1" lang="en-US" altLang="ko-KR" sz="2200" dirty="0">
                <a:ea typeface="굴림" charset="-127"/>
              </a:rPr>
              <a:t>Page table is indexed by page numbers</a:t>
            </a:r>
          </a:p>
          <a:p>
            <a:pPr lvl="1">
              <a:spcBef>
                <a:spcPts val="600"/>
              </a:spcBef>
            </a:pPr>
            <a:r>
              <a:rPr kumimoji="1" lang="en-US" altLang="ko-KR" sz="2100" dirty="0">
                <a:ea typeface="굴림" charset="-127"/>
              </a:rPr>
              <a:t>page table entry holds the frame number, </a:t>
            </a:r>
            <a:br>
              <a:rPr kumimoji="1" lang="en-US" altLang="ko-KR" sz="2100" dirty="0">
                <a:ea typeface="굴림" charset="-127"/>
              </a:rPr>
            </a:br>
            <a:r>
              <a:rPr kumimoji="1" lang="en-US" altLang="ko-KR" sz="2100" dirty="0">
                <a:ea typeface="굴림" charset="-127"/>
              </a:rPr>
              <a:t>where page is loaded</a:t>
            </a:r>
          </a:p>
          <a:p>
            <a:pPr>
              <a:spcBef>
                <a:spcPts val="1800"/>
              </a:spcBef>
            </a:pPr>
            <a:r>
              <a:rPr kumimoji="1" lang="en-US" altLang="ko-KR" sz="2200" dirty="0">
                <a:ea typeface="굴림" charset="-127"/>
              </a:rPr>
              <a:t>PTE may also have…</a:t>
            </a:r>
          </a:p>
          <a:p>
            <a:pPr marL="0" indent="0">
              <a:spcBef>
                <a:spcPts val="600"/>
              </a:spcBef>
              <a:buNone/>
            </a:pPr>
            <a:r>
              <a:rPr kumimoji="1" lang="en-US" altLang="ko-KR" sz="2100" i="1" dirty="0">
                <a:solidFill>
                  <a:srgbClr val="C00000"/>
                </a:solidFill>
                <a:ea typeface="굴림" charset="-127"/>
              </a:rPr>
              <a:t>            </a:t>
            </a:r>
            <a:r>
              <a:rPr kumimoji="1" lang="en-US" altLang="ko-KR" sz="2000" i="1" dirty="0">
                <a:solidFill>
                  <a:srgbClr val="C00000"/>
                </a:solidFill>
                <a:ea typeface="굴림" charset="-127"/>
              </a:rPr>
              <a:t>modify bit, resident bit, valid bit, protection bit</a:t>
            </a:r>
            <a:endParaRPr kumimoji="1" lang="en-US" sz="2000" i="1" dirty="0">
              <a:solidFill>
                <a:srgbClr val="C00000"/>
              </a:solidFill>
            </a:endParaRPr>
          </a:p>
          <a:p>
            <a:pPr>
              <a:spcBef>
                <a:spcPts val="1800"/>
              </a:spcBef>
            </a:pPr>
            <a:r>
              <a:rPr kumimoji="1" lang="en-US" sz="2200" dirty="0"/>
              <a:t>Page table size… </a:t>
            </a:r>
          </a:p>
          <a:p>
            <a:pPr marL="690563" lvl="1">
              <a:spcBef>
                <a:spcPts val="600"/>
              </a:spcBef>
            </a:pPr>
            <a:r>
              <a:rPr kumimoji="1" lang="en-US" sz="2100" dirty="0"/>
              <a:t>depends on max number of pages in process</a:t>
            </a:r>
          </a:p>
          <a:p>
            <a:pPr marL="690563" lvl="1">
              <a:spcBef>
                <a:spcPts val="600"/>
              </a:spcBef>
            </a:pPr>
            <a:r>
              <a:rPr kumimoji="1" lang="en-US" sz="2100" dirty="0"/>
              <a:t>if process </a:t>
            </a:r>
            <a:r>
              <a:rPr lang="en-US" sz="2100" dirty="0"/>
              <a:t>has</a:t>
            </a:r>
            <a:r>
              <a:rPr kumimoji="1" lang="en-US" sz="2100" dirty="0"/>
              <a:t> 8 pages</a:t>
            </a:r>
          </a:p>
          <a:p>
            <a:pPr marL="914400" lvl="2">
              <a:spcBef>
                <a:spcPts val="600"/>
              </a:spcBef>
            </a:pPr>
            <a:r>
              <a:rPr kumimoji="1" lang="en-US" sz="2100" dirty="0"/>
              <a:t>number of rows in page table – 8 rows </a:t>
            </a:r>
            <a:endParaRPr kumimoji="1" lang="en-US" sz="2100" i="1" dirty="0"/>
          </a:p>
          <a:p>
            <a:pPr marL="914400" lvl="2">
              <a:spcBef>
                <a:spcPts val="600"/>
              </a:spcBef>
            </a:pPr>
            <a:r>
              <a:rPr lang="en-US" sz="2100" dirty="0"/>
              <a:t>bits to represent 8 page numbers</a:t>
            </a:r>
            <a:r>
              <a:rPr kumimoji="1" lang="en-US" sz="2100" dirty="0"/>
              <a:t> – 3 bits</a:t>
            </a:r>
          </a:p>
        </p:txBody>
      </p:sp>
      <p:graphicFrame>
        <p:nvGraphicFramePr>
          <p:cNvPr id="87096" name="Group 56"/>
          <p:cNvGraphicFramePr>
            <a:graphicFrameLocks noGrp="1"/>
          </p:cNvGraphicFramePr>
          <p:nvPr>
            <p:extLst>
              <p:ext uri="{D42A27DB-BD31-4B8C-83A1-F6EECF244321}">
                <p14:modId xmlns:p14="http://schemas.microsoft.com/office/powerpoint/2010/main" val="346618132"/>
              </p:ext>
            </p:extLst>
          </p:nvPr>
        </p:nvGraphicFramePr>
        <p:xfrm>
          <a:off x="8023559" y="1651000"/>
          <a:ext cx="849313" cy="4145280"/>
        </p:xfrm>
        <a:graphic>
          <a:graphicData uri="http://schemas.openxmlformats.org/drawingml/2006/table">
            <a:tbl>
              <a:tblPr/>
              <a:tblGrid>
                <a:gridCol w="447779">
                  <a:extLst>
                    <a:ext uri="{9D8B030D-6E8A-4147-A177-3AD203B41FA5}">
                      <a16:colId xmlns:a16="http://schemas.microsoft.com/office/drawing/2014/main" val="20000"/>
                    </a:ext>
                  </a:extLst>
                </a:gridCol>
                <a:gridCol w="401534">
                  <a:extLst>
                    <a:ext uri="{9D8B030D-6E8A-4147-A177-3AD203B41FA5}">
                      <a16:colId xmlns:a16="http://schemas.microsoft.com/office/drawing/2014/main" val="20001"/>
                    </a:ext>
                  </a:extLst>
                </a:gridCol>
              </a:tblGrid>
              <a:tr h="518160">
                <a:tc>
                  <a:txBody>
                    <a:bodyPr/>
                    <a:lstStyle/>
                    <a:p>
                      <a:pPr marL="0" marR="0" lvl="0" indent="0" algn="l" defTabSz="762000" rtl="0" eaLnBrk="0" fontAlgn="base" latinLnBrk="0" hangingPunct="0">
                        <a:lnSpc>
                          <a:spcPct val="100000"/>
                        </a:lnSpc>
                        <a:spcBef>
                          <a:spcPct val="20000"/>
                        </a:spcBef>
                        <a:spcAft>
                          <a:spcPct val="0"/>
                        </a:spcAft>
                        <a:buClrTx/>
                        <a:buSzTx/>
                        <a:buFont typeface="Arial" charset="0"/>
                        <a:buNone/>
                        <a:tabLst/>
                      </a:pPr>
                      <a:r>
                        <a:rPr kumimoji="0" lang="en-US" sz="2800" b="0" i="0" u="none" strike="noStrike" cap="none" normalizeH="0" baseline="0" dirty="0">
                          <a:ln>
                            <a:noFill/>
                          </a:ln>
                          <a:solidFill>
                            <a:schemeClr val="tx1"/>
                          </a:solidFill>
                          <a:effectLst/>
                          <a:latin typeface="Calibri" pitchFamily="34" charset="0"/>
                        </a:rPr>
                        <a:t>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762000" rtl="0" eaLnBrk="0" fontAlgn="base" latinLnBrk="0" hangingPunct="0">
                        <a:lnSpc>
                          <a:spcPct val="100000"/>
                        </a:lnSpc>
                        <a:spcBef>
                          <a:spcPct val="20000"/>
                        </a:spcBef>
                        <a:spcAft>
                          <a:spcPct val="0"/>
                        </a:spcAft>
                        <a:buClrTx/>
                        <a:buSzTx/>
                        <a:buFont typeface="Arial" charset="0"/>
                        <a:buNone/>
                        <a:tabLst/>
                      </a:pPr>
                      <a:endParaRPr kumimoji="0" lang="en-US" sz="2800" b="0" i="0" u="none" strike="noStrike" cap="none" normalizeH="0" baseline="0" dirty="0">
                        <a:ln>
                          <a:noFill/>
                        </a:ln>
                        <a:solidFill>
                          <a:schemeClr val="tx1"/>
                        </a:solidFill>
                        <a:effectLst/>
                        <a:latin typeface="Calibri"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18160">
                <a:tc>
                  <a:txBody>
                    <a:bodyPr/>
                    <a:lstStyle/>
                    <a:p>
                      <a:pPr marL="0" marR="0" lvl="0" indent="0" algn="l" defTabSz="762000" rtl="0" eaLnBrk="0" fontAlgn="base" latinLnBrk="0" hangingPunct="0">
                        <a:lnSpc>
                          <a:spcPct val="100000"/>
                        </a:lnSpc>
                        <a:spcBef>
                          <a:spcPct val="20000"/>
                        </a:spcBef>
                        <a:spcAft>
                          <a:spcPct val="0"/>
                        </a:spcAft>
                        <a:buClrTx/>
                        <a:buSzTx/>
                        <a:buFont typeface="Arial" charset="0"/>
                        <a:buNone/>
                        <a:tabLst/>
                      </a:pPr>
                      <a:endParaRPr kumimoji="0" lang="en-US" sz="2800" b="0" i="0" u="none" strike="noStrike" cap="none" normalizeH="0" baseline="0" dirty="0">
                        <a:ln>
                          <a:noFill/>
                        </a:ln>
                        <a:solidFill>
                          <a:schemeClr val="tx1"/>
                        </a:solidFill>
                        <a:effectLst/>
                        <a:latin typeface="Calibri"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762000" rtl="0" eaLnBrk="0" fontAlgn="base" latinLnBrk="0" hangingPunct="0">
                        <a:lnSpc>
                          <a:spcPct val="100000"/>
                        </a:lnSpc>
                        <a:spcBef>
                          <a:spcPct val="20000"/>
                        </a:spcBef>
                        <a:spcAft>
                          <a:spcPct val="0"/>
                        </a:spcAft>
                        <a:buClrTx/>
                        <a:buSzTx/>
                        <a:buFont typeface="Arial" charset="0"/>
                        <a:buNone/>
                        <a:tabLst/>
                      </a:pPr>
                      <a:endParaRPr kumimoji="0" lang="en-US" sz="2800" b="0" i="0" u="none" strike="noStrike" cap="none" normalizeH="0" baseline="0" dirty="0">
                        <a:ln>
                          <a:noFill/>
                        </a:ln>
                        <a:solidFill>
                          <a:schemeClr val="tx1"/>
                        </a:solidFill>
                        <a:effectLst/>
                        <a:latin typeface="Calibri"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8160">
                <a:tc>
                  <a:txBody>
                    <a:bodyPr/>
                    <a:lstStyle/>
                    <a:p>
                      <a:pPr marL="0" marR="0" lvl="0" indent="0" algn="l" defTabSz="762000" rtl="0" eaLnBrk="0" fontAlgn="base" latinLnBrk="0" hangingPunct="0">
                        <a:lnSpc>
                          <a:spcPct val="100000"/>
                        </a:lnSpc>
                        <a:spcBef>
                          <a:spcPct val="20000"/>
                        </a:spcBef>
                        <a:spcAft>
                          <a:spcPct val="0"/>
                        </a:spcAft>
                        <a:buClrTx/>
                        <a:buSzTx/>
                        <a:buFont typeface="Arial" charset="0"/>
                        <a:buNone/>
                        <a:tabLst/>
                      </a:pPr>
                      <a:endParaRPr kumimoji="0" lang="en-US" sz="2800" b="0" i="0" u="none" strike="noStrike" cap="none" normalizeH="0" baseline="0">
                        <a:ln>
                          <a:noFill/>
                        </a:ln>
                        <a:solidFill>
                          <a:schemeClr val="tx1"/>
                        </a:solidFill>
                        <a:effectLst/>
                        <a:latin typeface="Calibri"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762000" rtl="0" eaLnBrk="0" fontAlgn="base" latinLnBrk="0" hangingPunct="0">
                        <a:lnSpc>
                          <a:spcPct val="100000"/>
                        </a:lnSpc>
                        <a:spcBef>
                          <a:spcPct val="20000"/>
                        </a:spcBef>
                        <a:spcAft>
                          <a:spcPct val="0"/>
                        </a:spcAft>
                        <a:buClrTx/>
                        <a:buSzTx/>
                        <a:buFont typeface="Arial" charset="0"/>
                        <a:buNone/>
                        <a:tabLst/>
                      </a:pPr>
                      <a:endParaRPr kumimoji="0" lang="en-US" sz="2800" b="0" i="0" u="none" strike="noStrike" cap="none" normalizeH="0" baseline="0" dirty="0">
                        <a:ln>
                          <a:noFill/>
                        </a:ln>
                        <a:solidFill>
                          <a:schemeClr val="tx1"/>
                        </a:solidFill>
                        <a:effectLst/>
                        <a:latin typeface="Calibri"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18160">
                <a:tc>
                  <a:txBody>
                    <a:bodyPr/>
                    <a:lstStyle/>
                    <a:p>
                      <a:pPr marL="0" marR="0" lvl="0" indent="0" algn="l" defTabSz="762000" rtl="0" eaLnBrk="0" fontAlgn="base" latinLnBrk="0" hangingPunct="0">
                        <a:lnSpc>
                          <a:spcPct val="100000"/>
                        </a:lnSpc>
                        <a:spcBef>
                          <a:spcPct val="20000"/>
                        </a:spcBef>
                        <a:spcAft>
                          <a:spcPct val="0"/>
                        </a:spcAft>
                        <a:buClrTx/>
                        <a:buSzTx/>
                        <a:buFont typeface="Arial" charset="0"/>
                        <a:buNone/>
                        <a:tabLst/>
                      </a:pPr>
                      <a:endParaRPr kumimoji="0" lang="en-US" sz="2800" b="0" i="0" u="none" strike="noStrike" cap="none" normalizeH="0" baseline="0">
                        <a:ln>
                          <a:noFill/>
                        </a:ln>
                        <a:solidFill>
                          <a:schemeClr val="tx1"/>
                        </a:solidFill>
                        <a:effectLst/>
                        <a:latin typeface="Calibri"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762000" rtl="0" eaLnBrk="0" fontAlgn="base" latinLnBrk="0" hangingPunct="0">
                        <a:lnSpc>
                          <a:spcPct val="100000"/>
                        </a:lnSpc>
                        <a:spcBef>
                          <a:spcPct val="20000"/>
                        </a:spcBef>
                        <a:spcAft>
                          <a:spcPct val="0"/>
                        </a:spcAft>
                        <a:buClrTx/>
                        <a:buSzTx/>
                        <a:buFont typeface="Arial" charset="0"/>
                        <a:buNone/>
                        <a:tabLst/>
                      </a:pPr>
                      <a:endParaRPr kumimoji="0" lang="en-US" sz="2800" b="0" i="0" u="none" strike="noStrike" cap="none" normalizeH="0" baseline="0" dirty="0">
                        <a:ln>
                          <a:noFill/>
                        </a:ln>
                        <a:solidFill>
                          <a:schemeClr val="tx1"/>
                        </a:solidFill>
                        <a:effectLst/>
                        <a:latin typeface="Calibri"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18160">
                <a:tc>
                  <a:txBody>
                    <a:bodyPr/>
                    <a:lstStyle/>
                    <a:p>
                      <a:pPr marL="0" marR="0" lvl="0" indent="0" algn="l" defTabSz="762000" rtl="0" eaLnBrk="0" fontAlgn="base" latinLnBrk="0" hangingPunct="0">
                        <a:lnSpc>
                          <a:spcPct val="100000"/>
                        </a:lnSpc>
                        <a:spcBef>
                          <a:spcPct val="20000"/>
                        </a:spcBef>
                        <a:spcAft>
                          <a:spcPct val="0"/>
                        </a:spcAft>
                        <a:buClrTx/>
                        <a:buSzTx/>
                        <a:buFont typeface="Arial" charset="0"/>
                        <a:buNone/>
                        <a:tabLst/>
                      </a:pPr>
                      <a:endParaRPr kumimoji="0" lang="en-US" sz="2800" b="0" i="0" u="none" strike="noStrike" cap="none" normalizeH="0" baseline="0">
                        <a:ln>
                          <a:noFill/>
                        </a:ln>
                        <a:solidFill>
                          <a:schemeClr val="tx1"/>
                        </a:solidFill>
                        <a:effectLst/>
                        <a:latin typeface="Calibri"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762000" rtl="0" eaLnBrk="0" fontAlgn="base" latinLnBrk="0" hangingPunct="0">
                        <a:lnSpc>
                          <a:spcPct val="100000"/>
                        </a:lnSpc>
                        <a:spcBef>
                          <a:spcPct val="20000"/>
                        </a:spcBef>
                        <a:spcAft>
                          <a:spcPct val="0"/>
                        </a:spcAft>
                        <a:buClrTx/>
                        <a:buSzTx/>
                        <a:buFont typeface="Arial" charset="0"/>
                        <a:buNone/>
                        <a:tabLst/>
                      </a:pPr>
                      <a:endParaRPr kumimoji="0" lang="en-US" sz="2800" b="0" i="0" u="none" strike="noStrike" cap="none" normalizeH="0" baseline="0" dirty="0">
                        <a:ln>
                          <a:noFill/>
                        </a:ln>
                        <a:solidFill>
                          <a:schemeClr val="tx1"/>
                        </a:solidFill>
                        <a:effectLst/>
                        <a:latin typeface="Calibri"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18160">
                <a:tc>
                  <a:txBody>
                    <a:bodyPr/>
                    <a:lstStyle/>
                    <a:p>
                      <a:pPr marL="0" marR="0" lvl="0" indent="0" algn="l" defTabSz="762000" rtl="0" eaLnBrk="0" fontAlgn="base" latinLnBrk="0" hangingPunct="0">
                        <a:lnSpc>
                          <a:spcPct val="100000"/>
                        </a:lnSpc>
                        <a:spcBef>
                          <a:spcPct val="20000"/>
                        </a:spcBef>
                        <a:spcAft>
                          <a:spcPct val="0"/>
                        </a:spcAft>
                        <a:buClrTx/>
                        <a:buSzTx/>
                        <a:buFont typeface="Arial" charset="0"/>
                        <a:buNone/>
                        <a:tabLst/>
                      </a:pPr>
                      <a:endParaRPr kumimoji="0" lang="en-US" sz="2800" b="0" i="0" u="none" strike="noStrike" cap="none" normalizeH="0" baseline="0">
                        <a:ln>
                          <a:noFill/>
                        </a:ln>
                        <a:solidFill>
                          <a:schemeClr val="tx1"/>
                        </a:solidFill>
                        <a:effectLst/>
                        <a:latin typeface="Calibri"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762000" rtl="0" eaLnBrk="0" fontAlgn="base" latinLnBrk="0" hangingPunct="0">
                        <a:lnSpc>
                          <a:spcPct val="100000"/>
                        </a:lnSpc>
                        <a:spcBef>
                          <a:spcPct val="20000"/>
                        </a:spcBef>
                        <a:spcAft>
                          <a:spcPct val="0"/>
                        </a:spcAft>
                        <a:buClrTx/>
                        <a:buSzTx/>
                        <a:buFont typeface="Arial" charset="0"/>
                        <a:buNone/>
                        <a:tabLst/>
                      </a:pPr>
                      <a:endParaRPr kumimoji="0" lang="en-US" sz="2800" b="0" i="0" u="none" strike="noStrike" cap="none" normalizeH="0" baseline="0" dirty="0">
                        <a:ln>
                          <a:noFill/>
                        </a:ln>
                        <a:solidFill>
                          <a:schemeClr val="tx1"/>
                        </a:solidFill>
                        <a:effectLst/>
                        <a:latin typeface="Calibri"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18160">
                <a:tc>
                  <a:txBody>
                    <a:bodyPr/>
                    <a:lstStyle/>
                    <a:p>
                      <a:pPr marL="0" marR="0" lvl="0" indent="0" algn="l" defTabSz="762000" rtl="0" eaLnBrk="0" fontAlgn="base" latinLnBrk="0" hangingPunct="0">
                        <a:lnSpc>
                          <a:spcPct val="100000"/>
                        </a:lnSpc>
                        <a:spcBef>
                          <a:spcPct val="20000"/>
                        </a:spcBef>
                        <a:spcAft>
                          <a:spcPct val="0"/>
                        </a:spcAft>
                        <a:buClrTx/>
                        <a:buSzTx/>
                        <a:buFont typeface="Arial" charset="0"/>
                        <a:buNone/>
                        <a:tabLst/>
                      </a:pPr>
                      <a:endParaRPr kumimoji="0" lang="en-US" sz="2800" b="0" i="0" u="none" strike="noStrike" cap="none" normalizeH="0" baseline="0">
                        <a:ln>
                          <a:noFill/>
                        </a:ln>
                        <a:solidFill>
                          <a:schemeClr val="tx1"/>
                        </a:solidFill>
                        <a:effectLst/>
                        <a:latin typeface="Calibri"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762000" rtl="0" eaLnBrk="0" fontAlgn="base" latinLnBrk="0" hangingPunct="0">
                        <a:lnSpc>
                          <a:spcPct val="100000"/>
                        </a:lnSpc>
                        <a:spcBef>
                          <a:spcPct val="20000"/>
                        </a:spcBef>
                        <a:spcAft>
                          <a:spcPct val="0"/>
                        </a:spcAft>
                        <a:buClrTx/>
                        <a:buSzTx/>
                        <a:buFont typeface="Arial" charset="0"/>
                        <a:buNone/>
                        <a:tabLst/>
                      </a:pPr>
                      <a:endParaRPr kumimoji="0" lang="en-US" sz="2800" b="0" i="0" u="none" strike="noStrike" cap="none" normalizeH="0" baseline="0" dirty="0">
                        <a:ln>
                          <a:noFill/>
                        </a:ln>
                        <a:solidFill>
                          <a:schemeClr val="tx1"/>
                        </a:solidFill>
                        <a:effectLst/>
                        <a:latin typeface="Calibri"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18160">
                <a:tc>
                  <a:txBody>
                    <a:bodyPr/>
                    <a:lstStyle/>
                    <a:p>
                      <a:pPr marL="0" marR="0" lvl="0" indent="0" algn="l" defTabSz="762000" rtl="0" eaLnBrk="0" fontAlgn="base" latinLnBrk="0" hangingPunct="0">
                        <a:lnSpc>
                          <a:spcPct val="100000"/>
                        </a:lnSpc>
                        <a:spcBef>
                          <a:spcPct val="20000"/>
                        </a:spcBef>
                        <a:spcAft>
                          <a:spcPct val="0"/>
                        </a:spcAft>
                        <a:buClrTx/>
                        <a:buSzTx/>
                        <a:buFont typeface="Arial" charset="0"/>
                        <a:buNone/>
                        <a:tabLst/>
                      </a:pPr>
                      <a:endParaRPr kumimoji="0" lang="en-US" sz="2800" b="0" i="0" u="none" strike="noStrike" cap="none" normalizeH="0" baseline="0">
                        <a:ln>
                          <a:noFill/>
                        </a:ln>
                        <a:solidFill>
                          <a:schemeClr val="tx1"/>
                        </a:solidFill>
                        <a:effectLst/>
                        <a:latin typeface="Calibri"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762000" rtl="0" eaLnBrk="0" fontAlgn="base" latinLnBrk="0" hangingPunct="0">
                        <a:lnSpc>
                          <a:spcPct val="100000"/>
                        </a:lnSpc>
                        <a:spcBef>
                          <a:spcPct val="20000"/>
                        </a:spcBef>
                        <a:spcAft>
                          <a:spcPct val="0"/>
                        </a:spcAft>
                        <a:buClrTx/>
                        <a:buSzTx/>
                        <a:buFont typeface="Arial" charset="0"/>
                        <a:buNone/>
                        <a:tabLst/>
                      </a:pPr>
                      <a:endParaRPr kumimoji="0" lang="en-US" sz="2800" b="0" i="0" u="none" strike="noStrike" cap="none" normalizeH="0" baseline="0" dirty="0">
                        <a:ln>
                          <a:noFill/>
                        </a:ln>
                        <a:solidFill>
                          <a:schemeClr val="tx1"/>
                        </a:solidFill>
                        <a:effectLst/>
                        <a:latin typeface="Calibri"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graphicFrame>
        <p:nvGraphicFramePr>
          <p:cNvPr id="87095" name="Group 55"/>
          <p:cNvGraphicFramePr>
            <a:graphicFrameLocks noGrp="1"/>
          </p:cNvGraphicFramePr>
          <p:nvPr>
            <p:extLst>
              <p:ext uri="{D42A27DB-BD31-4B8C-83A1-F6EECF244321}">
                <p14:modId xmlns:p14="http://schemas.microsoft.com/office/powerpoint/2010/main" val="338063372"/>
              </p:ext>
            </p:extLst>
          </p:nvPr>
        </p:nvGraphicFramePr>
        <p:xfrm>
          <a:off x="7104974" y="1651000"/>
          <a:ext cx="914412" cy="4145280"/>
        </p:xfrm>
        <a:graphic>
          <a:graphicData uri="http://schemas.openxmlformats.org/drawingml/2006/table">
            <a:tbl>
              <a:tblPr/>
              <a:tblGrid>
                <a:gridCol w="914412">
                  <a:extLst>
                    <a:ext uri="{9D8B030D-6E8A-4147-A177-3AD203B41FA5}">
                      <a16:colId xmlns:a16="http://schemas.microsoft.com/office/drawing/2014/main" val="20000"/>
                    </a:ext>
                  </a:extLst>
                </a:gridCol>
              </a:tblGrid>
              <a:tr h="518160">
                <a:tc>
                  <a:txBody>
                    <a:bodyPr/>
                    <a:lstStyle/>
                    <a:p>
                      <a:pPr marL="0" marR="0" lvl="0" indent="0" algn="l" defTabSz="762000" rtl="0" eaLnBrk="0" fontAlgn="base" latinLnBrk="0" hangingPunct="0">
                        <a:lnSpc>
                          <a:spcPct val="100000"/>
                        </a:lnSpc>
                        <a:spcBef>
                          <a:spcPct val="20000"/>
                        </a:spcBef>
                        <a:spcAft>
                          <a:spcPct val="0"/>
                        </a:spcAft>
                        <a:buClrTx/>
                        <a:buSzTx/>
                        <a:buFont typeface="Arial" charset="0"/>
                        <a:buNone/>
                        <a:tabLst/>
                      </a:pPr>
                      <a:endParaRPr kumimoji="0" lang="en-US" sz="2800" b="0" i="0" u="none" strike="noStrike" cap="none" normalizeH="0" baseline="0" dirty="0">
                        <a:ln>
                          <a:noFill/>
                        </a:ln>
                        <a:solidFill>
                          <a:schemeClr val="tx1"/>
                        </a:solidFill>
                        <a:effectLst/>
                        <a:latin typeface="Calibri" pitchFamily="34"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18160">
                <a:tc>
                  <a:txBody>
                    <a:bodyPr/>
                    <a:lstStyle/>
                    <a:p>
                      <a:pPr marL="0" marR="0" lvl="0" indent="0" algn="l" defTabSz="762000" rtl="0" eaLnBrk="0" fontAlgn="base" latinLnBrk="0" hangingPunct="0">
                        <a:lnSpc>
                          <a:spcPct val="100000"/>
                        </a:lnSpc>
                        <a:spcBef>
                          <a:spcPct val="20000"/>
                        </a:spcBef>
                        <a:spcAft>
                          <a:spcPct val="0"/>
                        </a:spcAft>
                        <a:buClrTx/>
                        <a:buSzTx/>
                        <a:buFont typeface="Arial" charset="0"/>
                        <a:buNone/>
                        <a:tabLst/>
                      </a:pPr>
                      <a:endParaRPr kumimoji="0" lang="en-US" sz="2800" b="0" i="0" u="none" strike="noStrike" cap="none" normalizeH="0" baseline="0" dirty="0">
                        <a:ln>
                          <a:noFill/>
                        </a:ln>
                        <a:solidFill>
                          <a:schemeClr val="tx1"/>
                        </a:solidFill>
                        <a:effectLst/>
                        <a:latin typeface="Calibri" pitchFamily="34"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8160">
                <a:tc>
                  <a:txBody>
                    <a:bodyPr/>
                    <a:lstStyle/>
                    <a:p>
                      <a:pPr marL="0" marR="0" lvl="0" indent="0" algn="l" defTabSz="762000" rtl="0" eaLnBrk="0" fontAlgn="base" latinLnBrk="0" hangingPunct="0">
                        <a:lnSpc>
                          <a:spcPct val="100000"/>
                        </a:lnSpc>
                        <a:spcBef>
                          <a:spcPct val="20000"/>
                        </a:spcBef>
                        <a:spcAft>
                          <a:spcPct val="0"/>
                        </a:spcAft>
                        <a:buClrTx/>
                        <a:buSzTx/>
                        <a:buFont typeface="Arial" charset="0"/>
                        <a:buNone/>
                        <a:tabLst/>
                      </a:pPr>
                      <a:endParaRPr kumimoji="0" lang="en-US" sz="2800" b="0" i="0" u="none" strike="noStrike" cap="none" normalizeH="0" baseline="0" dirty="0">
                        <a:ln>
                          <a:noFill/>
                        </a:ln>
                        <a:solidFill>
                          <a:schemeClr val="tx1"/>
                        </a:solidFill>
                        <a:effectLst/>
                        <a:latin typeface="Calibri" pitchFamily="34"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18160">
                <a:tc>
                  <a:txBody>
                    <a:bodyPr/>
                    <a:lstStyle/>
                    <a:p>
                      <a:pPr marL="0" marR="0" lvl="0" indent="0" algn="l" defTabSz="762000" rtl="0" eaLnBrk="0" fontAlgn="base" latinLnBrk="0" hangingPunct="0">
                        <a:lnSpc>
                          <a:spcPct val="100000"/>
                        </a:lnSpc>
                        <a:spcBef>
                          <a:spcPct val="20000"/>
                        </a:spcBef>
                        <a:spcAft>
                          <a:spcPct val="0"/>
                        </a:spcAft>
                        <a:buClrTx/>
                        <a:buSzTx/>
                        <a:buFont typeface="Arial" charset="0"/>
                        <a:buNone/>
                        <a:tabLst/>
                      </a:pPr>
                      <a:endParaRPr kumimoji="0" lang="en-US" sz="2800" b="0" i="0" u="none" strike="noStrike" cap="none" normalizeH="0" baseline="0" dirty="0">
                        <a:ln>
                          <a:noFill/>
                        </a:ln>
                        <a:solidFill>
                          <a:schemeClr val="tx1"/>
                        </a:solidFill>
                        <a:effectLst/>
                        <a:latin typeface="Calibri" pitchFamily="34"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18160">
                <a:tc>
                  <a:txBody>
                    <a:bodyPr/>
                    <a:lstStyle/>
                    <a:p>
                      <a:pPr marL="0" marR="0" lvl="0" indent="0" algn="l" defTabSz="762000" rtl="0" eaLnBrk="0" fontAlgn="base" latinLnBrk="0" hangingPunct="0">
                        <a:lnSpc>
                          <a:spcPct val="100000"/>
                        </a:lnSpc>
                        <a:spcBef>
                          <a:spcPct val="20000"/>
                        </a:spcBef>
                        <a:spcAft>
                          <a:spcPct val="0"/>
                        </a:spcAft>
                        <a:buClrTx/>
                        <a:buSzTx/>
                        <a:buFont typeface="Arial" charset="0"/>
                        <a:buNone/>
                        <a:tabLst/>
                      </a:pPr>
                      <a:endParaRPr kumimoji="0" lang="en-US" sz="2800" b="0" i="0" u="none" strike="noStrike" cap="none" normalizeH="0" baseline="0" dirty="0">
                        <a:ln>
                          <a:noFill/>
                        </a:ln>
                        <a:solidFill>
                          <a:schemeClr val="tx1"/>
                        </a:solidFill>
                        <a:effectLst/>
                        <a:latin typeface="Calibri" pitchFamily="34"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18160">
                <a:tc>
                  <a:txBody>
                    <a:bodyPr/>
                    <a:lstStyle/>
                    <a:p>
                      <a:pPr marL="0" marR="0" lvl="0" indent="0" algn="l" defTabSz="762000" rtl="0" eaLnBrk="0" fontAlgn="base" latinLnBrk="0" hangingPunct="0">
                        <a:lnSpc>
                          <a:spcPct val="100000"/>
                        </a:lnSpc>
                        <a:spcBef>
                          <a:spcPct val="20000"/>
                        </a:spcBef>
                        <a:spcAft>
                          <a:spcPct val="0"/>
                        </a:spcAft>
                        <a:buClrTx/>
                        <a:buSzTx/>
                        <a:buFont typeface="Arial" charset="0"/>
                        <a:buNone/>
                        <a:tabLst/>
                      </a:pPr>
                      <a:endParaRPr kumimoji="0" lang="en-US" sz="2800" b="0" i="0" u="none" strike="noStrike" cap="none" normalizeH="0" baseline="0" dirty="0">
                        <a:ln>
                          <a:noFill/>
                        </a:ln>
                        <a:solidFill>
                          <a:schemeClr val="tx1"/>
                        </a:solidFill>
                        <a:effectLst/>
                        <a:latin typeface="Calibri" pitchFamily="34"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18160">
                <a:tc>
                  <a:txBody>
                    <a:bodyPr/>
                    <a:lstStyle/>
                    <a:p>
                      <a:pPr marL="0" marR="0" lvl="0" indent="0" algn="l" defTabSz="762000" rtl="0" eaLnBrk="0" fontAlgn="base" latinLnBrk="0" hangingPunct="0">
                        <a:lnSpc>
                          <a:spcPct val="100000"/>
                        </a:lnSpc>
                        <a:spcBef>
                          <a:spcPct val="20000"/>
                        </a:spcBef>
                        <a:spcAft>
                          <a:spcPct val="0"/>
                        </a:spcAft>
                        <a:buClrTx/>
                        <a:buSzTx/>
                        <a:buFont typeface="Arial" charset="0"/>
                        <a:buNone/>
                        <a:tabLst/>
                      </a:pPr>
                      <a:endParaRPr kumimoji="0" lang="en-US" sz="2800" b="0" i="0" u="none" strike="noStrike" cap="none" normalizeH="0" baseline="0" dirty="0">
                        <a:ln>
                          <a:noFill/>
                        </a:ln>
                        <a:solidFill>
                          <a:schemeClr val="tx1"/>
                        </a:solidFill>
                        <a:effectLst/>
                        <a:latin typeface="Calibri" pitchFamily="34"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18160">
                <a:tc>
                  <a:txBody>
                    <a:bodyPr/>
                    <a:lstStyle/>
                    <a:p>
                      <a:pPr marL="0" marR="0" lvl="0" indent="0" algn="l" defTabSz="762000" rtl="0" eaLnBrk="0" fontAlgn="base" latinLnBrk="0" hangingPunct="0">
                        <a:lnSpc>
                          <a:spcPct val="100000"/>
                        </a:lnSpc>
                        <a:spcBef>
                          <a:spcPct val="20000"/>
                        </a:spcBef>
                        <a:spcAft>
                          <a:spcPct val="0"/>
                        </a:spcAft>
                        <a:buClrTx/>
                        <a:buSzTx/>
                        <a:buFont typeface="Arial" charset="0"/>
                        <a:buNone/>
                        <a:tabLst/>
                      </a:pPr>
                      <a:endParaRPr kumimoji="0" lang="en-US" sz="2800" b="0" i="0" u="none" strike="noStrike" cap="none" normalizeH="0" baseline="0" dirty="0">
                        <a:ln>
                          <a:noFill/>
                        </a:ln>
                        <a:solidFill>
                          <a:schemeClr val="tx1"/>
                        </a:solidFill>
                        <a:effectLst/>
                        <a:latin typeface="Calibri" pitchFamily="34"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grpSp>
        <p:nvGrpSpPr>
          <p:cNvPr id="2" name="Group 1">
            <a:extLst>
              <a:ext uri="{FF2B5EF4-FFF2-40B4-BE49-F238E27FC236}">
                <a16:creationId xmlns:a16="http://schemas.microsoft.com/office/drawing/2014/main" id="{86A4665B-327D-E627-C197-856E85417400}"/>
              </a:ext>
            </a:extLst>
          </p:cNvPr>
          <p:cNvGrpSpPr/>
          <p:nvPr/>
        </p:nvGrpSpPr>
        <p:grpSpPr>
          <a:xfrm>
            <a:off x="6521084" y="1210983"/>
            <a:ext cx="1639685" cy="4576790"/>
            <a:chOff x="6289864" y="1210983"/>
            <a:chExt cx="1639685" cy="4576790"/>
          </a:xfrm>
        </p:grpSpPr>
        <p:sp>
          <p:nvSpPr>
            <p:cNvPr id="45109" name="Text Box 54"/>
            <p:cNvSpPr txBox="1">
              <a:spLocks noChangeArrowheads="1"/>
            </p:cNvSpPr>
            <p:nvPr/>
          </p:nvSpPr>
          <p:spPr bwMode="auto">
            <a:xfrm>
              <a:off x="6768654" y="1210983"/>
              <a:ext cx="1160895" cy="331181"/>
            </a:xfrm>
            <a:prstGeom prst="rect">
              <a:avLst/>
            </a:prstGeom>
            <a:noFill/>
            <a:ln w="25400">
              <a:noFill/>
              <a:miter lim="800000"/>
              <a:headEnd/>
              <a:tailEnd/>
            </a:ln>
          </p:spPr>
          <p:txBody>
            <a:bodyPr wrap="none">
              <a:spAutoFit/>
            </a:bodyPr>
            <a:lstStyle/>
            <a:p>
              <a:pPr eaLnBrk="0" hangingPunct="0">
                <a:lnSpc>
                  <a:spcPct val="97000"/>
                </a:lnSpc>
              </a:pPr>
              <a:r>
                <a:rPr kumimoji="1" lang="en-US" sz="1600" b="1" dirty="0">
                  <a:latin typeface="Comic Sans MS" pitchFamily="66" charset="0"/>
                  <a:ea typeface="굴림" charset="-127"/>
                </a:rPr>
                <a:t>Frame No</a:t>
              </a:r>
            </a:p>
          </p:txBody>
        </p:sp>
        <p:sp>
          <p:nvSpPr>
            <p:cNvPr id="10" name="Text Box 53"/>
            <p:cNvSpPr txBox="1">
              <a:spLocks noChangeArrowheads="1"/>
            </p:cNvSpPr>
            <p:nvPr/>
          </p:nvSpPr>
          <p:spPr bwMode="auto">
            <a:xfrm>
              <a:off x="6289864" y="1580403"/>
              <a:ext cx="565150" cy="4207370"/>
            </a:xfrm>
            <a:prstGeom prst="rect">
              <a:avLst/>
            </a:prstGeom>
            <a:noFill/>
            <a:ln w="25400">
              <a:noFill/>
              <a:miter lim="800000"/>
              <a:headEnd/>
              <a:tailEnd/>
            </a:ln>
          </p:spPr>
          <p:txBody>
            <a:bodyPr wrap="square">
              <a:spAutoFit/>
            </a:bodyPr>
            <a:lstStyle/>
            <a:p>
              <a:pPr>
                <a:lnSpc>
                  <a:spcPct val="168000"/>
                </a:lnSpc>
              </a:pPr>
              <a:r>
                <a:rPr lang="en-US" sz="2000" b="0" dirty="0">
                  <a:latin typeface="Times New Roman" pitchFamily="18" charset="0"/>
                </a:rPr>
                <a:t>000</a:t>
              </a:r>
            </a:p>
            <a:p>
              <a:pPr>
                <a:lnSpc>
                  <a:spcPct val="168000"/>
                </a:lnSpc>
              </a:pPr>
              <a:r>
                <a:rPr lang="en-US" sz="2000" b="0" dirty="0">
                  <a:latin typeface="Times New Roman" pitchFamily="18" charset="0"/>
                </a:rPr>
                <a:t>001</a:t>
              </a:r>
            </a:p>
            <a:p>
              <a:pPr>
                <a:lnSpc>
                  <a:spcPct val="168000"/>
                </a:lnSpc>
              </a:pPr>
              <a:r>
                <a:rPr lang="en-US" sz="2000" b="0" dirty="0">
                  <a:latin typeface="Times New Roman" pitchFamily="18" charset="0"/>
                </a:rPr>
                <a:t>010</a:t>
              </a:r>
            </a:p>
            <a:p>
              <a:pPr>
                <a:lnSpc>
                  <a:spcPct val="168000"/>
                </a:lnSpc>
              </a:pPr>
              <a:r>
                <a:rPr lang="en-US" sz="2000" b="0" dirty="0">
                  <a:latin typeface="Times New Roman" pitchFamily="18" charset="0"/>
                </a:rPr>
                <a:t>011</a:t>
              </a:r>
            </a:p>
            <a:p>
              <a:pPr>
                <a:lnSpc>
                  <a:spcPct val="168000"/>
                </a:lnSpc>
              </a:pPr>
              <a:r>
                <a:rPr lang="en-US" sz="2000" b="0" dirty="0">
                  <a:latin typeface="Times New Roman" pitchFamily="18" charset="0"/>
                </a:rPr>
                <a:t>100</a:t>
              </a:r>
            </a:p>
            <a:p>
              <a:pPr>
                <a:lnSpc>
                  <a:spcPct val="168000"/>
                </a:lnSpc>
              </a:pPr>
              <a:r>
                <a:rPr lang="en-US" sz="2000" dirty="0">
                  <a:latin typeface="Times New Roman" pitchFamily="18" charset="0"/>
                </a:rPr>
                <a:t>101</a:t>
              </a:r>
            </a:p>
            <a:p>
              <a:pPr>
                <a:lnSpc>
                  <a:spcPct val="168000"/>
                </a:lnSpc>
              </a:pPr>
              <a:r>
                <a:rPr lang="en-US" sz="2000" b="0" dirty="0">
                  <a:latin typeface="Times New Roman" pitchFamily="18" charset="0"/>
                </a:rPr>
                <a:t>110</a:t>
              </a:r>
            </a:p>
            <a:p>
              <a:pPr>
                <a:lnSpc>
                  <a:spcPct val="168000"/>
                </a:lnSpc>
              </a:pPr>
              <a:r>
                <a:rPr lang="en-US" sz="2000" b="0" dirty="0">
                  <a:latin typeface="Times New Roman" pitchFamily="18" charset="0"/>
                </a:rPr>
                <a:t>111</a:t>
              </a:r>
            </a:p>
          </p:txBody>
        </p:sp>
      </p:grpSp>
      <p:sp>
        <p:nvSpPr>
          <p:cNvPr id="3" name="Rectangle 2">
            <a:extLst>
              <a:ext uri="{FF2B5EF4-FFF2-40B4-BE49-F238E27FC236}">
                <a16:creationId xmlns:a16="http://schemas.microsoft.com/office/drawing/2014/main" id="{7C2A989A-0873-DAD0-560F-6DEB7CB83975}"/>
              </a:ext>
            </a:extLst>
          </p:cNvPr>
          <p:cNvSpPr txBox="1">
            <a:spLocks/>
          </p:cNvSpPr>
          <p:nvPr/>
        </p:nvSpPr>
        <p:spPr bwMode="auto">
          <a:xfrm>
            <a:off x="904240" y="40640"/>
            <a:ext cx="7782560" cy="721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noAutofit/>
          </a:bodyPr>
          <a:lstStyle>
            <a:lvl1pPr algn="ctr" rtl="0" eaLnBrk="0" fontAlgn="base" hangingPunct="0">
              <a:spcBef>
                <a:spcPct val="0"/>
              </a:spcBef>
              <a:spcAft>
                <a:spcPct val="0"/>
              </a:spcAft>
              <a:defRPr sz="3200" b="1">
                <a:solidFill>
                  <a:srgbClr val="006699"/>
                </a:solidFill>
                <a:latin typeface="+mj-lt"/>
                <a:ea typeface="MS PGothic" pitchFamily="34" charset="-128"/>
                <a:cs typeface="ＭＳ Ｐゴシック" charset="-128"/>
              </a:defRPr>
            </a:lvl1pPr>
            <a:lvl2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2pPr>
            <a:lvl3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3pPr>
            <a:lvl4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4pPr>
            <a:lvl5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5pPr>
            <a:lvl6pPr marL="457200" algn="ctr" rtl="0" fontAlgn="base">
              <a:spcBef>
                <a:spcPct val="0"/>
              </a:spcBef>
              <a:spcAft>
                <a:spcPct val="0"/>
              </a:spcAft>
              <a:defRPr sz="3200" b="1">
                <a:solidFill>
                  <a:srgbClr val="006699"/>
                </a:solidFill>
                <a:latin typeface="Arial" charset="0"/>
              </a:defRPr>
            </a:lvl6pPr>
            <a:lvl7pPr marL="914400" algn="ctr" rtl="0" fontAlgn="base">
              <a:spcBef>
                <a:spcPct val="0"/>
              </a:spcBef>
              <a:spcAft>
                <a:spcPct val="0"/>
              </a:spcAft>
              <a:defRPr sz="3200" b="1">
                <a:solidFill>
                  <a:srgbClr val="006699"/>
                </a:solidFill>
                <a:latin typeface="Arial" charset="0"/>
              </a:defRPr>
            </a:lvl7pPr>
            <a:lvl8pPr marL="1371600" algn="ctr" rtl="0" fontAlgn="base">
              <a:spcBef>
                <a:spcPct val="0"/>
              </a:spcBef>
              <a:spcAft>
                <a:spcPct val="0"/>
              </a:spcAft>
              <a:defRPr sz="3200" b="1">
                <a:solidFill>
                  <a:srgbClr val="006699"/>
                </a:solidFill>
                <a:latin typeface="Arial" charset="0"/>
              </a:defRPr>
            </a:lvl8pPr>
            <a:lvl9pPr marL="1828800" algn="ctr" rtl="0" fontAlgn="base">
              <a:spcBef>
                <a:spcPct val="0"/>
              </a:spcBef>
              <a:spcAft>
                <a:spcPct val="0"/>
              </a:spcAft>
              <a:defRPr sz="3200" b="1">
                <a:solidFill>
                  <a:srgbClr val="006699"/>
                </a:solidFill>
                <a:latin typeface="Arial" charset="0"/>
              </a:defRPr>
            </a:lvl9pPr>
          </a:lstStyle>
          <a:p>
            <a:r>
              <a:rPr lang="en-US" kern="0" dirty="0"/>
              <a:t>Page Tables</a:t>
            </a:r>
          </a:p>
        </p:txBody>
      </p:sp>
      <p:sp>
        <p:nvSpPr>
          <p:cNvPr id="4" name="Slide Number Placeholder 3">
            <a:extLst>
              <a:ext uri="{FF2B5EF4-FFF2-40B4-BE49-F238E27FC236}">
                <a16:creationId xmlns:a16="http://schemas.microsoft.com/office/drawing/2014/main" id="{FA6BD525-0D68-95F3-880B-6967CF400F87}"/>
              </a:ext>
            </a:extLst>
          </p:cNvPr>
          <p:cNvSpPr txBox="1">
            <a:spLocks/>
          </p:cNvSpPr>
          <p:nvPr/>
        </p:nvSpPr>
        <p:spPr bwMode="auto">
          <a:xfrm>
            <a:off x="8588829" y="6389912"/>
            <a:ext cx="413657" cy="3751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E2418860-B345-4524-9314-FE51DF6E4AD1}" type="slidenum">
              <a:rPr lang="en-US" altLang="en-PK" sz="1400" smtClean="0">
                <a:solidFill>
                  <a:schemeClr val="tx1"/>
                </a:solidFill>
              </a:rPr>
              <a:pPr/>
              <a:t>34</a:t>
            </a:fld>
            <a:endParaRPr lang="en-US" altLang="en-US" sz="1400" dirty="0">
              <a:solidFill>
                <a:schemeClr val="tx1"/>
              </a:solidFill>
              <a:latin typeface="Tahoma" panose="020B0604030504040204" pitchFamily="34" charset="0"/>
              <a:ea typeface="MS PGothic" panose="020B0600070205080204" pitchFamily="34" charset="-128"/>
            </a:endParaRP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1026">
            <a:extLst>
              <a:ext uri="{FF2B5EF4-FFF2-40B4-BE49-F238E27FC236}">
                <a16:creationId xmlns:a16="http://schemas.microsoft.com/office/drawing/2014/main" id="{B66A25BF-0CF2-A602-2A3F-D38ECFA3AB55}"/>
              </a:ext>
            </a:extLst>
          </p:cNvPr>
          <p:cNvSpPr>
            <a:spLocks noGrp="1" noChangeArrowheads="1"/>
          </p:cNvSpPr>
          <p:nvPr>
            <p:ph type="title"/>
          </p:nvPr>
        </p:nvSpPr>
        <p:spPr>
          <a:xfrm>
            <a:off x="946150" y="46038"/>
            <a:ext cx="8229600" cy="644525"/>
          </a:xfrm>
        </p:spPr>
        <p:txBody>
          <a:bodyPr/>
          <a:lstStyle/>
          <a:p>
            <a:pPr eaLnBrk="1" hangingPunct="1"/>
            <a:r>
              <a:rPr lang="en-US" dirty="0"/>
              <a:t>Use of Page Tables</a:t>
            </a:r>
            <a:endParaRPr lang="en-US" altLang="en-US" dirty="0"/>
          </a:p>
        </p:txBody>
      </p:sp>
      <p:pic>
        <p:nvPicPr>
          <p:cNvPr id="38915" name="Picture 1030">
            <a:extLst>
              <a:ext uri="{FF2B5EF4-FFF2-40B4-BE49-F238E27FC236}">
                <a16:creationId xmlns:a16="http://schemas.microsoft.com/office/drawing/2014/main" id="{640462A5-D074-8AD6-1889-87C8B68863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80055" y="1071245"/>
            <a:ext cx="6644850" cy="54773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4">
            <a:extLst>
              <a:ext uri="{FF2B5EF4-FFF2-40B4-BE49-F238E27FC236}">
                <a16:creationId xmlns:a16="http://schemas.microsoft.com/office/drawing/2014/main" id="{0053CB97-D5D4-DFD9-2915-59D279408D8F}"/>
              </a:ext>
            </a:extLst>
          </p:cNvPr>
          <p:cNvSpPr txBox="1">
            <a:spLocks noChangeArrowheads="1"/>
          </p:cNvSpPr>
          <p:nvPr/>
        </p:nvSpPr>
        <p:spPr bwMode="auto">
          <a:xfrm>
            <a:off x="2628668" y="1379288"/>
            <a:ext cx="1341120" cy="646331"/>
          </a:xfrm>
          <a:prstGeom prst="rect">
            <a:avLst/>
          </a:prstGeom>
          <a:noFill/>
          <a:ln w="9525">
            <a:noFill/>
            <a:miter lim="800000"/>
            <a:headEnd/>
            <a:tailEnd/>
          </a:ln>
        </p:spPr>
        <p:txBody>
          <a:bodyPr wrap="square">
            <a:spAutoFit/>
          </a:bodyPr>
          <a:lstStyle/>
          <a:p>
            <a:pPr algn="ctr"/>
            <a:r>
              <a:rPr lang="en-US" dirty="0">
                <a:solidFill>
                  <a:srgbClr val="FF0000"/>
                </a:solidFill>
              </a:rPr>
              <a:t>Page # of a process</a:t>
            </a:r>
          </a:p>
        </p:txBody>
      </p:sp>
      <p:sp>
        <p:nvSpPr>
          <p:cNvPr id="3" name="TextBox 5">
            <a:extLst>
              <a:ext uri="{FF2B5EF4-FFF2-40B4-BE49-F238E27FC236}">
                <a16:creationId xmlns:a16="http://schemas.microsoft.com/office/drawing/2014/main" id="{7DE8227D-DAF6-FCDC-FEF5-2027657BBA75}"/>
              </a:ext>
            </a:extLst>
          </p:cNvPr>
          <p:cNvSpPr txBox="1">
            <a:spLocks noChangeArrowheads="1"/>
          </p:cNvSpPr>
          <p:nvPr/>
        </p:nvSpPr>
        <p:spPr bwMode="auto">
          <a:xfrm>
            <a:off x="3969788" y="4195241"/>
            <a:ext cx="2579681" cy="923330"/>
          </a:xfrm>
          <a:prstGeom prst="rect">
            <a:avLst/>
          </a:prstGeom>
          <a:noFill/>
          <a:ln w="9525">
            <a:noFill/>
            <a:miter lim="800000"/>
            <a:headEnd/>
            <a:tailEnd/>
          </a:ln>
        </p:spPr>
        <p:txBody>
          <a:bodyPr wrap="none">
            <a:spAutoFit/>
          </a:bodyPr>
          <a:lstStyle/>
          <a:p>
            <a:pPr algn="ctr"/>
            <a:r>
              <a:rPr lang="en-US" dirty="0">
                <a:solidFill>
                  <a:srgbClr val="FF0000"/>
                </a:solidFill>
              </a:rPr>
              <a:t>Frame # of physical </a:t>
            </a:r>
            <a:br>
              <a:rPr lang="en-US" dirty="0">
                <a:solidFill>
                  <a:srgbClr val="FF0000"/>
                </a:solidFill>
              </a:rPr>
            </a:br>
            <a:r>
              <a:rPr lang="en-US" dirty="0">
                <a:solidFill>
                  <a:srgbClr val="FF0000"/>
                </a:solidFill>
              </a:rPr>
              <a:t>memory where this</a:t>
            </a:r>
            <a:br>
              <a:rPr lang="en-US" dirty="0">
                <a:solidFill>
                  <a:srgbClr val="FF0000"/>
                </a:solidFill>
              </a:rPr>
            </a:br>
            <a:r>
              <a:rPr lang="en-US" dirty="0">
                <a:solidFill>
                  <a:srgbClr val="FF0000"/>
                </a:solidFill>
              </a:rPr>
              <a:t>page is loaded</a:t>
            </a:r>
          </a:p>
        </p:txBody>
      </p:sp>
      <p:cxnSp>
        <p:nvCxnSpPr>
          <p:cNvPr id="4" name="Curved Connector 7">
            <a:extLst>
              <a:ext uri="{FF2B5EF4-FFF2-40B4-BE49-F238E27FC236}">
                <a16:creationId xmlns:a16="http://schemas.microsoft.com/office/drawing/2014/main" id="{120FC6DB-2CE4-A691-55C9-2711380B41F7}"/>
              </a:ext>
            </a:extLst>
          </p:cNvPr>
          <p:cNvCxnSpPr>
            <a:cxnSpLocks noChangeShapeType="1"/>
          </p:cNvCxnSpPr>
          <p:nvPr/>
        </p:nvCxnSpPr>
        <p:spPr bwMode="auto">
          <a:xfrm>
            <a:off x="4886960" y="2550160"/>
            <a:ext cx="1717040" cy="1493520"/>
          </a:xfrm>
          <a:prstGeom prst="curvedConnector3">
            <a:avLst>
              <a:gd name="adj1" fmla="val 50000"/>
            </a:avLst>
          </a:prstGeom>
          <a:noFill/>
          <a:ln w="25400" algn="ctr">
            <a:solidFill>
              <a:srgbClr val="00B0F0"/>
            </a:solidFill>
            <a:round/>
            <a:headEnd/>
            <a:tailEnd type="arrow" w="med" len="med"/>
          </a:ln>
        </p:spPr>
      </p:cxnSp>
      <p:cxnSp>
        <p:nvCxnSpPr>
          <p:cNvPr id="5" name="Curved Connector 9">
            <a:extLst>
              <a:ext uri="{FF2B5EF4-FFF2-40B4-BE49-F238E27FC236}">
                <a16:creationId xmlns:a16="http://schemas.microsoft.com/office/drawing/2014/main" id="{CF01315B-3ACC-79D4-652B-AC638AD548C8}"/>
              </a:ext>
            </a:extLst>
          </p:cNvPr>
          <p:cNvCxnSpPr>
            <a:cxnSpLocks noChangeShapeType="1"/>
          </p:cNvCxnSpPr>
          <p:nvPr/>
        </p:nvCxnSpPr>
        <p:spPr bwMode="auto">
          <a:xfrm>
            <a:off x="2432856" y="2406301"/>
            <a:ext cx="1732744" cy="143859"/>
          </a:xfrm>
          <a:prstGeom prst="curvedConnector3">
            <a:avLst>
              <a:gd name="adj1" fmla="val 50000"/>
            </a:avLst>
          </a:prstGeom>
          <a:noFill/>
          <a:ln w="25400" algn="ctr">
            <a:solidFill>
              <a:srgbClr val="00B0F0"/>
            </a:solidFill>
            <a:round/>
            <a:headEnd/>
            <a:tailEnd type="arrow" w="med" len="med"/>
          </a:ln>
        </p:spPr>
      </p:cxnSp>
      <p:sp>
        <p:nvSpPr>
          <p:cNvPr id="6" name="Slide Number Placeholder 3">
            <a:extLst>
              <a:ext uri="{FF2B5EF4-FFF2-40B4-BE49-F238E27FC236}">
                <a16:creationId xmlns:a16="http://schemas.microsoft.com/office/drawing/2014/main" id="{16C7018F-EFF4-760F-B0E4-C34C0132ABD9}"/>
              </a:ext>
            </a:extLst>
          </p:cNvPr>
          <p:cNvSpPr txBox="1">
            <a:spLocks/>
          </p:cNvSpPr>
          <p:nvPr/>
        </p:nvSpPr>
        <p:spPr bwMode="auto">
          <a:xfrm>
            <a:off x="8588829" y="6389912"/>
            <a:ext cx="413657" cy="3751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E2418860-B345-4524-9314-FE51DF6E4AD1}" type="slidenum">
              <a:rPr lang="en-US" altLang="en-PK" sz="1400" smtClean="0">
                <a:solidFill>
                  <a:schemeClr val="tx1"/>
                </a:solidFill>
              </a:rPr>
              <a:pPr/>
              <a:t>35</a:t>
            </a:fld>
            <a:endParaRPr lang="en-US" altLang="en-US" sz="1400" dirty="0">
              <a:solidFill>
                <a:schemeClr val="tx1"/>
              </a:solidFill>
              <a:latin typeface="Tahoma" panose="020B0604030504040204" pitchFamily="34" charset="0"/>
              <a:ea typeface="MS PGothic" panose="020B0600070205080204" pitchFamily="34" charset="-128"/>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3"/>
          <p:cNvSpPr>
            <a:spLocks noGrp="1"/>
          </p:cNvSpPr>
          <p:nvPr>
            <p:ph type="body" idx="1"/>
          </p:nvPr>
        </p:nvSpPr>
        <p:spPr>
          <a:xfrm>
            <a:off x="415833" y="1076960"/>
            <a:ext cx="5251135" cy="4358638"/>
          </a:xfrm>
        </p:spPr>
        <p:txBody>
          <a:bodyPr>
            <a:noAutofit/>
          </a:bodyPr>
          <a:lstStyle/>
          <a:p>
            <a:pPr>
              <a:spcBef>
                <a:spcPts val="600"/>
              </a:spcBef>
              <a:buNone/>
            </a:pPr>
            <a:r>
              <a:rPr kumimoji="1" lang="en-US" sz="2200" b="1" dirty="0">
                <a:solidFill>
                  <a:srgbClr val="C00000"/>
                </a:solidFill>
              </a:rPr>
              <a:t>Logical Address</a:t>
            </a:r>
            <a:r>
              <a:rPr lang="en-US" sz="2200" b="1" dirty="0">
                <a:solidFill>
                  <a:srgbClr val="C00000"/>
                </a:solidFill>
              </a:rPr>
              <a:t>:  </a:t>
            </a:r>
            <a:r>
              <a:rPr kumimoji="1" lang="en-US" sz="2200" b="1" dirty="0">
                <a:solidFill>
                  <a:srgbClr val="C00000"/>
                </a:solidFill>
              </a:rPr>
              <a:t> </a:t>
            </a:r>
            <a:r>
              <a:rPr kumimoji="1" lang="en-US" sz="2200" b="1" dirty="0">
                <a:solidFill>
                  <a:srgbClr val="0000CC"/>
                </a:solidFill>
              </a:rPr>
              <a:t>format (p, d)</a:t>
            </a:r>
          </a:p>
          <a:p>
            <a:pPr>
              <a:spcBef>
                <a:spcPts val="1200"/>
              </a:spcBef>
            </a:pPr>
            <a:r>
              <a:rPr kumimoji="1" lang="en-US" sz="2200" dirty="0"/>
              <a:t>Address generated by CPU </a:t>
            </a:r>
            <a:r>
              <a:rPr lang="en-US" sz="2200" dirty="0"/>
              <a:t>has two parts</a:t>
            </a:r>
            <a:r>
              <a:rPr kumimoji="1" lang="en-US" sz="2200" dirty="0"/>
              <a:t>:</a:t>
            </a:r>
          </a:p>
          <a:p>
            <a:pPr marL="344488" lvl="1" indent="0">
              <a:spcBef>
                <a:spcPts val="1200"/>
              </a:spcBef>
              <a:buNone/>
            </a:pPr>
            <a:r>
              <a:rPr kumimoji="1" lang="en-US" sz="2100" b="1" dirty="0">
                <a:solidFill>
                  <a:srgbClr val="FF0000"/>
                </a:solidFill>
              </a:rPr>
              <a:t>Page number (p) </a:t>
            </a:r>
            <a:r>
              <a:rPr kumimoji="1" lang="en-US" sz="2100" dirty="0"/>
              <a:t>  </a:t>
            </a:r>
            <a:endParaRPr lang="en-US" sz="2100" dirty="0"/>
          </a:p>
          <a:p>
            <a:pPr marL="630238" lvl="1">
              <a:spcBef>
                <a:spcPts val="600"/>
              </a:spcBef>
            </a:pPr>
            <a:r>
              <a:rPr kumimoji="1" lang="en-US" sz="2000" dirty="0"/>
              <a:t>used as index into page table</a:t>
            </a:r>
            <a:endParaRPr lang="en-US" sz="2000" dirty="0"/>
          </a:p>
          <a:p>
            <a:pPr marL="630238" lvl="1">
              <a:spcBef>
                <a:spcPts val="600"/>
              </a:spcBef>
            </a:pPr>
            <a:r>
              <a:rPr lang="en-US" sz="2000" dirty="0"/>
              <a:t>is</a:t>
            </a:r>
            <a:r>
              <a:rPr kumimoji="1" lang="en-US" sz="2000" dirty="0"/>
              <a:t> the row number in table, which</a:t>
            </a:r>
            <a:br>
              <a:rPr kumimoji="1" lang="en-US" sz="2000" dirty="0"/>
            </a:br>
            <a:r>
              <a:rPr lang="en-US" sz="2000" dirty="0"/>
              <a:t>contain</a:t>
            </a:r>
            <a:r>
              <a:rPr kumimoji="1" lang="en-US" sz="2000" dirty="0"/>
              <a:t>s base address of its </a:t>
            </a:r>
            <a:r>
              <a:rPr lang="en-US" sz="2000" dirty="0"/>
              <a:t>frame</a:t>
            </a:r>
            <a:endParaRPr kumimoji="1" lang="en-US" sz="2000" dirty="0"/>
          </a:p>
          <a:p>
            <a:pPr marL="344488" lvl="1" indent="0">
              <a:spcBef>
                <a:spcPts val="1200"/>
              </a:spcBef>
              <a:buNone/>
            </a:pPr>
            <a:r>
              <a:rPr lang="en-US" sz="2100" b="1" dirty="0">
                <a:solidFill>
                  <a:srgbClr val="FF0000"/>
                </a:solidFill>
              </a:rPr>
              <a:t>Page offset (d)   </a:t>
            </a:r>
          </a:p>
          <a:p>
            <a:pPr marL="630238" lvl="1">
              <a:spcBef>
                <a:spcPts val="600"/>
              </a:spcBef>
            </a:pPr>
            <a:r>
              <a:rPr kumimoji="1" lang="en-US" sz="2000" dirty="0"/>
              <a:t>displacement within the page </a:t>
            </a:r>
          </a:p>
          <a:p>
            <a:pPr marL="630238" lvl="1">
              <a:spcBef>
                <a:spcPts val="600"/>
              </a:spcBef>
            </a:pPr>
            <a:r>
              <a:rPr kumimoji="1" lang="en-US" sz="2000" dirty="0"/>
              <a:t>combined with base address of frame</a:t>
            </a:r>
            <a:r>
              <a:rPr lang="en-US" sz="2000" dirty="0"/>
              <a:t> </a:t>
            </a:r>
            <a:r>
              <a:rPr kumimoji="1" lang="en-US" sz="2000" dirty="0"/>
              <a:t>defines physical memory </a:t>
            </a:r>
            <a:r>
              <a:rPr lang="en-US" sz="2000" dirty="0"/>
              <a:t>address</a:t>
            </a:r>
            <a:br>
              <a:rPr kumimoji="1" lang="en-US" sz="2000" dirty="0"/>
            </a:br>
            <a:r>
              <a:rPr kumimoji="1" lang="en-US" sz="2000" dirty="0"/>
              <a:t>that is to be accessed</a:t>
            </a:r>
          </a:p>
        </p:txBody>
      </p:sp>
      <p:sp>
        <p:nvSpPr>
          <p:cNvPr id="2" name="Rectangle 2">
            <a:extLst>
              <a:ext uri="{FF2B5EF4-FFF2-40B4-BE49-F238E27FC236}">
                <a16:creationId xmlns:a16="http://schemas.microsoft.com/office/drawing/2014/main" id="{A04E3B3D-0396-F6B3-EF9C-6DE25B9E2E32}"/>
              </a:ext>
            </a:extLst>
          </p:cNvPr>
          <p:cNvSpPr txBox="1">
            <a:spLocks/>
          </p:cNvSpPr>
          <p:nvPr/>
        </p:nvSpPr>
        <p:spPr bwMode="auto">
          <a:xfrm>
            <a:off x="894080" y="40640"/>
            <a:ext cx="8249920" cy="721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noAutofit/>
          </a:bodyPr>
          <a:lstStyle>
            <a:lvl1pPr algn="ctr" rtl="0" eaLnBrk="0" fontAlgn="base" hangingPunct="0">
              <a:spcBef>
                <a:spcPct val="0"/>
              </a:spcBef>
              <a:spcAft>
                <a:spcPct val="0"/>
              </a:spcAft>
              <a:defRPr sz="3200" b="1">
                <a:solidFill>
                  <a:srgbClr val="006699"/>
                </a:solidFill>
                <a:latin typeface="+mj-lt"/>
                <a:ea typeface="MS PGothic" pitchFamily="34" charset="-128"/>
                <a:cs typeface="ＭＳ Ｐゴシック" charset="-128"/>
              </a:defRPr>
            </a:lvl1pPr>
            <a:lvl2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2pPr>
            <a:lvl3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3pPr>
            <a:lvl4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4pPr>
            <a:lvl5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5pPr>
            <a:lvl6pPr marL="457200" algn="ctr" rtl="0" fontAlgn="base">
              <a:spcBef>
                <a:spcPct val="0"/>
              </a:spcBef>
              <a:spcAft>
                <a:spcPct val="0"/>
              </a:spcAft>
              <a:defRPr sz="3200" b="1">
                <a:solidFill>
                  <a:srgbClr val="006699"/>
                </a:solidFill>
                <a:latin typeface="Arial" charset="0"/>
              </a:defRPr>
            </a:lvl6pPr>
            <a:lvl7pPr marL="914400" algn="ctr" rtl="0" fontAlgn="base">
              <a:spcBef>
                <a:spcPct val="0"/>
              </a:spcBef>
              <a:spcAft>
                <a:spcPct val="0"/>
              </a:spcAft>
              <a:defRPr sz="3200" b="1">
                <a:solidFill>
                  <a:srgbClr val="006699"/>
                </a:solidFill>
                <a:latin typeface="Arial" charset="0"/>
              </a:defRPr>
            </a:lvl7pPr>
            <a:lvl8pPr marL="1371600" algn="ctr" rtl="0" fontAlgn="base">
              <a:spcBef>
                <a:spcPct val="0"/>
              </a:spcBef>
              <a:spcAft>
                <a:spcPct val="0"/>
              </a:spcAft>
              <a:defRPr sz="3200" b="1">
                <a:solidFill>
                  <a:srgbClr val="006699"/>
                </a:solidFill>
                <a:latin typeface="Arial" charset="0"/>
              </a:defRPr>
            </a:lvl8pPr>
            <a:lvl9pPr marL="1828800" algn="ctr" rtl="0" fontAlgn="base">
              <a:spcBef>
                <a:spcPct val="0"/>
              </a:spcBef>
              <a:spcAft>
                <a:spcPct val="0"/>
              </a:spcAft>
              <a:defRPr sz="3200" b="1">
                <a:solidFill>
                  <a:srgbClr val="006699"/>
                </a:solidFill>
                <a:latin typeface="Arial" charset="0"/>
              </a:defRPr>
            </a:lvl9pPr>
          </a:lstStyle>
          <a:p>
            <a:r>
              <a:rPr lang="en-US" sz="2800" kern="0" dirty="0"/>
              <a:t>Logical Address Format</a:t>
            </a:r>
          </a:p>
        </p:txBody>
      </p:sp>
      <p:sp>
        <p:nvSpPr>
          <p:cNvPr id="4" name="Slide Number Placeholder 3">
            <a:extLst>
              <a:ext uri="{FF2B5EF4-FFF2-40B4-BE49-F238E27FC236}">
                <a16:creationId xmlns:a16="http://schemas.microsoft.com/office/drawing/2014/main" id="{68652A01-6EFB-219D-91E0-843A08C30AAF}"/>
              </a:ext>
            </a:extLst>
          </p:cNvPr>
          <p:cNvSpPr txBox="1">
            <a:spLocks/>
          </p:cNvSpPr>
          <p:nvPr/>
        </p:nvSpPr>
        <p:spPr bwMode="auto">
          <a:xfrm>
            <a:off x="8588829" y="6389912"/>
            <a:ext cx="413657" cy="3751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E2418860-B345-4524-9314-FE51DF6E4AD1}" type="slidenum">
              <a:rPr lang="en-US" altLang="en-PK" sz="1400" smtClean="0">
                <a:solidFill>
                  <a:schemeClr val="tx1"/>
                </a:solidFill>
              </a:rPr>
              <a:pPr/>
              <a:t>36</a:t>
            </a:fld>
            <a:endParaRPr lang="en-US" altLang="en-US" sz="1400" dirty="0">
              <a:solidFill>
                <a:schemeClr val="tx1"/>
              </a:solidFill>
              <a:latin typeface="Tahoma" panose="020B0604030504040204" pitchFamily="34" charset="0"/>
              <a:ea typeface="MS PGothic" panose="020B0600070205080204" pitchFamily="34" charset="-128"/>
            </a:endParaRPr>
          </a:p>
        </p:txBody>
      </p:sp>
      <p:sp>
        <p:nvSpPr>
          <p:cNvPr id="6" name="TextBox 5">
            <a:extLst>
              <a:ext uri="{FF2B5EF4-FFF2-40B4-BE49-F238E27FC236}">
                <a16:creationId xmlns:a16="http://schemas.microsoft.com/office/drawing/2014/main" id="{26782E3B-D987-4F0C-299C-0DED47497926}"/>
              </a:ext>
            </a:extLst>
          </p:cNvPr>
          <p:cNvSpPr txBox="1"/>
          <p:nvPr/>
        </p:nvSpPr>
        <p:spPr>
          <a:xfrm>
            <a:off x="5735230" y="2049517"/>
            <a:ext cx="2927349" cy="1158408"/>
          </a:xfrm>
          <a:prstGeom prst="rect">
            <a:avLst/>
          </a:prstGeom>
          <a:solidFill>
            <a:schemeClr val="bg1"/>
          </a:solidFill>
          <a:ln>
            <a:solidFill>
              <a:schemeClr val="tx1"/>
            </a:solidFill>
          </a:ln>
        </p:spPr>
        <p:txBody>
          <a:bodyPr wrap="square" anchor="ctr" anchorCtr="1">
            <a:noAutofit/>
          </a:bodyPr>
          <a:lstStyle/>
          <a:p>
            <a:pPr marL="0" lvl="1" algn="ctr">
              <a:lnSpc>
                <a:spcPct val="120000"/>
              </a:lnSpc>
              <a:defRPr/>
            </a:pPr>
            <a:r>
              <a:rPr lang="en-US" altLang="en-US" sz="2000" dirty="0">
                <a:latin typeface="Calibri" panose="020F0502020204030204" pitchFamily="34" charset="0"/>
                <a:cs typeface="Calibri" panose="020F0502020204030204" pitchFamily="34" charset="0"/>
              </a:rPr>
              <a:t>logical address space  2</a:t>
            </a:r>
            <a:r>
              <a:rPr lang="en-US" altLang="en-US" sz="2000" baseline="30000" dirty="0">
                <a:latin typeface="Calibri" panose="020F0502020204030204" pitchFamily="34" charset="0"/>
                <a:cs typeface="Calibri" panose="020F0502020204030204" pitchFamily="34" charset="0"/>
              </a:rPr>
              <a:t>m</a:t>
            </a:r>
            <a:r>
              <a:rPr lang="en-US" altLang="en-US" sz="2000" i="1" baseline="30000" dirty="0">
                <a:latin typeface="Calibri" panose="020F0502020204030204" pitchFamily="34" charset="0"/>
                <a:cs typeface="Calibri" panose="020F0502020204030204" pitchFamily="34" charset="0"/>
              </a:rPr>
              <a:t>  </a:t>
            </a:r>
            <a:r>
              <a:rPr lang="en-US" altLang="en-US" sz="2000" dirty="0">
                <a:latin typeface="Calibri" panose="020F0502020204030204" pitchFamily="34" charset="0"/>
                <a:cs typeface="Calibri" panose="020F0502020204030204" pitchFamily="34" charset="0"/>
              </a:rPr>
              <a:t>page size </a:t>
            </a:r>
            <a:r>
              <a:rPr lang="en-US" altLang="en-US" sz="2000" baseline="30000" dirty="0">
                <a:latin typeface="Calibri" panose="020F0502020204030204" pitchFamily="34" charset="0"/>
                <a:cs typeface="Calibri" panose="020F0502020204030204" pitchFamily="34" charset="0"/>
              </a:rPr>
              <a:t> </a:t>
            </a:r>
            <a:r>
              <a:rPr lang="en-US" altLang="en-US" sz="2000" dirty="0">
                <a:latin typeface="Calibri" panose="020F0502020204030204" pitchFamily="34" charset="0"/>
                <a:cs typeface="Calibri" panose="020F0502020204030204" pitchFamily="34" charset="0"/>
              </a:rPr>
              <a:t>2</a:t>
            </a:r>
            <a:r>
              <a:rPr lang="en-US" altLang="en-US" sz="2000" baseline="30000" dirty="0">
                <a:latin typeface="Calibri" panose="020F0502020204030204" pitchFamily="34" charset="0"/>
                <a:cs typeface="Calibri" panose="020F0502020204030204" pitchFamily="34" charset="0"/>
              </a:rPr>
              <a:t>n</a:t>
            </a:r>
          </a:p>
          <a:p>
            <a:pPr marL="0" lvl="1" algn="ctr">
              <a:lnSpc>
                <a:spcPct val="120000"/>
              </a:lnSpc>
              <a:defRPr/>
            </a:pPr>
            <a:r>
              <a:rPr lang="en-US" altLang="en-US" sz="2000" dirty="0">
                <a:latin typeface="Calibri" panose="020F0502020204030204" pitchFamily="34" charset="0"/>
                <a:cs typeface="Calibri" panose="020F0502020204030204" pitchFamily="34" charset="0"/>
              </a:rPr>
              <a:t>number of pages 2</a:t>
            </a:r>
            <a:r>
              <a:rPr lang="en-US" altLang="en-US" sz="2000" baseline="30000" dirty="0">
                <a:latin typeface="Calibri" panose="020F0502020204030204" pitchFamily="34" charset="0"/>
                <a:cs typeface="Calibri" panose="020F0502020204030204" pitchFamily="34" charset="0"/>
              </a:rPr>
              <a:t>m-n</a:t>
            </a:r>
          </a:p>
        </p:txBody>
      </p:sp>
      <p:grpSp>
        <p:nvGrpSpPr>
          <p:cNvPr id="47" name="Group 46">
            <a:extLst>
              <a:ext uri="{FF2B5EF4-FFF2-40B4-BE49-F238E27FC236}">
                <a16:creationId xmlns:a16="http://schemas.microsoft.com/office/drawing/2014/main" id="{510A8645-C18A-D046-DC61-68A121D9C3E9}"/>
              </a:ext>
            </a:extLst>
          </p:cNvPr>
          <p:cNvGrpSpPr/>
          <p:nvPr/>
        </p:nvGrpSpPr>
        <p:grpSpPr>
          <a:xfrm>
            <a:off x="5735230" y="3565630"/>
            <a:ext cx="2927350" cy="1277301"/>
            <a:chOff x="5927725" y="2857500"/>
            <a:chExt cx="2927350" cy="1074738"/>
          </a:xfrm>
        </p:grpSpPr>
        <p:grpSp>
          <p:nvGrpSpPr>
            <p:cNvPr id="5" name="Group 4">
              <a:extLst>
                <a:ext uri="{FF2B5EF4-FFF2-40B4-BE49-F238E27FC236}">
                  <a16:creationId xmlns:a16="http://schemas.microsoft.com/office/drawing/2014/main" id="{65F1D05A-8218-6EFD-1BB1-BE6F30908D3E}"/>
                </a:ext>
              </a:extLst>
            </p:cNvPr>
            <p:cNvGrpSpPr>
              <a:grpSpLocks noChangeAspect="1"/>
            </p:cNvGrpSpPr>
            <p:nvPr/>
          </p:nvGrpSpPr>
          <p:grpSpPr bwMode="auto">
            <a:xfrm>
              <a:off x="5927725" y="2857500"/>
              <a:ext cx="2927350" cy="1074738"/>
              <a:chOff x="3734" y="1800"/>
              <a:chExt cx="1844" cy="677"/>
            </a:xfrm>
          </p:grpSpPr>
          <p:sp>
            <p:nvSpPr>
              <p:cNvPr id="8" name="AutoShape 3">
                <a:extLst>
                  <a:ext uri="{FF2B5EF4-FFF2-40B4-BE49-F238E27FC236}">
                    <a16:creationId xmlns:a16="http://schemas.microsoft.com/office/drawing/2014/main" id="{44BADD3A-6F39-2D60-247B-D7FB50A3B9F0}"/>
                  </a:ext>
                </a:extLst>
              </p:cNvPr>
              <p:cNvSpPr>
                <a:spLocks noChangeAspect="1" noChangeArrowheads="1" noTextEdit="1"/>
              </p:cNvSpPr>
              <p:nvPr/>
            </p:nvSpPr>
            <p:spPr bwMode="auto">
              <a:xfrm>
                <a:off x="3734" y="1800"/>
                <a:ext cx="1844" cy="6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Rectangle 5">
                <a:extLst>
                  <a:ext uri="{FF2B5EF4-FFF2-40B4-BE49-F238E27FC236}">
                    <a16:creationId xmlns:a16="http://schemas.microsoft.com/office/drawing/2014/main" id="{FDAFA94B-51C3-2F73-7450-F8EFAC16D09A}"/>
                  </a:ext>
                </a:extLst>
              </p:cNvPr>
              <p:cNvSpPr>
                <a:spLocks noChangeArrowheads="1"/>
              </p:cNvSpPr>
              <p:nvPr/>
            </p:nvSpPr>
            <p:spPr bwMode="auto">
              <a:xfrm>
                <a:off x="3734" y="1800"/>
                <a:ext cx="1844" cy="676"/>
              </a:xfrm>
              <a:prstGeom prst="rect">
                <a:avLst/>
              </a:prstGeom>
              <a:noFill/>
              <a:ln w="0">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600"/>
              </a:p>
            </p:txBody>
          </p:sp>
          <p:sp>
            <p:nvSpPr>
              <p:cNvPr id="10" name="Rectangle 6">
                <a:extLst>
                  <a:ext uri="{FF2B5EF4-FFF2-40B4-BE49-F238E27FC236}">
                    <a16:creationId xmlns:a16="http://schemas.microsoft.com/office/drawing/2014/main" id="{60FE05CF-21FA-F887-6CF4-44DE29AA26DD}"/>
                  </a:ext>
                </a:extLst>
              </p:cNvPr>
              <p:cNvSpPr>
                <a:spLocks noChangeArrowheads="1"/>
              </p:cNvSpPr>
              <p:nvPr/>
            </p:nvSpPr>
            <p:spPr bwMode="auto">
              <a:xfrm>
                <a:off x="3787" y="2005"/>
                <a:ext cx="1715" cy="241"/>
              </a:xfrm>
              <a:prstGeom prst="rect">
                <a:avLst/>
              </a:prstGeom>
              <a:solidFill>
                <a:srgbClr val="CCCCCC"/>
              </a:solidFill>
              <a:ln w="0">
                <a:solidFill>
                  <a:srgbClr val="CCCCCC"/>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600"/>
              </a:p>
            </p:txBody>
          </p:sp>
          <p:sp>
            <p:nvSpPr>
              <p:cNvPr id="11" name="Line 7">
                <a:extLst>
                  <a:ext uri="{FF2B5EF4-FFF2-40B4-BE49-F238E27FC236}">
                    <a16:creationId xmlns:a16="http://schemas.microsoft.com/office/drawing/2014/main" id="{4F6CF1C0-A72C-C10D-CA25-E4B677AC1B56}"/>
                  </a:ext>
                </a:extLst>
              </p:cNvPr>
              <p:cNvSpPr>
                <a:spLocks noChangeShapeType="1"/>
              </p:cNvSpPr>
              <p:nvPr/>
            </p:nvSpPr>
            <p:spPr bwMode="auto">
              <a:xfrm>
                <a:off x="3787" y="2005"/>
                <a:ext cx="1715" cy="0"/>
              </a:xfrm>
              <a:prstGeom prst="line">
                <a:avLst/>
              </a:prstGeom>
              <a:noFill/>
              <a:ln w="7938">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1600"/>
              </a:p>
            </p:txBody>
          </p:sp>
          <p:sp>
            <p:nvSpPr>
              <p:cNvPr id="12" name="Line 8">
                <a:extLst>
                  <a:ext uri="{FF2B5EF4-FFF2-40B4-BE49-F238E27FC236}">
                    <a16:creationId xmlns:a16="http://schemas.microsoft.com/office/drawing/2014/main" id="{D112E0B1-E33A-8ECC-EE14-86ED12CC48EF}"/>
                  </a:ext>
                </a:extLst>
              </p:cNvPr>
              <p:cNvSpPr>
                <a:spLocks noChangeShapeType="1"/>
              </p:cNvSpPr>
              <p:nvPr/>
            </p:nvSpPr>
            <p:spPr bwMode="auto">
              <a:xfrm>
                <a:off x="5502" y="2005"/>
                <a:ext cx="0" cy="241"/>
              </a:xfrm>
              <a:prstGeom prst="line">
                <a:avLst/>
              </a:prstGeom>
              <a:noFill/>
              <a:ln w="7938">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1600"/>
              </a:p>
            </p:txBody>
          </p:sp>
          <p:sp>
            <p:nvSpPr>
              <p:cNvPr id="13" name="Line 9">
                <a:extLst>
                  <a:ext uri="{FF2B5EF4-FFF2-40B4-BE49-F238E27FC236}">
                    <a16:creationId xmlns:a16="http://schemas.microsoft.com/office/drawing/2014/main" id="{15AFACAB-A961-354A-A060-17D01C80A144}"/>
                  </a:ext>
                </a:extLst>
              </p:cNvPr>
              <p:cNvSpPr>
                <a:spLocks noChangeShapeType="1"/>
              </p:cNvSpPr>
              <p:nvPr/>
            </p:nvSpPr>
            <p:spPr bwMode="auto">
              <a:xfrm flipH="1">
                <a:off x="3787" y="2246"/>
                <a:ext cx="1715" cy="0"/>
              </a:xfrm>
              <a:prstGeom prst="line">
                <a:avLst/>
              </a:prstGeom>
              <a:noFill/>
              <a:ln w="7938">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1600"/>
              </a:p>
            </p:txBody>
          </p:sp>
          <p:sp>
            <p:nvSpPr>
              <p:cNvPr id="14" name="Line 10">
                <a:extLst>
                  <a:ext uri="{FF2B5EF4-FFF2-40B4-BE49-F238E27FC236}">
                    <a16:creationId xmlns:a16="http://schemas.microsoft.com/office/drawing/2014/main" id="{D668EEA8-5700-492B-0788-07925DD48F13}"/>
                  </a:ext>
                </a:extLst>
              </p:cNvPr>
              <p:cNvSpPr>
                <a:spLocks noChangeShapeType="1"/>
              </p:cNvSpPr>
              <p:nvPr/>
            </p:nvSpPr>
            <p:spPr bwMode="auto">
              <a:xfrm flipV="1">
                <a:off x="3787" y="2005"/>
                <a:ext cx="0" cy="241"/>
              </a:xfrm>
              <a:prstGeom prst="line">
                <a:avLst/>
              </a:prstGeom>
              <a:noFill/>
              <a:ln w="7938">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1600"/>
              </a:p>
            </p:txBody>
          </p:sp>
          <p:sp>
            <p:nvSpPr>
              <p:cNvPr id="15" name="Rectangle 11">
                <a:extLst>
                  <a:ext uri="{FF2B5EF4-FFF2-40B4-BE49-F238E27FC236}">
                    <a16:creationId xmlns:a16="http://schemas.microsoft.com/office/drawing/2014/main" id="{C883941F-F375-6A9E-4476-A2E02488EC5F}"/>
                  </a:ext>
                </a:extLst>
              </p:cNvPr>
              <p:cNvSpPr>
                <a:spLocks noChangeArrowheads="1"/>
              </p:cNvSpPr>
              <p:nvPr/>
            </p:nvSpPr>
            <p:spPr bwMode="auto">
              <a:xfrm>
                <a:off x="3898" y="1848"/>
                <a:ext cx="0"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16" name="Rectangle 12">
                <a:extLst>
                  <a:ext uri="{FF2B5EF4-FFF2-40B4-BE49-F238E27FC236}">
                    <a16:creationId xmlns:a16="http://schemas.microsoft.com/office/drawing/2014/main" id="{8A5F5741-48C4-A534-1115-4CA44619B58F}"/>
                  </a:ext>
                </a:extLst>
              </p:cNvPr>
              <p:cNvSpPr>
                <a:spLocks noChangeArrowheads="1"/>
              </p:cNvSpPr>
              <p:nvPr/>
            </p:nvSpPr>
            <p:spPr bwMode="auto">
              <a:xfrm>
                <a:off x="3924" y="1848"/>
                <a:ext cx="0"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17" name="Rectangle 13">
                <a:extLst>
                  <a:ext uri="{FF2B5EF4-FFF2-40B4-BE49-F238E27FC236}">
                    <a16:creationId xmlns:a16="http://schemas.microsoft.com/office/drawing/2014/main" id="{1144F897-39FA-65A6-A4D8-197FB84BF6D3}"/>
                  </a:ext>
                </a:extLst>
              </p:cNvPr>
              <p:cNvSpPr>
                <a:spLocks noChangeArrowheads="1"/>
              </p:cNvSpPr>
              <p:nvPr/>
            </p:nvSpPr>
            <p:spPr bwMode="auto">
              <a:xfrm>
                <a:off x="3950" y="1848"/>
                <a:ext cx="0"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18" name="Rectangle 14">
                <a:extLst>
                  <a:ext uri="{FF2B5EF4-FFF2-40B4-BE49-F238E27FC236}">
                    <a16:creationId xmlns:a16="http://schemas.microsoft.com/office/drawing/2014/main" id="{43ECA1DB-3208-1B02-7097-1B0E62363A31}"/>
                  </a:ext>
                </a:extLst>
              </p:cNvPr>
              <p:cNvSpPr>
                <a:spLocks noChangeArrowheads="1"/>
              </p:cNvSpPr>
              <p:nvPr/>
            </p:nvSpPr>
            <p:spPr bwMode="auto">
              <a:xfrm>
                <a:off x="3976" y="1848"/>
                <a:ext cx="0"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19" name="Rectangle 15">
                <a:extLst>
                  <a:ext uri="{FF2B5EF4-FFF2-40B4-BE49-F238E27FC236}">
                    <a16:creationId xmlns:a16="http://schemas.microsoft.com/office/drawing/2014/main" id="{A22DB85D-7E46-0E47-CF2F-0A2119C1D29E}"/>
                  </a:ext>
                </a:extLst>
              </p:cNvPr>
              <p:cNvSpPr>
                <a:spLocks noChangeArrowheads="1"/>
              </p:cNvSpPr>
              <p:nvPr/>
            </p:nvSpPr>
            <p:spPr bwMode="auto">
              <a:xfrm>
                <a:off x="4002" y="1848"/>
                <a:ext cx="0"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20" name="Rectangle 16">
                <a:extLst>
                  <a:ext uri="{FF2B5EF4-FFF2-40B4-BE49-F238E27FC236}">
                    <a16:creationId xmlns:a16="http://schemas.microsoft.com/office/drawing/2014/main" id="{45933879-6FB4-AF55-736A-F4F065BBEF13}"/>
                  </a:ext>
                </a:extLst>
              </p:cNvPr>
              <p:cNvSpPr>
                <a:spLocks noChangeArrowheads="1"/>
              </p:cNvSpPr>
              <p:nvPr/>
            </p:nvSpPr>
            <p:spPr bwMode="auto">
              <a:xfrm>
                <a:off x="3993" y="1848"/>
                <a:ext cx="0"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21" name="Rectangle 17">
                <a:extLst>
                  <a:ext uri="{FF2B5EF4-FFF2-40B4-BE49-F238E27FC236}">
                    <a16:creationId xmlns:a16="http://schemas.microsoft.com/office/drawing/2014/main" id="{934B2375-6E92-ACC8-1BA7-2990B476F225}"/>
                  </a:ext>
                </a:extLst>
              </p:cNvPr>
              <p:cNvSpPr>
                <a:spLocks noChangeArrowheads="1"/>
              </p:cNvSpPr>
              <p:nvPr/>
            </p:nvSpPr>
            <p:spPr bwMode="auto">
              <a:xfrm>
                <a:off x="4019" y="1848"/>
                <a:ext cx="0"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22" name="Rectangle 18">
                <a:extLst>
                  <a:ext uri="{FF2B5EF4-FFF2-40B4-BE49-F238E27FC236}">
                    <a16:creationId xmlns:a16="http://schemas.microsoft.com/office/drawing/2014/main" id="{D38AFA9C-85F6-079D-67CC-F635E930B6FD}"/>
                  </a:ext>
                </a:extLst>
              </p:cNvPr>
              <p:cNvSpPr>
                <a:spLocks noChangeArrowheads="1"/>
              </p:cNvSpPr>
              <p:nvPr/>
            </p:nvSpPr>
            <p:spPr bwMode="auto">
              <a:xfrm>
                <a:off x="4045" y="1848"/>
                <a:ext cx="0"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23" name="Rectangle 19">
                <a:extLst>
                  <a:ext uri="{FF2B5EF4-FFF2-40B4-BE49-F238E27FC236}">
                    <a16:creationId xmlns:a16="http://schemas.microsoft.com/office/drawing/2014/main" id="{1A2877D7-A725-C367-D260-4967BA99C40E}"/>
                  </a:ext>
                </a:extLst>
              </p:cNvPr>
              <p:cNvSpPr>
                <a:spLocks noChangeArrowheads="1"/>
              </p:cNvSpPr>
              <p:nvPr/>
            </p:nvSpPr>
            <p:spPr bwMode="auto">
              <a:xfrm>
                <a:off x="4106" y="1848"/>
                <a:ext cx="0"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24" name="Rectangle 20">
                <a:extLst>
                  <a:ext uri="{FF2B5EF4-FFF2-40B4-BE49-F238E27FC236}">
                    <a16:creationId xmlns:a16="http://schemas.microsoft.com/office/drawing/2014/main" id="{1D91DAC6-BF82-AA42-4062-A1BF1CB5AA68}"/>
                  </a:ext>
                </a:extLst>
              </p:cNvPr>
              <p:cNvSpPr>
                <a:spLocks noChangeArrowheads="1"/>
              </p:cNvSpPr>
              <p:nvPr/>
            </p:nvSpPr>
            <p:spPr bwMode="auto">
              <a:xfrm>
                <a:off x="4132" y="1848"/>
                <a:ext cx="0"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25" name="Rectangle 21">
                <a:extLst>
                  <a:ext uri="{FF2B5EF4-FFF2-40B4-BE49-F238E27FC236}">
                    <a16:creationId xmlns:a16="http://schemas.microsoft.com/office/drawing/2014/main" id="{C6C6C128-4CD8-3F38-108F-F5F79D112FDE}"/>
                  </a:ext>
                </a:extLst>
              </p:cNvPr>
              <p:cNvSpPr>
                <a:spLocks noChangeArrowheads="1"/>
              </p:cNvSpPr>
              <p:nvPr/>
            </p:nvSpPr>
            <p:spPr bwMode="auto">
              <a:xfrm>
                <a:off x="4158" y="1848"/>
                <a:ext cx="0"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26" name="Rectangle 22">
                <a:extLst>
                  <a:ext uri="{FF2B5EF4-FFF2-40B4-BE49-F238E27FC236}">
                    <a16:creationId xmlns:a16="http://schemas.microsoft.com/office/drawing/2014/main" id="{430B2435-8AF7-6B07-EC30-B5D3BCED6620}"/>
                  </a:ext>
                </a:extLst>
              </p:cNvPr>
              <p:cNvSpPr>
                <a:spLocks noChangeArrowheads="1"/>
              </p:cNvSpPr>
              <p:nvPr/>
            </p:nvSpPr>
            <p:spPr bwMode="auto">
              <a:xfrm>
                <a:off x="4773" y="1845"/>
                <a:ext cx="0"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27" name="Rectangle 23">
                <a:extLst>
                  <a:ext uri="{FF2B5EF4-FFF2-40B4-BE49-F238E27FC236}">
                    <a16:creationId xmlns:a16="http://schemas.microsoft.com/office/drawing/2014/main" id="{051A2A67-C44B-2194-2B60-6A2FE21CD2D3}"/>
                  </a:ext>
                </a:extLst>
              </p:cNvPr>
              <p:cNvSpPr>
                <a:spLocks noChangeArrowheads="1"/>
              </p:cNvSpPr>
              <p:nvPr/>
            </p:nvSpPr>
            <p:spPr bwMode="auto">
              <a:xfrm>
                <a:off x="4799" y="1845"/>
                <a:ext cx="0"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28" name="Rectangle 24">
                <a:extLst>
                  <a:ext uri="{FF2B5EF4-FFF2-40B4-BE49-F238E27FC236}">
                    <a16:creationId xmlns:a16="http://schemas.microsoft.com/office/drawing/2014/main" id="{7216EDB2-E271-5009-A6C1-DC92973E446D}"/>
                  </a:ext>
                </a:extLst>
              </p:cNvPr>
              <p:cNvSpPr>
                <a:spLocks noChangeArrowheads="1"/>
              </p:cNvSpPr>
              <p:nvPr/>
            </p:nvSpPr>
            <p:spPr bwMode="auto">
              <a:xfrm>
                <a:off x="4825" y="1845"/>
                <a:ext cx="0"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29" name="Rectangle 25">
                <a:extLst>
                  <a:ext uri="{FF2B5EF4-FFF2-40B4-BE49-F238E27FC236}">
                    <a16:creationId xmlns:a16="http://schemas.microsoft.com/office/drawing/2014/main" id="{815DF989-054A-F2BA-9B93-2EFB66F3097A}"/>
                  </a:ext>
                </a:extLst>
              </p:cNvPr>
              <p:cNvSpPr>
                <a:spLocks noChangeArrowheads="1"/>
              </p:cNvSpPr>
              <p:nvPr/>
            </p:nvSpPr>
            <p:spPr bwMode="auto">
              <a:xfrm>
                <a:off x="4851" y="1845"/>
                <a:ext cx="0"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30" name="Rectangle 26">
                <a:extLst>
                  <a:ext uri="{FF2B5EF4-FFF2-40B4-BE49-F238E27FC236}">
                    <a16:creationId xmlns:a16="http://schemas.microsoft.com/office/drawing/2014/main" id="{586A3D56-F347-DEC4-CFF5-15CA56DF0BAA}"/>
                  </a:ext>
                </a:extLst>
              </p:cNvPr>
              <p:cNvSpPr>
                <a:spLocks noChangeArrowheads="1"/>
              </p:cNvSpPr>
              <p:nvPr/>
            </p:nvSpPr>
            <p:spPr bwMode="auto">
              <a:xfrm>
                <a:off x="4877" y="1845"/>
                <a:ext cx="36"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a:ln>
                      <a:noFill/>
                    </a:ln>
                    <a:solidFill>
                      <a:srgbClr val="000000"/>
                    </a:solidFill>
                    <a:effectLst/>
                    <a:latin typeface=""/>
                  </a:rPr>
                  <a:t> </a:t>
                </a:r>
                <a:endParaRPr kumimoji="0" lang="en-US" altLang="en-US" sz="1600" b="0" i="0" u="none" strike="noStrike" cap="none" normalizeH="0" baseline="0">
                  <a:ln>
                    <a:noFill/>
                  </a:ln>
                  <a:solidFill>
                    <a:schemeClr val="tx1"/>
                  </a:solidFill>
                  <a:effectLst/>
                </a:endParaRPr>
              </a:p>
            </p:txBody>
          </p:sp>
          <p:sp>
            <p:nvSpPr>
              <p:cNvPr id="31" name="Rectangle 27">
                <a:extLst>
                  <a:ext uri="{FF2B5EF4-FFF2-40B4-BE49-F238E27FC236}">
                    <a16:creationId xmlns:a16="http://schemas.microsoft.com/office/drawing/2014/main" id="{D7E5663C-22DF-D997-923E-863DD8395A02}"/>
                  </a:ext>
                </a:extLst>
              </p:cNvPr>
              <p:cNvSpPr>
                <a:spLocks noChangeArrowheads="1"/>
              </p:cNvSpPr>
              <p:nvPr/>
            </p:nvSpPr>
            <p:spPr bwMode="auto">
              <a:xfrm>
                <a:off x="4868" y="1845"/>
                <a:ext cx="0"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33" name="Rectangle 29">
                <a:extLst>
                  <a:ext uri="{FF2B5EF4-FFF2-40B4-BE49-F238E27FC236}">
                    <a16:creationId xmlns:a16="http://schemas.microsoft.com/office/drawing/2014/main" id="{D4EEBA7C-D6BB-5DF2-9701-2472CEF66970}"/>
                  </a:ext>
                </a:extLst>
              </p:cNvPr>
              <p:cNvSpPr>
                <a:spLocks noChangeArrowheads="1"/>
              </p:cNvSpPr>
              <p:nvPr/>
            </p:nvSpPr>
            <p:spPr bwMode="auto">
              <a:xfrm>
                <a:off x="4885" y="1845"/>
                <a:ext cx="0"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34" name="Rectangle 30">
                <a:extLst>
                  <a:ext uri="{FF2B5EF4-FFF2-40B4-BE49-F238E27FC236}">
                    <a16:creationId xmlns:a16="http://schemas.microsoft.com/office/drawing/2014/main" id="{D3E7ABFD-7B96-2BAB-FC18-B1F300AD9CC6}"/>
                  </a:ext>
                </a:extLst>
              </p:cNvPr>
              <p:cNvSpPr>
                <a:spLocks noChangeArrowheads="1"/>
              </p:cNvSpPr>
              <p:nvPr/>
            </p:nvSpPr>
            <p:spPr bwMode="auto">
              <a:xfrm>
                <a:off x="4876" y="1845"/>
                <a:ext cx="0"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35" name="Rectangle 31">
                <a:extLst>
                  <a:ext uri="{FF2B5EF4-FFF2-40B4-BE49-F238E27FC236}">
                    <a16:creationId xmlns:a16="http://schemas.microsoft.com/office/drawing/2014/main" id="{01DD6C0C-CB1C-6DE3-04D8-E91C6A308109}"/>
                  </a:ext>
                </a:extLst>
              </p:cNvPr>
              <p:cNvSpPr>
                <a:spLocks noChangeArrowheads="1"/>
              </p:cNvSpPr>
              <p:nvPr/>
            </p:nvSpPr>
            <p:spPr bwMode="auto">
              <a:xfrm>
                <a:off x="4895" y="1845"/>
                <a:ext cx="0"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36" name="Rectangle 32">
                <a:extLst>
                  <a:ext uri="{FF2B5EF4-FFF2-40B4-BE49-F238E27FC236}">
                    <a16:creationId xmlns:a16="http://schemas.microsoft.com/office/drawing/2014/main" id="{F27142AA-2964-532E-3A4C-4E6BCB68BB5D}"/>
                  </a:ext>
                </a:extLst>
              </p:cNvPr>
              <p:cNvSpPr>
                <a:spLocks noChangeArrowheads="1"/>
              </p:cNvSpPr>
              <p:nvPr/>
            </p:nvSpPr>
            <p:spPr bwMode="auto">
              <a:xfrm>
                <a:off x="4921" y="1845"/>
                <a:ext cx="0"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37" name="Rectangle 33">
                <a:extLst>
                  <a:ext uri="{FF2B5EF4-FFF2-40B4-BE49-F238E27FC236}">
                    <a16:creationId xmlns:a16="http://schemas.microsoft.com/office/drawing/2014/main" id="{06A0FB2A-3F91-9698-7CAB-F6039542E224}"/>
                  </a:ext>
                </a:extLst>
              </p:cNvPr>
              <p:cNvSpPr>
                <a:spLocks noChangeArrowheads="1"/>
              </p:cNvSpPr>
              <p:nvPr/>
            </p:nvSpPr>
            <p:spPr bwMode="auto">
              <a:xfrm>
                <a:off x="4222" y="2037"/>
                <a:ext cx="72"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a:ln>
                      <a:noFill/>
                    </a:ln>
                    <a:solidFill>
                      <a:srgbClr val="000000"/>
                    </a:solidFill>
                    <a:effectLst/>
                    <a:latin typeface=""/>
                  </a:rPr>
                  <a:t>p</a:t>
                </a:r>
                <a:endParaRPr kumimoji="0" lang="en-US" altLang="en-US" sz="1600" b="0" i="0" u="none" strike="noStrike" cap="none" normalizeH="0" baseline="0">
                  <a:ln>
                    <a:noFill/>
                  </a:ln>
                  <a:solidFill>
                    <a:schemeClr val="tx1"/>
                  </a:solidFill>
                  <a:effectLst/>
                </a:endParaRPr>
              </a:p>
            </p:txBody>
          </p:sp>
          <p:sp>
            <p:nvSpPr>
              <p:cNvPr id="38" name="Rectangle 34">
                <a:extLst>
                  <a:ext uri="{FF2B5EF4-FFF2-40B4-BE49-F238E27FC236}">
                    <a16:creationId xmlns:a16="http://schemas.microsoft.com/office/drawing/2014/main" id="{F1F63638-F0E5-A93A-8D02-9E3B0B7C08E8}"/>
                  </a:ext>
                </a:extLst>
              </p:cNvPr>
              <p:cNvSpPr>
                <a:spLocks noChangeArrowheads="1"/>
              </p:cNvSpPr>
              <p:nvPr/>
            </p:nvSpPr>
            <p:spPr bwMode="auto">
              <a:xfrm>
                <a:off x="5074" y="2053"/>
                <a:ext cx="72"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
                  </a:rPr>
                  <a:t>d</a:t>
                </a:r>
                <a:endParaRPr kumimoji="0" lang="en-US" altLang="en-US" sz="1600" b="0" i="0" u="none" strike="noStrike" cap="none" normalizeH="0" baseline="0" dirty="0">
                  <a:ln>
                    <a:noFill/>
                  </a:ln>
                  <a:solidFill>
                    <a:schemeClr val="tx1"/>
                  </a:solidFill>
                  <a:effectLst/>
                </a:endParaRPr>
              </a:p>
            </p:txBody>
          </p:sp>
          <p:sp>
            <p:nvSpPr>
              <p:cNvPr id="40" name="Rectangle 36">
                <a:extLst>
                  <a:ext uri="{FF2B5EF4-FFF2-40B4-BE49-F238E27FC236}">
                    <a16:creationId xmlns:a16="http://schemas.microsoft.com/office/drawing/2014/main" id="{1343D51D-5934-58FF-C2A5-08201F586085}"/>
                  </a:ext>
                </a:extLst>
              </p:cNvPr>
              <p:cNvSpPr>
                <a:spLocks noChangeArrowheads="1"/>
              </p:cNvSpPr>
              <p:nvPr/>
            </p:nvSpPr>
            <p:spPr bwMode="auto">
              <a:xfrm>
                <a:off x="4122" y="2301"/>
                <a:ext cx="36"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a:ln>
                      <a:noFill/>
                    </a:ln>
                    <a:solidFill>
                      <a:srgbClr val="000000"/>
                    </a:solidFill>
                    <a:effectLst/>
                    <a:latin typeface=""/>
                  </a:rPr>
                  <a:t> </a:t>
                </a:r>
                <a:endParaRPr kumimoji="0" lang="en-US" altLang="en-US" sz="1600" b="0" i="0" u="none" strike="noStrike" cap="none" normalizeH="0" baseline="0">
                  <a:ln>
                    <a:noFill/>
                  </a:ln>
                  <a:solidFill>
                    <a:schemeClr val="tx1"/>
                  </a:solidFill>
                  <a:effectLst/>
                </a:endParaRPr>
              </a:p>
            </p:txBody>
          </p:sp>
          <p:sp>
            <p:nvSpPr>
              <p:cNvPr id="42" name="Rectangle 38">
                <a:extLst>
                  <a:ext uri="{FF2B5EF4-FFF2-40B4-BE49-F238E27FC236}">
                    <a16:creationId xmlns:a16="http://schemas.microsoft.com/office/drawing/2014/main" id="{E318CA9E-D739-6437-59FA-09A5FC9BE789}"/>
                  </a:ext>
                </a:extLst>
              </p:cNvPr>
              <p:cNvSpPr>
                <a:spLocks noChangeArrowheads="1"/>
              </p:cNvSpPr>
              <p:nvPr/>
            </p:nvSpPr>
            <p:spPr bwMode="auto">
              <a:xfrm>
                <a:off x="3991" y="2301"/>
                <a:ext cx="533"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
                  </a:rPr>
                  <a:t>m - n bits</a:t>
                </a:r>
                <a:endParaRPr kumimoji="0" lang="en-US" altLang="en-US" sz="1600" b="0" i="0" u="none" strike="noStrike" cap="none" normalizeH="0" baseline="0" dirty="0">
                  <a:ln>
                    <a:noFill/>
                  </a:ln>
                  <a:solidFill>
                    <a:schemeClr val="tx1"/>
                  </a:solidFill>
                  <a:effectLst/>
                </a:endParaRPr>
              </a:p>
            </p:txBody>
          </p:sp>
          <p:sp>
            <p:nvSpPr>
              <p:cNvPr id="43" name="Rectangle 39">
                <a:extLst>
                  <a:ext uri="{FF2B5EF4-FFF2-40B4-BE49-F238E27FC236}">
                    <a16:creationId xmlns:a16="http://schemas.microsoft.com/office/drawing/2014/main" id="{B3BFADBD-1D34-4B07-09F6-628770DDD6CE}"/>
                  </a:ext>
                </a:extLst>
              </p:cNvPr>
              <p:cNvSpPr>
                <a:spLocks noChangeArrowheads="1"/>
              </p:cNvSpPr>
              <p:nvPr/>
            </p:nvSpPr>
            <p:spPr bwMode="auto">
              <a:xfrm>
                <a:off x="5024" y="2307"/>
                <a:ext cx="309"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
                  </a:rPr>
                  <a:t>n bits</a:t>
                </a:r>
                <a:endParaRPr kumimoji="0" lang="en-US" altLang="en-US" sz="1600" b="0" i="0" u="none" strike="noStrike" cap="none" normalizeH="0" baseline="0" dirty="0">
                  <a:ln>
                    <a:noFill/>
                  </a:ln>
                  <a:solidFill>
                    <a:schemeClr val="tx1"/>
                  </a:solidFill>
                  <a:effectLst/>
                </a:endParaRPr>
              </a:p>
            </p:txBody>
          </p:sp>
          <p:sp>
            <p:nvSpPr>
              <p:cNvPr id="44" name="Line 40">
                <a:extLst>
                  <a:ext uri="{FF2B5EF4-FFF2-40B4-BE49-F238E27FC236}">
                    <a16:creationId xmlns:a16="http://schemas.microsoft.com/office/drawing/2014/main" id="{EBCECC6D-1450-3EEE-7C9A-397E3E884E0C}"/>
                  </a:ext>
                </a:extLst>
              </p:cNvPr>
              <p:cNvSpPr>
                <a:spLocks noChangeShapeType="1"/>
              </p:cNvSpPr>
              <p:nvPr/>
            </p:nvSpPr>
            <p:spPr bwMode="auto">
              <a:xfrm flipV="1">
                <a:off x="4701" y="1827"/>
                <a:ext cx="0" cy="419"/>
              </a:xfrm>
              <a:prstGeom prst="line">
                <a:avLst/>
              </a:prstGeom>
              <a:noFill/>
              <a:ln w="11113">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1600"/>
              </a:p>
            </p:txBody>
          </p:sp>
        </p:grpSp>
        <p:sp>
          <p:nvSpPr>
            <p:cNvPr id="45" name="Rectangle 38">
              <a:extLst>
                <a:ext uri="{FF2B5EF4-FFF2-40B4-BE49-F238E27FC236}">
                  <a16:creationId xmlns:a16="http://schemas.microsoft.com/office/drawing/2014/main" id="{3337D25E-335A-FEBD-32CC-77F570FF8068}"/>
                </a:ext>
              </a:extLst>
            </p:cNvPr>
            <p:cNvSpPr>
              <a:spLocks noChangeArrowheads="1"/>
            </p:cNvSpPr>
            <p:nvPr/>
          </p:nvSpPr>
          <p:spPr bwMode="auto">
            <a:xfrm>
              <a:off x="6193473" y="2911158"/>
              <a:ext cx="120866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1600" dirty="0">
                  <a:solidFill>
                    <a:srgbClr val="000000"/>
                  </a:solidFill>
                  <a:latin typeface=""/>
                </a:rPr>
                <a:t>page number</a:t>
              </a:r>
              <a:endParaRPr kumimoji="0" lang="en-US" altLang="en-US" sz="1600" b="0" i="0" u="none" strike="noStrike" cap="none" normalizeH="0" baseline="0" dirty="0">
                <a:ln>
                  <a:noFill/>
                </a:ln>
                <a:solidFill>
                  <a:schemeClr val="tx1"/>
                </a:solidFill>
                <a:effectLst/>
              </a:endParaRPr>
            </a:p>
          </p:txBody>
        </p:sp>
        <p:sp>
          <p:nvSpPr>
            <p:cNvPr id="46" name="Rectangle 38">
              <a:extLst>
                <a:ext uri="{FF2B5EF4-FFF2-40B4-BE49-F238E27FC236}">
                  <a16:creationId xmlns:a16="http://schemas.microsoft.com/office/drawing/2014/main" id="{7A487F79-B5D0-BACD-007C-E6714E0FDD90}"/>
                </a:ext>
              </a:extLst>
            </p:cNvPr>
            <p:cNvSpPr>
              <a:spLocks noChangeArrowheads="1"/>
            </p:cNvSpPr>
            <p:nvPr/>
          </p:nvSpPr>
          <p:spPr bwMode="auto">
            <a:xfrm>
              <a:off x="7707313" y="2911158"/>
              <a:ext cx="1012585"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
                </a:rPr>
                <a:t>page offset</a:t>
              </a:r>
              <a:endParaRPr kumimoji="0" lang="en-US" altLang="en-US" sz="1600" b="0" i="0" u="none" strike="noStrike" cap="none" normalizeH="0" baseline="0" dirty="0">
                <a:ln>
                  <a:noFill/>
                </a:ln>
                <a:solidFill>
                  <a:schemeClr val="tx1"/>
                </a:solidFill>
                <a:effectLst/>
              </a:endParaRPr>
            </a:p>
          </p:txBody>
        </p:sp>
      </p:grpSp>
      <p:sp>
        <p:nvSpPr>
          <p:cNvPr id="32" name="TextBox 31">
            <a:extLst>
              <a:ext uri="{FF2B5EF4-FFF2-40B4-BE49-F238E27FC236}">
                <a16:creationId xmlns:a16="http://schemas.microsoft.com/office/drawing/2014/main" id="{2EE7D3C9-6F3E-EE22-A643-0F21C2F6CB10}"/>
              </a:ext>
            </a:extLst>
          </p:cNvPr>
          <p:cNvSpPr txBox="1"/>
          <p:nvPr/>
        </p:nvSpPr>
        <p:spPr>
          <a:xfrm>
            <a:off x="1016000" y="5584276"/>
            <a:ext cx="7617824" cy="576025"/>
          </a:xfrm>
          <a:prstGeom prst="rect">
            <a:avLst/>
          </a:prstGeom>
          <a:solidFill>
            <a:schemeClr val="bg1">
              <a:lumMod val="95000"/>
            </a:schemeClr>
          </a:solidFill>
        </p:spPr>
        <p:txBody>
          <a:bodyPr wrap="square" anchor="ctr" anchorCtr="1">
            <a:noAutofit/>
          </a:bodyPr>
          <a:lstStyle/>
          <a:p>
            <a:pPr>
              <a:spcBef>
                <a:spcPts val="1200"/>
              </a:spcBef>
            </a:pPr>
            <a:r>
              <a:rPr kumimoji="1" lang="en-US" sz="1800" dirty="0">
                <a:solidFill>
                  <a:srgbClr val="0000CC"/>
                </a:solidFill>
              </a:rPr>
              <a:t>Logical address (2,6)  </a:t>
            </a:r>
            <a:r>
              <a:rPr kumimoji="1" lang="en-US" sz="1800" dirty="0">
                <a:solidFill>
                  <a:srgbClr val="0000CC"/>
                </a:solidFill>
                <a:latin typeface="Abadi" panose="020B0604020104020204" pitchFamily="34" charset="0"/>
              </a:rPr>
              <a:t>→</a:t>
            </a:r>
            <a:r>
              <a:rPr kumimoji="1" lang="en-US" sz="1800" dirty="0">
                <a:solidFill>
                  <a:srgbClr val="0000CC"/>
                </a:solidFill>
              </a:rPr>
              <a:t>  page </a:t>
            </a:r>
            <a:r>
              <a:rPr kumimoji="1" lang="en-US" dirty="0">
                <a:solidFill>
                  <a:srgbClr val="0000CC"/>
                </a:solidFill>
              </a:rPr>
              <a:t>number</a:t>
            </a:r>
            <a:r>
              <a:rPr kumimoji="1" lang="en-US" sz="1800" dirty="0">
                <a:solidFill>
                  <a:srgbClr val="0000CC"/>
                </a:solidFill>
              </a:rPr>
              <a:t> = 2, displacement = 6</a:t>
            </a:r>
          </a:p>
        </p:txBody>
      </p:sp>
    </p:spTree>
    <p:extLst>
      <p:ext uri="{BB962C8B-B14F-4D97-AF65-F5344CB8AC3E}">
        <p14:creationId xmlns:p14="http://schemas.microsoft.com/office/powerpoint/2010/main" val="1634536669"/>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3"/>
          <p:cNvSpPr>
            <a:spLocks noGrp="1"/>
          </p:cNvSpPr>
          <p:nvPr>
            <p:ph type="body" idx="1"/>
          </p:nvPr>
        </p:nvSpPr>
        <p:spPr>
          <a:xfrm>
            <a:off x="415833" y="1076960"/>
            <a:ext cx="5251135" cy="4358638"/>
          </a:xfrm>
        </p:spPr>
        <p:txBody>
          <a:bodyPr>
            <a:noAutofit/>
          </a:bodyPr>
          <a:lstStyle/>
          <a:p>
            <a:pPr>
              <a:spcBef>
                <a:spcPts val="600"/>
              </a:spcBef>
              <a:buNone/>
            </a:pPr>
            <a:r>
              <a:rPr lang="en-US" sz="2200" b="1" dirty="0">
                <a:solidFill>
                  <a:srgbClr val="C00000"/>
                </a:solidFill>
              </a:rPr>
              <a:t>Phys</a:t>
            </a:r>
            <a:r>
              <a:rPr kumimoji="1" lang="en-US" sz="2200" b="1" dirty="0">
                <a:solidFill>
                  <a:srgbClr val="C00000"/>
                </a:solidFill>
              </a:rPr>
              <a:t>ical Address</a:t>
            </a:r>
            <a:r>
              <a:rPr lang="en-US" sz="2200" b="1" dirty="0">
                <a:solidFill>
                  <a:srgbClr val="C00000"/>
                </a:solidFill>
              </a:rPr>
              <a:t>:  </a:t>
            </a:r>
            <a:r>
              <a:rPr kumimoji="1" lang="en-US" sz="2200" b="1" dirty="0">
                <a:solidFill>
                  <a:srgbClr val="C00000"/>
                </a:solidFill>
              </a:rPr>
              <a:t> </a:t>
            </a:r>
            <a:r>
              <a:rPr kumimoji="1" lang="en-US" sz="2200" b="1" dirty="0">
                <a:solidFill>
                  <a:srgbClr val="0000CC"/>
                </a:solidFill>
              </a:rPr>
              <a:t>format (f, d)</a:t>
            </a:r>
          </a:p>
          <a:p>
            <a:pPr>
              <a:spcBef>
                <a:spcPts val="1200"/>
              </a:spcBef>
            </a:pPr>
            <a:r>
              <a:rPr lang="en-US" sz="2200" kern="0" dirty="0"/>
              <a:t>Physical address is obtained from L.A, &amp; comprises:</a:t>
            </a:r>
            <a:endParaRPr kumimoji="1" lang="en-US" sz="2200" dirty="0"/>
          </a:p>
          <a:p>
            <a:pPr marL="344488" lvl="1" indent="0">
              <a:spcBef>
                <a:spcPts val="1200"/>
              </a:spcBef>
              <a:buNone/>
            </a:pPr>
            <a:r>
              <a:rPr lang="en-US" sz="2100" b="1" dirty="0">
                <a:solidFill>
                  <a:srgbClr val="FF0000"/>
                </a:solidFill>
              </a:rPr>
              <a:t>Fram</a:t>
            </a:r>
            <a:r>
              <a:rPr kumimoji="1" lang="en-US" sz="2100" b="1" dirty="0">
                <a:solidFill>
                  <a:srgbClr val="FF0000"/>
                </a:solidFill>
              </a:rPr>
              <a:t>e number (f) </a:t>
            </a:r>
            <a:r>
              <a:rPr kumimoji="1" lang="en-US" sz="2100" dirty="0"/>
              <a:t>  </a:t>
            </a:r>
            <a:endParaRPr lang="en-US" sz="2100" dirty="0"/>
          </a:p>
          <a:p>
            <a:pPr lvl="1">
              <a:spcBef>
                <a:spcPts val="600"/>
              </a:spcBef>
            </a:pPr>
            <a:r>
              <a:rPr lang="en-US" sz="2000" kern="0" dirty="0"/>
              <a:t>kept in page table against the page </a:t>
            </a:r>
            <a:br>
              <a:rPr lang="en-US" sz="2000" kern="0" dirty="0"/>
            </a:br>
            <a:r>
              <a:rPr lang="en-US" sz="2000" kern="0" dirty="0"/>
              <a:t>number </a:t>
            </a:r>
          </a:p>
          <a:p>
            <a:pPr lvl="1">
              <a:spcBef>
                <a:spcPts val="600"/>
              </a:spcBef>
            </a:pPr>
            <a:r>
              <a:rPr lang="en-US" sz="2000" kern="0" dirty="0"/>
              <a:t>gives the address of frame in memory</a:t>
            </a:r>
            <a:endParaRPr kumimoji="1" lang="en-US" sz="2000" dirty="0"/>
          </a:p>
          <a:p>
            <a:pPr marL="344488" lvl="1" indent="0">
              <a:spcBef>
                <a:spcPts val="1200"/>
              </a:spcBef>
              <a:buNone/>
            </a:pPr>
            <a:r>
              <a:rPr lang="en-US" sz="2100" b="1" dirty="0">
                <a:solidFill>
                  <a:srgbClr val="FF0000"/>
                </a:solidFill>
              </a:rPr>
              <a:t>Frame offset (d)   </a:t>
            </a:r>
          </a:p>
          <a:p>
            <a:pPr lvl="1">
              <a:spcBef>
                <a:spcPts val="600"/>
              </a:spcBef>
            </a:pPr>
            <a:r>
              <a:rPr kumimoji="1" lang="en-US" sz="2000" dirty="0"/>
              <a:t>displacement within the </a:t>
            </a:r>
            <a:r>
              <a:rPr lang="en-US" sz="2000" kern="0" dirty="0"/>
              <a:t>frame</a:t>
            </a:r>
          </a:p>
          <a:p>
            <a:pPr lvl="1">
              <a:spcBef>
                <a:spcPts val="600"/>
              </a:spcBef>
            </a:pPr>
            <a:r>
              <a:rPr lang="en-US" sz="2000" kern="0" dirty="0"/>
              <a:t>same as page offset</a:t>
            </a:r>
            <a:endParaRPr kumimoji="1" lang="en-US" sz="2000" dirty="0"/>
          </a:p>
        </p:txBody>
      </p:sp>
      <p:sp>
        <p:nvSpPr>
          <p:cNvPr id="2" name="Rectangle 2">
            <a:extLst>
              <a:ext uri="{FF2B5EF4-FFF2-40B4-BE49-F238E27FC236}">
                <a16:creationId xmlns:a16="http://schemas.microsoft.com/office/drawing/2014/main" id="{A04E3B3D-0396-F6B3-EF9C-6DE25B9E2E32}"/>
              </a:ext>
            </a:extLst>
          </p:cNvPr>
          <p:cNvSpPr txBox="1">
            <a:spLocks/>
          </p:cNvSpPr>
          <p:nvPr/>
        </p:nvSpPr>
        <p:spPr bwMode="auto">
          <a:xfrm>
            <a:off x="894080" y="40640"/>
            <a:ext cx="8249920" cy="721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noAutofit/>
          </a:bodyPr>
          <a:lstStyle>
            <a:lvl1pPr algn="ctr" rtl="0" eaLnBrk="0" fontAlgn="base" hangingPunct="0">
              <a:spcBef>
                <a:spcPct val="0"/>
              </a:spcBef>
              <a:spcAft>
                <a:spcPct val="0"/>
              </a:spcAft>
              <a:defRPr sz="3200" b="1">
                <a:solidFill>
                  <a:srgbClr val="006699"/>
                </a:solidFill>
                <a:latin typeface="+mj-lt"/>
                <a:ea typeface="MS PGothic" pitchFamily="34" charset="-128"/>
                <a:cs typeface="ＭＳ Ｐゴシック" charset="-128"/>
              </a:defRPr>
            </a:lvl1pPr>
            <a:lvl2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2pPr>
            <a:lvl3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3pPr>
            <a:lvl4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4pPr>
            <a:lvl5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5pPr>
            <a:lvl6pPr marL="457200" algn="ctr" rtl="0" fontAlgn="base">
              <a:spcBef>
                <a:spcPct val="0"/>
              </a:spcBef>
              <a:spcAft>
                <a:spcPct val="0"/>
              </a:spcAft>
              <a:defRPr sz="3200" b="1">
                <a:solidFill>
                  <a:srgbClr val="006699"/>
                </a:solidFill>
                <a:latin typeface="Arial" charset="0"/>
              </a:defRPr>
            </a:lvl6pPr>
            <a:lvl7pPr marL="914400" algn="ctr" rtl="0" fontAlgn="base">
              <a:spcBef>
                <a:spcPct val="0"/>
              </a:spcBef>
              <a:spcAft>
                <a:spcPct val="0"/>
              </a:spcAft>
              <a:defRPr sz="3200" b="1">
                <a:solidFill>
                  <a:srgbClr val="006699"/>
                </a:solidFill>
                <a:latin typeface="Arial" charset="0"/>
              </a:defRPr>
            </a:lvl7pPr>
            <a:lvl8pPr marL="1371600" algn="ctr" rtl="0" fontAlgn="base">
              <a:spcBef>
                <a:spcPct val="0"/>
              </a:spcBef>
              <a:spcAft>
                <a:spcPct val="0"/>
              </a:spcAft>
              <a:defRPr sz="3200" b="1">
                <a:solidFill>
                  <a:srgbClr val="006699"/>
                </a:solidFill>
                <a:latin typeface="Arial" charset="0"/>
              </a:defRPr>
            </a:lvl8pPr>
            <a:lvl9pPr marL="1828800" algn="ctr" rtl="0" fontAlgn="base">
              <a:spcBef>
                <a:spcPct val="0"/>
              </a:spcBef>
              <a:spcAft>
                <a:spcPct val="0"/>
              </a:spcAft>
              <a:defRPr sz="3200" b="1">
                <a:solidFill>
                  <a:srgbClr val="006699"/>
                </a:solidFill>
                <a:latin typeface="Arial" charset="0"/>
              </a:defRPr>
            </a:lvl9pPr>
          </a:lstStyle>
          <a:p>
            <a:r>
              <a:rPr lang="en-US" sz="2800" kern="0" dirty="0"/>
              <a:t>Physical Address Format</a:t>
            </a:r>
          </a:p>
        </p:txBody>
      </p:sp>
      <p:sp>
        <p:nvSpPr>
          <p:cNvPr id="4" name="Slide Number Placeholder 3">
            <a:extLst>
              <a:ext uri="{FF2B5EF4-FFF2-40B4-BE49-F238E27FC236}">
                <a16:creationId xmlns:a16="http://schemas.microsoft.com/office/drawing/2014/main" id="{68652A01-6EFB-219D-91E0-843A08C30AAF}"/>
              </a:ext>
            </a:extLst>
          </p:cNvPr>
          <p:cNvSpPr txBox="1">
            <a:spLocks/>
          </p:cNvSpPr>
          <p:nvPr/>
        </p:nvSpPr>
        <p:spPr bwMode="auto">
          <a:xfrm>
            <a:off x="8588829" y="6389912"/>
            <a:ext cx="413657" cy="3751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E2418860-B345-4524-9314-FE51DF6E4AD1}" type="slidenum">
              <a:rPr lang="en-US" altLang="en-PK" sz="1400" smtClean="0">
                <a:solidFill>
                  <a:schemeClr val="tx1"/>
                </a:solidFill>
              </a:rPr>
              <a:pPr/>
              <a:t>37</a:t>
            </a:fld>
            <a:endParaRPr lang="en-US" altLang="en-US" sz="1400" dirty="0">
              <a:solidFill>
                <a:schemeClr val="tx1"/>
              </a:solidFill>
              <a:latin typeface="Tahoma" panose="020B0604030504040204" pitchFamily="34" charset="0"/>
              <a:ea typeface="MS PGothic" panose="020B0600070205080204" pitchFamily="34" charset="-128"/>
            </a:endParaRPr>
          </a:p>
        </p:txBody>
      </p:sp>
      <p:sp>
        <p:nvSpPr>
          <p:cNvPr id="6" name="TextBox 5">
            <a:extLst>
              <a:ext uri="{FF2B5EF4-FFF2-40B4-BE49-F238E27FC236}">
                <a16:creationId xmlns:a16="http://schemas.microsoft.com/office/drawing/2014/main" id="{26782E3B-D987-4F0C-299C-0DED47497926}"/>
              </a:ext>
            </a:extLst>
          </p:cNvPr>
          <p:cNvSpPr txBox="1"/>
          <p:nvPr/>
        </p:nvSpPr>
        <p:spPr>
          <a:xfrm>
            <a:off x="5735230" y="2049517"/>
            <a:ext cx="2927349" cy="1158408"/>
          </a:xfrm>
          <a:prstGeom prst="rect">
            <a:avLst/>
          </a:prstGeom>
          <a:solidFill>
            <a:schemeClr val="bg1"/>
          </a:solidFill>
          <a:ln>
            <a:solidFill>
              <a:schemeClr val="tx1"/>
            </a:solidFill>
          </a:ln>
        </p:spPr>
        <p:txBody>
          <a:bodyPr wrap="square" anchor="ctr" anchorCtr="1">
            <a:noAutofit/>
          </a:bodyPr>
          <a:lstStyle/>
          <a:p>
            <a:pPr marL="0" lvl="1" algn="ctr">
              <a:lnSpc>
                <a:spcPct val="120000"/>
              </a:lnSpc>
              <a:defRPr/>
            </a:pPr>
            <a:r>
              <a:rPr lang="en-US" altLang="en-US" sz="2000" dirty="0">
                <a:latin typeface="Calibri" panose="020F0502020204030204" pitchFamily="34" charset="0"/>
                <a:cs typeface="Calibri" panose="020F0502020204030204" pitchFamily="34" charset="0"/>
              </a:rPr>
              <a:t>physical address space  2</a:t>
            </a:r>
            <a:r>
              <a:rPr lang="en-US" altLang="en-US" sz="2000" baseline="30000" dirty="0">
                <a:latin typeface="Calibri" panose="020F0502020204030204" pitchFamily="34" charset="0"/>
                <a:cs typeface="Calibri" panose="020F0502020204030204" pitchFamily="34" charset="0"/>
              </a:rPr>
              <a:t>k</a:t>
            </a:r>
            <a:r>
              <a:rPr lang="en-US" altLang="en-US" sz="2000" i="1" baseline="30000" dirty="0">
                <a:latin typeface="Calibri" panose="020F0502020204030204" pitchFamily="34" charset="0"/>
                <a:cs typeface="Calibri" panose="020F0502020204030204" pitchFamily="34" charset="0"/>
              </a:rPr>
              <a:t>  </a:t>
            </a:r>
            <a:r>
              <a:rPr lang="en-US" altLang="en-US" sz="2000" dirty="0">
                <a:latin typeface="Calibri" panose="020F0502020204030204" pitchFamily="34" charset="0"/>
                <a:cs typeface="Calibri" panose="020F0502020204030204" pitchFamily="34" charset="0"/>
              </a:rPr>
              <a:t>frame size </a:t>
            </a:r>
            <a:r>
              <a:rPr lang="en-US" altLang="en-US" sz="2000" baseline="30000" dirty="0">
                <a:latin typeface="Calibri" panose="020F0502020204030204" pitchFamily="34" charset="0"/>
                <a:cs typeface="Calibri" panose="020F0502020204030204" pitchFamily="34" charset="0"/>
              </a:rPr>
              <a:t> </a:t>
            </a:r>
            <a:r>
              <a:rPr lang="en-US" altLang="en-US" sz="2000" dirty="0">
                <a:latin typeface="Calibri" panose="020F0502020204030204" pitchFamily="34" charset="0"/>
                <a:cs typeface="Calibri" panose="020F0502020204030204" pitchFamily="34" charset="0"/>
              </a:rPr>
              <a:t>2</a:t>
            </a:r>
            <a:r>
              <a:rPr lang="en-US" altLang="en-US" sz="2000" baseline="30000" dirty="0">
                <a:latin typeface="Calibri" panose="020F0502020204030204" pitchFamily="34" charset="0"/>
                <a:cs typeface="Calibri" panose="020F0502020204030204" pitchFamily="34" charset="0"/>
              </a:rPr>
              <a:t>n</a:t>
            </a:r>
          </a:p>
          <a:p>
            <a:pPr marL="0" lvl="1" algn="ctr">
              <a:lnSpc>
                <a:spcPct val="120000"/>
              </a:lnSpc>
              <a:defRPr/>
            </a:pPr>
            <a:r>
              <a:rPr lang="en-US" altLang="en-US" sz="2000" dirty="0">
                <a:latin typeface="Calibri" panose="020F0502020204030204" pitchFamily="34" charset="0"/>
                <a:cs typeface="Calibri" panose="020F0502020204030204" pitchFamily="34" charset="0"/>
              </a:rPr>
              <a:t>number of frames 2</a:t>
            </a:r>
            <a:r>
              <a:rPr lang="en-US" altLang="en-US" sz="2000" baseline="30000" dirty="0">
                <a:latin typeface="Calibri" panose="020F0502020204030204" pitchFamily="34" charset="0"/>
                <a:cs typeface="Calibri" panose="020F0502020204030204" pitchFamily="34" charset="0"/>
              </a:rPr>
              <a:t>k-n</a:t>
            </a:r>
          </a:p>
        </p:txBody>
      </p:sp>
      <p:grpSp>
        <p:nvGrpSpPr>
          <p:cNvPr id="47" name="Group 46">
            <a:extLst>
              <a:ext uri="{FF2B5EF4-FFF2-40B4-BE49-F238E27FC236}">
                <a16:creationId xmlns:a16="http://schemas.microsoft.com/office/drawing/2014/main" id="{510A8645-C18A-D046-DC61-68A121D9C3E9}"/>
              </a:ext>
            </a:extLst>
          </p:cNvPr>
          <p:cNvGrpSpPr/>
          <p:nvPr/>
        </p:nvGrpSpPr>
        <p:grpSpPr>
          <a:xfrm>
            <a:off x="5735230" y="3565630"/>
            <a:ext cx="2927350" cy="1277301"/>
            <a:chOff x="5927725" y="2857500"/>
            <a:chExt cx="2927350" cy="1074738"/>
          </a:xfrm>
        </p:grpSpPr>
        <p:grpSp>
          <p:nvGrpSpPr>
            <p:cNvPr id="5" name="Group 4">
              <a:extLst>
                <a:ext uri="{FF2B5EF4-FFF2-40B4-BE49-F238E27FC236}">
                  <a16:creationId xmlns:a16="http://schemas.microsoft.com/office/drawing/2014/main" id="{65F1D05A-8218-6EFD-1BB1-BE6F30908D3E}"/>
                </a:ext>
              </a:extLst>
            </p:cNvPr>
            <p:cNvGrpSpPr>
              <a:grpSpLocks noChangeAspect="1"/>
            </p:cNvGrpSpPr>
            <p:nvPr/>
          </p:nvGrpSpPr>
          <p:grpSpPr bwMode="auto">
            <a:xfrm>
              <a:off x="5927725" y="2857500"/>
              <a:ext cx="2927350" cy="1074738"/>
              <a:chOff x="3734" y="1800"/>
              <a:chExt cx="1844" cy="677"/>
            </a:xfrm>
          </p:grpSpPr>
          <p:sp>
            <p:nvSpPr>
              <p:cNvPr id="8" name="AutoShape 3">
                <a:extLst>
                  <a:ext uri="{FF2B5EF4-FFF2-40B4-BE49-F238E27FC236}">
                    <a16:creationId xmlns:a16="http://schemas.microsoft.com/office/drawing/2014/main" id="{44BADD3A-6F39-2D60-247B-D7FB50A3B9F0}"/>
                  </a:ext>
                </a:extLst>
              </p:cNvPr>
              <p:cNvSpPr>
                <a:spLocks noChangeAspect="1" noChangeArrowheads="1" noTextEdit="1"/>
              </p:cNvSpPr>
              <p:nvPr/>
            </p:nvSpPr>
            <p:spPr bwMode="auto">
              <a:xfrm>
                <a:off x="3734" y="1800"/>
                <a:ext cx="1844" cy="6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Rectangle 5">
                <a:extLst>
                  <a:ext uri="{FF2B5EF4-FFF2-40B4-BE49-F238E27FC236}">
                    <a16:creationId xmlns:a16="http://schemas.microsoft.com/office/drawing/2014/main" id="{FDAFA94B-51C3-2F73-7450-F8EFAC16D09A}"/>
                  </a:ext>
                </a:extLst>
              </p:cNvPr>
              <p:cNvSpPr>
                <a:spLocks noChangeArrowheads="1"/>
              </p:cNvSpPr>
              <p:nvPr/>
            </p:nvSpPr>
            <p:spPr bwMode="auto">
              <a:xfrm>
                <a:off x="3734" y="1800"/>
                <a:ext cx="1844" cy="676"/>
              </a:xfrm>
              <a:prstGeom prst="rect">
                <a:avLst/>
              </a:prstGeom>
              <a:noFill/>
              <a:ln w="0">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600"/>
              </a:p>
            </p:txBody>
          </p:sp>
          <p:sp>
            <p:nvSpPr>
              <p:cNvPr id="10" name="Rectangle 6">
                <a:extLst>
                  <a:ext uri="{FF2B5EF4-FFF2-40B4-BE49-F238E27FC236}">
                    <a16:creationId xmlns:a16="http://schemas.microsoft.com/office/drawing/2014/main" id="{60FE05CF-21FA-F887-6CF4-44DE29AA26DD}"/>
                  </a:ext>
                </a:extLst>
              </p:cNvPr>
              <p:cNvSpPr>
                <a:spLocks noChangeArrowheads="1"/>
              </p:cNvSpPr>
              <p:nvPr/>
            </p:nvSpPr>
            <p:spPr bwMode="auto">
              <a:xfrm>
                <a:off x="3787" y="2005"/>
                <a:ext cx="1715" cy="241"/>
              </a:xfrm>
              <a:prstGeom prst="rect">
                <a:avLst/>
              </a:prstGeom>
              <a:solidFill>
                <a:srgbClr val="CCCCCC"/>
              </a:solidFill>
              <a:ln w="0">
                <a:solidFill>
                  <a:srgbClr val="CCCCCC"/>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1600" dirty="0"/>
              </a:p>
            </p:txBody>
          </p:sp>
          <p:sp>
            <p:nvSpPr>
              <p:cNvPr id="11" name="Line 7">
                <a:extLst>
                  <a:ext uri="{FF2B5EF4-FFF2-40B4-BE49-F238E27FC236}">
                    <a16:creationId xmlns:a16="http://schemas.microsoft.com/office/drawing/2014/main" id="{4F6CF1C0-A72C-C10D-CA25-E4B677AC1B56}"/>
                  </a:ext>
                </a:extLst>
              </p:cNvPr>
              <p:cNvSpPr>
                <a:spLocks noChangeShapeType="1"/>
              </p:cNvSpPr>
              <p:nvPr/>
            </p:nvSpPr>
            <p:spPr bwMode="auto">
              <a:xfrm>
                <a:off x="3787" y="2005"/>
                <a:ext cx="1715" cy="0"/>
              </a:xfrm>
              <a:prstGeom prst="line">
                <a:avLst/>
              </a:prstGeom>
              <a:noFill/>
              <a:ln w="7938">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1600"/>
              </a:p>
            </p:txBody>
          </p:sp>
          <p:sp>
            <p:nvSpPr>
              <p:cNvPr id="12" name="Line 8">
                <a:extLst>
                  <a:ext uri="{FF2B5EF4-FFF2-40B4-BE49-F238E27FC236}">
                    <a16:creationId xmlns:a16="http://schemas.microsoft.com/office/drawing/2014/main" id="{D112E0B1-E33A-8ECC-EE14-86ED12CC48EF}"/>
                  </a:ext>
                </a:extLst>
              </p:cNvPr>
              <p:cNvSpPr>
                <a:spLocks noChangeShapeType="1"/>
              </p:cNvSpPr>
              <p:nvPr/>
            </p:nvSpPr>
            <p:spPr bwMode="auto">
              <a:xfrm>
                <a:off x="5502" y="2005"/>
                <a:ext cx="0" cy="241"/>
              </a:xfrm>
              <a:prstGeom prst="line">
                <a:avLst/>
              </a:prstGeom>
              <a:noFill/>
              <a:ln w="7938">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1600"/>
              </a:p>
            </p:txBody>
          </p:sp>
          <p:sp>
            <p:nvSpPr>
              <p:cNvPr id="13" name="Line 9">
                <a:extLst>
                  <a:ext uri="{FF2B5EF4-FFF2-40B4-BE49-F238E27FC236}">
                    <a16:creationId xmlns:a16="http://schemas.microsoft.com/office/drawing/2014/main" id="{15AFACAB-A961-354A-A060-17D01C80A144}"/>
                  </a:ext>
                </a:extLst>
              </p:cNvPr>
              <p:cNvSpPr>
                <a:spLocks noChangeShapeType="1"/>
              </p:cNvSpPr>
              <p:nvPr/>
            </p:nvSpPr>
            <p:spPr bwMode="auto">
              <a:xfrm flipH="1">
                <a:off x="3787" y="2246"/>
                <a:ext cx="1715" cy="0"/>
              </a:xfrm>
              <a:prstGeom prst="line">
                <a:avLst/>
              </a:prstGeom>
              <a:noFill/>
              <a:ln w="7938">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1600"/>
              </a:p>
            </p:txBody>
          </p:sp>
          <p:sp>
            <p:nvSpPr>
              <p:cNvPr id="14" name="Line 10">
                <a:extLst>
                  <a:ext uri="{FF2B5EF4-FFF2-40B4-BE49-F238E27FC236}">
                    <a16:creationId xmlns:a16="http://schemas.microsoft.com/office/drawing/2014/main" id="{D668EEA8-5700-492B-0788-07925DD48F13}"/>
                  </a:ext>
                </a:extLst>
              </p:cNvPr>
              <p:cNvSpPr>
                <a:spLocks noChangeShapeType="1"/>
              </p:cNvSpPr>
              <p:nvPr/>
            </p:nvSpPr>
            <p:spPr bwMode="auto">
              <a:xfrm flipV="1">
                <a:off x="3787" y="2005"/>
                <a:ext cx="0" cy="241"/>
              </a:xfrm>
              <a:prstGeom prst="line">
                <a:avLst/>
              </a:prstGeom>
              <a:noFill/>
              <a:ln w="7938">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1600"/>
              </a:p>
            </p:txBody>
          </p:sp>
          <p:sp>
            <p:nvSpPr>
              <p:cNvPr id="15" name="Rectangle 11">
                <a:extLst>
                  <a:ext uri="{FF2B5EF4-FFF2-40B4-BE49-F238E27FC236}">
                    <a16:creationId xmlns:a16="http://schemas.microsoft.com/office/drawing/2014/main" id="{C883941F-F375-6A9E-4476-A2E02488EC5F}"/>
                  </a:ext>
                </a:extLst>
              </p:cNvPr>
              <p:cNvSpPr>
                <a:spLocks noChangeArrowheads="1"/>
              </p:cNvSpPr>
              <p:nvPr/>
            </p:nvSpPr>
            <p:spPr bwMode="auto">
              <a:xfrm>
                <a:off x="3898" y="1848"/>
                <a:ext cx="0"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16" name="Rectangle 12">
                <a:extLst>
                  <a:ext uri="{FF2B5EF4-FFF2-40B4-BE49-F238E27FC236}">
                    <a16:creationId xmlns:a16="http://schemas.microsoft.com/office/drawing/2014/main" id="{8A5F5741-48C4-A534-1115-4CA44619B58F}"/>
                  </a:ext>
                </a:extLst>
              </p:cNvPr>
              <p:cNvSpPr>
                <a:spLocks noChangeArrowheads="1"/>
              </p:cNvSpPr>
              <p:nvPr/>
            </p:nvSpPr>
            <p:spPr bwMode="auto">
              <a:xfrm>
                <a:off x="3924" y="1848"/>
                <a:ext cx="0"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17" name="Rectangle 13">
                <a:extLst>
                  <a:ext uri="{FF2B5EF4-FFF2-40B4-BE49-F238E27FC236}">
                    <a16:creationId xmlns:a16="http://schemas.microsoft.com/office/drawing/2014/main" id="{1144F897-39FA-65A6-A4D8-197FB84BF6D3}"/>
                  </a:ext>
                </a:extLst>
              </p:cNvPr>
              <p:cNvSpPr>
                <a:spLocks noChangeArrowheads="1"/>
              </p:cNvSpPr>
              <p:nvPr/>
            </p:nvSpPr>
            <p:spPr bwMode="auto">
              <a:xfrm>
                <a:off x="3950" y="1848"/>
                <a:ext cx="0"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18" name="Rectangle 14">
                <a:extLst>
                  <a:ext uri="{FF2B5EF4-FFF2-40B4-BE49-F238E27FC236}">
                    <a16:creationId xmlns:a16="http://schemas.microsoft.com/office/drawing/2014/main" id="{43ECA1DB-3208-1B02-7097-1B0E62363A31}"/>
                  </a:ext>
                </a:extLst>
              </p:cNvPr>
              <p:cNvSpPr>
                <a:spLocks noChangeArrowheads="1"/>
              </p:cNvSpPr>
              <p:nvPr/>
            </p:nvSpPr>
            <p:spPr bwMode="auto">
              <a:xfrm>
                <a:off x="3976" y="1848"/>
                <a:ext cx="0"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19" name="Rectangle 15">
                <a:extLst>
                  <a:ext uri="{FF2B5EF4-FFF2-40B4-BE49-F238E27FC236}">
                    <a16:creationId xmlns:a16="http://schemas.microsoft.com/office/drawing/2014/main" id="{A22DB85D-7E46-0E47-CF2F-0A2119C1D29E}"/>
                  </a:ext>
                </a:extLst>
              </p:cNvPr>
              <p:cNvSpPr>
                <a:spLocks noChangeArrowheads="1"/>
              </p:cNvSpPr>
              <p:nvPr/>
            </p:nvSpPr>
            <p:spPr bwMode="auto">
              <a:xfrm>
                <a:off x="4002" y="1848"/>
                <a:ext cx="0"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20" name="Rectangle 16">
                <a:extLst>
                  <a:ext uri="{FF2B5EF4-FFF2-40B4-BE49-F238E27FC236}">
                    <a16:creationId xmlns:a16="http://schemas.microsoft.com/office/drawing/2014/main" id="{45933879-6FB4-AF55-736A-F4F065BBEF13}"/>
                  </a:ext>
                </a:extLst>
              </p:cNvPr>
              <p:cNvSpPr>
                <a:spLocks noChangeArrowheads="1"/>
              </p:cNvSpPr>
              <p:nvPr/>
            </p:nvSpPr>
            <p:spPr bwMode="auto">
              <a:xfrm>
                <a:off x="3993" y="1848"/>
                <a:ext cx="0"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21" name="Rectangle 17">
                <a:extLst>
                  <a:ext uri="{FF2B5EF4-FFF2-40B4-BE49-F238E27FC236}">
                    <a16:creationId xmlns:a16="http://schemas.microsoft.com/office/drawing/2014/main" id="{934B2375-6E92-ACC8-1BA7-2990B476F225}"/>
                  </a:ext>
                </a:extLst>
              </p:cNvPr>
              <p:cNvSpPr>
                <a:spLocks noChangeArrowheads="1"/>
              </p:cNvSpPr>
              <p:nvPr/>
            </p:nvSpPr>
            <p:spPr bwMode="auto">
              <a:xfrm>
                <a:off x="4019" y="1848"/>
                <a:ext cx="0"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22" name="Rectangle 18">
                <a:extLst>
                  <a:ext uri="{FF2B5EF4-FFF2-40B4-BE49-F238E27FC236}">
                    <a16:creationId xmlns:a16="http://schemas.microsoft.com/office/drawing/2014/main" id="{D38AFA9C-85F6-079D-67CC-F635E930B6FD}"/>
                  </a:ext>
                </a:extLst>
              </p:cNvPr>
              <p:cNvSpPr>
                <a:spLocks noChangeArrowheads="1"/>
              </p:cNvSpPr>
              <p:nvPr/>
            </p:nvSpPr>
            <p:spPr bwMode="auto">
              <a:xfrm>
                <a:off x="4045" y="1848"/>
                <a:ext cx="0"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23" name="Rectangle 19">
                <a:extLst>
                  <a:ext uri="{FF2B5EF4-FFF2-40B4-BE49-F238E27FC236}">
                    <a16:creationId xmlns:a16="http://schemas.microsoft.com/office/drawing/2014/main" id="{1A2877D7-A725-C367-D260-4967BA99C40E}"/>
                  </a:ext>
                </a:extLst>
              </p:cNvPr>
              <p:cNvSpPr>
                <a:spLocks noChangeArrowheads="1"/>
              </p:cNvSpPr>
              <p:nvPr/>
            </p:nvSpPr>
            <p:spPr bwMode="auto">
              <a:xfrm>
                <a:off x="4106" y="1848"/>
                <a:ext cx="0"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24" name="Rectangle 20">
                <a:extLst>
                  <a:ext uri="{FF2B5EF4-FFF2-40B4-BE49-F238E27FC236}">
                    <a16:creationId xmlns:a16="http://schemas.microsoft.com/office/drawing/2014/main" id="{1D91DAC6-BF82-AA42-4062-A1BF1CB5AA68}"/>
                  </a:ext>
                </a:extLst>
              </p:cNvPr>
              <p:cNvSpPr>
                <a:spLocks noChangeArrowheads="1"/>
              </p:cNvSpPr>
              <p:nvPr/>
            </p:nvSpPr>
            <p:spPr bwMode="auto">
              <a:xfrm>
                <a:off x="4132" y="1848"/>
                <a:ext cx="0"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25" name="Rectangle 21">
                <a:extLst>
                  <a:ext uri="{FF2B5EF4-FFF2-40B4-BE49-F238E27FC236}">
                    <a16:creationId xmlns:a16="http://schemas.microsoft.com/office/drawing/2014/main" id="{C6C6C128-4CD8-3F38-108F-F5F79D112FDE}"/>
                  </a:ext>
                </a:extLst>
              </p:cNvPr>
              <p:cNvSpPr>
                <a:spLocks noChangeArrowheads="1"/>
              </p:cNvSpPr>
              <p:nvPr/>
            </p:nvSpPr>
            <p:spPr bwMode="auto">
              <a:xfrm>
                <a:off x="4158" y="1848"/>
                <a:ext cx="0"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26" name="Rectangle 22">
                <a:extLst>
                  <a:ext uri="{FF2B5EF4-FFF2-40B4-BE49-F238E27FC236}">
                    <a16:creationId xmlns:a16="http://schemas.microsoft.com/office/drawing/2014/main" id="{430B2435-8AF7-6B07-EC30-B5D3BCED6620}"/>
                  </a:ext>
                </a:extLst>
              </p:cNvPr>
              <p:cNvSpPr>
                <a:spLocks noChangeArrowheads="1"/>
              </p:cNvSpPr>
              <p:nvPr/>
            </p:nvSpPr>
            <p:spPr bwMode="auto">
              <a:xfrm>
                <a:off x="4773" y="1845"/>
                <a:ext cx="0"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27" name="Rectangle 23">
                <a:extLst>
                  <a:ext uri="{FF2B5EF4-FFF2-40B4-BE49-F238E27FC236}">
                    <a16:creationId xmlns:a16="http://schemas.microsoft.com/office/drawing/2014/main" id="{051A2A67-C44B-2194-2B60-6A2FE21CD2D3}"/>
                  </a:ext>
                </a:extLst>
              </p:cNvPr>
              <p:cNvSpPr>
                <a:spLocks noChangeArrowheads="1"/>
              </p:cNvSpPr>
              <p:nvPr/>
            </p:nvSpPr>
            <p:spPr bwMode="auto">
              <a:xfrm>
                <a:off x="4799" y="1845"/>
                <a:ext cx="0"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28" name="Rectangle 24">
                <a:extLst>
                  <a:ext uri="{FF2B5EF4-FFF2-40B4-BE49-F238E27FC236}">
                    <a16:creationId xmlns:a16="http://schemas.microsoft.com/office/drawing/2014/main" id="{7216EDB2-E271-5009-A6C1-DC92973E446D}"/>
                  </a:ext>
                </a:extLst>
              </p:cNvPr>
              <p:cNvSpPr>
                <a:spLocks noChangeArrowheads="1"/>
              </p:cNvSpPr>
              <p:nvPr/>
            </p:nvSpPr>
            <p:spPr bwMode="auto">
              <a:xfrm>
                <a:off x="4825" y="1845"/>
                <a:ext cx="0"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29" name="Rectangle 25">
                <a:extLst>
                  <a:ext uri="{FF2B5EF4-FFF2-40B4-BE49-F238E27FC236}">
                    <a16:creationId xmlns:a16="http://schemas.microsoft.com/office/drawing/2014/main" id="{815DF989-054A-F2BA-9B93-2EFB66F3097A}"/>
                  </a:ext>
                </a:extLst>
              </p:cNvPr>
              <p:cNvSpPr>
                <a:spLocks noChangeArrowheads="1"/>
              </p:cNvSpPr>
              <p:nvPr/>
            </p:nvSpPr>
            <p:spPr bwMode="auto">
              <a:xfrm>
                <a:off x="4851" y="1845"/>
                <a:ext cx="0"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30" name="Rectangle 26">
                <a:extLst>
                  <a:ext uri="{FF2B5EF4-FFF2-40B4-BE49-F238E27FC236}">
                    <a16:creationId xmlns:a16="http://schemas.microsoft.com/office/drawing/2014/main" id="{586A3D56-F347-DEC4-CFF5-15CA56DF0BAA}"/>
                  </a:ext>
                </a:extLst>
              </p:cNvPr>
              <p:cNvSpPr>
                <a:spLocks noChangeArrowheads="1"/>
              </p:cNvSpPr>
              <p:nvPr/>
            </p:nvSpPr>
            <p:spPr bwMode="auto">
              <a:xfrm>
                <a:off x="4877" y="1845"/>
                <a:ext cx="36"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a:ln>
                      <a:noFill/>
                    </a:ln>
                    <a:solidFill>
                      <a:srgbClr val="000000"/>
                    </a:solidFill>
                    <a:effectLst/>
                    <a:latin typeface=""/>
                  </a:rPr>
                  <a:t> </a:t>
                </a:r>
                <a:endParaRPr kumimoji="0" lang="en-US" altLang="en-US" sz="1600" b="0" i="0" u="none" strike="noStrike" cap="none" normalizeH="0" baseline="0">
                  <a:ln>
                    <a:noFill/>
                  </a:ln>
                  <a:solidFill>
                    <a:schemeClr val="tx1"/>
                  </a:solidFill>
                  <a:effectLst/>
                </a:endParaRPr>
              </a:p>
            </p:txBody>
          </p:sp>
          <p:sp>
            <p:nvSpPr>
              <p:cNvPr id="31" name="Rectangle 27">
                <a:extLst>
                  <a:ext uri="{FF2B5EF4-FFF2-40B4-BE49-F238E27FC236}">
                    <a16:creationId xmlns:a16="http://schemas.microsoft.com/office/drawing/2014/main" id="{D7E5663C-22DF-D997-923E-863DD8395A02}"/>
                  </a:ext>
                </a:extLst>
              </p:cNvPr>
              <p:cNvSpPr>
                <a:spLocks noChangeArrowheads="1"/>
              </p:cNvSpPr>
              <p:nvPr/>
            </p:nvSpPr>
            <p:spPr bwMode="auto">
              <a:xfrm>
                <a:off x="4868" y="1845"/>
                <a:ext cx="0"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33" name="Rectangle 29">
                <a:extLst>
                  <a:ext uri="{FF2B5EF4-FFF2-40B4-BE49-F238E27FC236}">
                    <a16:creationId xmlns:a16="http://schemas.microsoft.com/office/drawing/2014/main" id="{D4EEBA7C-D6BB-5DF2-9701-2472CEF66970}"/>
                  </a:ext>
                </a:extLst>
              </p:cNvPr>
              <p:cNvSpPr>
                <a:spLocks noChangeArrowheads="1"/>
              </p:cNvSpPr>
              <p:nvPr/>
            </p:nvSpPr>
            <p:spPr bwMode="auto">
              <a:xfrm>
                <a:off x="4885" y="1845"/>
                <a:ext cx="0"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34" name="Rectangle 30">
                <a:extLst>
                  <a:ext uri="{FF2B5EF4-FFF2-40B4-BE49-F238E27FC236}">
                    <a16:creationId xmlns:a16="http://schemas.microsoft.com/office/drawing/2014/main" id="{D3E7ABFD-7B96-2BAB-FC18-B1F300AD9CC6}"/>
                  </a:ext>
                </a:extLst>
              </p:cNvPr>
              <p:cNvSpPr>
                <a:spLocks noChangeArrowheads="1"/>
              </p:cNvSpPr>
              <p:nvPr/>
            </p:nvSpPr>
            <p:spPr bwMode="auto">
              <a:xfrm>
                <a:off x="4876" y="1845"/>
                <a:ext cx="0"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35" name="Rectangle 31">
                <a:extLst>
                  <a:ext uri="{FF2B5EF4-FFF2-40B4-BE49-F238E27FC236}">
                    <a16:creationId xmlns:a16="http://schemas.microsoft.com/office/drawing/2014/main" id="{01DD6C0C-CB1C-6DE3-04D8-E91C6A308109}"/>
                  </a:ext>
                </a:extLst>
              </p:cNvPr>
              <p:cNvSpPr>
                <a:spLocks noChangeArrowheads="1"/>
              </p:cNvSpPr>
              <p:nvPr/>
            </p:nvSpPr>
            <p:spPr bwMode="auto">
              <a:xfrm>
                <a:off x="4895" y="1845"/>
                <a:ext cx="0"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36" name="Rectangle 32">
                <a:extLst>
                  <a:ext uri="{FF2B5EF4-FFF2-40B4-BE49-F238E27FC236}">
                    <a16:creationId xmlns:a16="http://schemas.microsoft.com/office/drawing/2014/main" id="{F27142AA-2964-532E-3A4C-4E6BCB68BB5D}"/>
                  </a:ext>
                </a:extLst>
              </p:cNvPr>
              <p:cNvSpPr>
                <a:spLocks noChangeArrowheads="1"/>
              </p:cNvSpPr>
              <p:nvPr/>
            </p:nvSpPr>
            <p:spPr bwMode="auto">
              <a:xfrm>
                <a:off x="4921" y="1845"/>
                <a:ext cx="0"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37" name="Rectangle 33">
                <a:extLst>
                  <a:ext uri="{FF2B5EF4-FFF2-40B4-BE49-F238E27FC236}">
                    <a16:creationId xmlns:a16="http://schemas.microsoft.com/office/drawing/2014/main" id="{06A0FB2A-3F91-9698-7CAB-F6039542E224}"/>
                  </a:ext>
                </a:extLst>
              </p:cNvPr>
              <p:cNvSpPr>
                <a:spLocks noChangeArrowheads="1"/>
              </p:cNvSpPr>
              <p:nvPr/>
            </p:nvSpPr>
            <p:spPr bwMode="auto">
              <a:xfrm>
                <a:off x="4222" y="2061"/>
                <a:ext cx="36" cy="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rPr>
                  <a:t>f</a:t>
                </a:r>
              </a:p>
            </p:txBody>
          </p:sp>
          <p:sp>
            <p:nvSpPr>
              <p:cNvPr id="38" name="Rectangle 34">
                <a:extLst>
                  <a:ext uri="{FF2B5EF4-FFF2-40B4-BE49-F238E27FC236}">
                    <a16:creationId xmlns:a16="http://schemas.microsoft.com/office/drawing/2014/main" id="{F1F63638-F0E5-A93A-8D02-9E3B0B7C08E8}"/>
                  </a:ext>
                </a:extLst>
              </p:cNvPr>
              <p:cNvSpPr>
                <a:spLocks noChangeArrowheads="1"/>
              </p:cNvSpPr>
              <p:nvPr/>
            </p:nvSpPr>
            <p:spPr bwMode="auto">
              <a:xfrm>
                <a:off x="5074" y="2053"/>
                <a:ext cx="72"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
                  </a:rPr>
                  <a:t>d</a:t>
                </a:r>
                <a:endParaRPr kumimoji="0" lang="en-US" altLang="en-US" sz="1600" b="0" i="0" u="none" strike="noStrike" cap="none" normalizeH="0" baseline="0" dirty="0">
                  <a:ln>
                    <a:noFill/>
                  </a:ln>
                  <a:solidFill>
                    <a:schemeClr val="tx1"/>
                  </a:solidFill>
                  <a:effectLst/>
                </a:endParaRPr>
              </a:p>
            </p:txBody>
          </p:sp>
          <p:sp>
            <p:nvSpPr>
              <p:cNvPr id="40" name="Rectangle 36">
                <a:extLst>
                  <a:ext uri="{FF2B5EF4-FFF2-40B4-BE49-F238E27FC236}">
                    <a16:creationId xmlns:a16="http://schemas.microsoft.com/office/drawing/2014/main" id="{1343D51D-5934-58FF-C2A5-08201F586085}"/>
                  </a:ext>
                </a:extLst>
              </p:cNvPr>
              <p:cNvSpPr>
                <a:spLocks noChangeArrowheads="1"/>
              </p:cNvSpPr>
              <p:nvPr/>
            </p:nvSpPr>
            <p:spPr bwMode="auto">
              <a:xfrm>
                <a:off x="4122" y="2301"/>
                <a:ext cx="36"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a:ln>
                      <a:noFill/>
                    </a:ln>
                    <a:solidFill>
                      <a:srgbClr val="000000"/>
                    </a:solidFill>
                    <a:effectLst/>
                    <a:latin typeface=""/>
                  </a:rPr>
                  <a:t> </a:t>
                </a:r>
                <a:endParaRPr kumimoji="0" lang="en-US" altLang="en-US" sz="1600" b="0" i="0" u="none" strike="noStrike" cap="none" normalizeH="0" baseline="0">
                  <a:ln>
                    <a:noFill/>
                  </a:ln>
                  <a:solidFill>
                    <a:schemeClr val="tx1"/>
                  </a:solidFill>
                  <a:effectLst/>
                </a:endParaRPr>
              </a:p>
            </p:txBody>
          </p:sp>
          <p:sp>
            <p:nvSpPr>
              <p:cNvPr id="42" name="Rectangle 38">
                <a:extLst>
                  <a:ext uri="{FF2B5EF4-FFF2-40B4-BE49-F238E27FC236}">
                    <a16:creationId xmlns:a16="http://schemas.microsoft.com/office/drawing/2014/main" id="{E318CA9E-D739-6437-59FA-09A5FC9BE789}"/>
                  </a:ext>
                </a:extLst>
              </p:cNvPr>
              <p:cNvSpPr>
                <a:spLocks noChangeArrowheads="1"/>
              </p:cNvSpPr>
              <p:nvPr/>
            </p:nvSpPr>
            <p:spPr bwMode="auto">
              <a:xfrm>
                <a:off x="3991" y="2301"/>
                <a:ext cx="490" cy="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1600" dirty="0">
                    <a:solidFill>
                      <a:srgbClr val="000000"/>
                    </a:solidFill>
                    <a:latin typeface=""/>
                  </a:rPr>
                  <a:t>k</a:t>
                </a:r>
                <a:r>
                  <a:rPr kumimoji="0" lang="en-US" altLang="en-US" sz="1600" b="0" i="0" u="none" strike="noStrike" cap="none" normalizeH="0" baseline="0" dirty="0">
                    <a:ln>
                      <a:noFill/>
                    </a:ln>
                    <a:solidFill>
                      <a:srgbClr val="000000"/>
                    </a:solidFill>
                    <a:effectLst/>
                    <a:latin typeface=""/>
                  </a:rPr>
                  <a:t> - n bits</a:t>
                </a:r>
                <a:endParaRPr kumimoji="0" lang="en-US" altLang="en-US" sz="1600" b="0" i="0" u="none" strike="noStrike" cap="none" normalizeH="0" baseline="0" dirty="0">
                  <a:ln>
                    <a:noFill/>
                  </a:ln>
                  <a:solidFill>
                    <a:schemeClr val="tx1"/>
                  </a:solidFill>
                  <a:effectLst/>
                </a:endParaRPr>
              </a:p>
            </p:txBody>
          </p:sp>
          <p:sp>
            <p:nvSpPr>
              <p:cNvPr id="43" name="Rectangle 39">
                <a:extLst>
                  <a:ext uri="{FF2B5EF4-FFF2-40B4-BE49-F238E27FC236}">
                    <a16:creationId xmlns:a16="http://schemas.microsoft.com/office/drawing/2014/main" id="{B3BFADBD-1D34-4B07-09F6-628770DDD6CE}"/>
                  </a:ext>
                </a:extLst>
              </p:cNvPr>
              <p:cNvSpPr>
                <a:spLocks noChangeArrowheads="1"/>
              </p:cNvSpPr>
              <p:nvPr/>
            </p:nvSpPr>
            <p:spPr bwMode="auto">
              <a:xfrm>
                <a:off x="5024" y="2307"/>
                <a:ext cx="309"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
                  </a:rPr>
                  <a:t>n bits</a:t>
                </a:r>
                <a:endParaRPr kumimoji="0" lang="en-US" altLang="en-US" sz="1600" b="0" i="0" u="none" strike="noStrike" cap="none" normalizeH="0" baseline="0" dirty="0">
                  <a:ln>
                    <a:noFill/>
                  </a:ln>
                  <a:solidFill>
                    <a:schemeClr val="tx1"/>
                  </a:solidFill>
                  <a:effectLst/>
                </a:endParaRPr>
              </a:p>
            </p:txBody>
          </p:sp>
          <p:sp>
            <p:nvSpPr>
              <p:cNvPr id="44" name="Line 40">
                <a:extLst>
                  <a:ext uri="{FF2B5EF4-FFF2-40B4-BE49-F238E27FC236}">
                    <a16:creationId xmlns:a16="http://schemas.microsoft.com/office/drawing/2014/main" id="{EBCECC6D-1450-3EEE-7C9A-397E3E884E0C}"/>
                  </a:ext>
                </a:extLst>
              </p:cNvPr>
              <p:cNvSpPr>
                <a:spLocks noChangeShapeType="1"/>
              </p:cNvSpPr>
              <p:nvPr/>
            </p:nvSpPr>
            <p:spPr bwMode="auto">
              <a:xfrm flipV="1">
                <a:off x="4701" y="1827"/>
                <a:ext cx="0" cy="419"/>
              </a:xfrm>
              <a:prstGeom prst="line">
                <a:avLst/>
              </a:prstGeom>
              <a:noFill/>
              <a:ln w="11113">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1600"/>
              </a:p>
            </p:txBody>
          </p:sp>
        </p:grpSp>
        <p:sp>
          <p:nvSpPr>
            <p:cNvPr id="45" name="Rectangle 38">
              <a:extLst>
                <a:ext uri="{FF2B5EF4-FFF2-40B4-BE49-F238E27FC236}">
                  <a16:creationId xmlns:a16="http://schemas.microsoft.com/office/drawing/2014/main" id="{3337D25E-335A-FEBD-32CC-77F570FF8068}"/>
                </a:ext>
              </a:extLst>
            </p:cNvPr>
            <p:cNvSpPr>
              <a:spLocks noChangeArrowheads="1"/>
            </p:cNvSpPr>
            <p:nvPr/>
          </p:nvSpPr>
          <p:spPr bwMode="auto">
            <a:xfrm>
              <a:off x="6109393" y="2911158"/>
              <a:ext cx="1279196" cy="207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1600" dirty="0">
                  <a:solidFill>
                    <a:srgbClr val="000000"/>
                  </a:solidFill>
                  <a:latin typeface=""/>
                </a:rPr>
                <a:t>frame number</a:t>
              </a:r>
              <a:endParaRPr kumimoji="0" lang="en-US" altLang="en-US" sz="1600" b="0" i="0" u="none" strike="noStrike" cap="none" normalizeH="0" baseline="0" dirty="0">
                <a:ln>
                  <a:noFill/>
                </a:ln>
                <a:solidFill>
                  <a:schemeClr val="tx1"/>
                </a:solidFill>
                <a:effectLst/>
              </a:endParaRPr>
            </a:p>
          </p:txBody>
        </p:sp>
        <p:sp>
          <p:nvSpPr>
            <p:cNvPr id="46" name="Rectangle 38">
              <a:extLst>
                <a:ext uri="{FF2B5EF4-FFF2-40B4-BE49-F238E27FC236}">
                  <a16:creationId xmlns:a16="http://schemas.microsoft.com/office/drawing/2014/main" id="{7A487F79-B5D0-BACD-007C-E6714E0FDD90}"/>
                </a:ext>
              </a:extLst>
            </p:cNvPr>
            <p:cNvSpPr>
              <a:spLocks noChangeArrowheads="1"/>
            </p:cNvSpPr>
            <p:nvPr/>
          </p:nvSpPr>
          <p:spPr bwMode="auto">
            <a:xfrm>
              <a:off x="7707313" y="2911158"/>
              <a:ext cx="1012585"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
                </a:rPr>
                <a:t>page offset</a:t>
              </a:r>
              <a:endParaRPr kumimoji="0" lang="en-US" altLang="en-US" sz="1600" b="0" i="0" u="none" strike="noStrike" cap="none" normalizeH="0" baseline="0" dirty="0">
                <a:ln>
                  <a:noFill/>
                </a:ln>
                <a:solidFill>
                  <a:schemeClr val="tx1"/>
                </a:solidFill>
                <a:effectLst/>
              </a:endParaRPr>
            </a:p>
          </p:txBody>
        </p:sp>
      </p:grpSp>
      <p:sp>
        <p:nvSpPr>
          <p:cNvPr id="32" name="TextBox 31">
            <a:extLst>
              <a:ext uri="{FF2B5EF4-FFF2-40B4-BE49-F238E27FC236}">
                <a16:creationId xmlns:a16="http://schemas.microsoft.com/office/drawing/2014/main" id="{2EE7D3C9-6F3E-EE22-A643-0F21C2F6CB10}"/>
              </a:ext>
            </a:extLst>
          </p:cNvPr>
          <p:cNvSpPr txBox="1"/>
          <p:nvPr/>
        </p:nvSpPr>
        <p:spPr>
          <a:xfrm>
            <a:off x="1016000" y="5584276"/>
            <a:ext cx="7617824" cy="576025"/>
          </a:xfrm>
          <a:prstGeom prst="rect">
            <a:avLst/>
          </a:prstGeom>
          <a:solidFill>
            <a:schemeClr val="bg1">
              <a:lumMod val="95000"/>
            </a:schemeClr>
          </a:solidFill>
        </p:spPr>
        <p:txBody>
          <a:bodyPr wrap="square" anchor="ctr" anchorCtr="1">
            <a:noAutofit/>
          </a:bodyPr>
          <a:lstStyle/>
          <a:p>
            <a:pPr>
              <a:spcBef>
                <a:spcPts val="1200"/>
              </a:spcBef>
            </a:pPr>
            <a:r>
              <a:rPr kumimoji="1" lang="en-US" dirty="0">
                <a:solidFill>
                  <a:srgbClr val="0000CC"/>
                </a:solidFill>
              </a:rPr>
              <a:t>Phys</a:t>
            </a:r>
            <a:r>
              <a:rPr kumimoji="1" lang="en-US" sz="1800" dirty="0">
                <a:solidFill>
                  <a:srgbClr val="0000CC"/>
                </a:solidFill>
              </a:rPr>
              <a:t>ical address (3,6)  </a:t>
            </a:r>
            <a:r>
              <a:rPr kumimoji="1" lang="en-US" sz="1800" dirty="0">
                <a:solidFill>
                  <a:srgbClr val="0000CC"/>
                </a:solidFill>
                <a:latin typeface="Abadi" panose="020B0604020104020204" pitchFamily="34" charset="0"/>
              </a:rPr>
              <a:t>→</a:t>
            </a:r>
            <a:r>
              <a:rPr kumimoji="1" lang="en-US" sz="1800" dirty="0">
                <a:solidFill>
                  <a:srgbClr val="0000CC"/>
                </a:solidFill>
              </a:rPr>
              <a:t>  </a:t>
            </a:r>
            <a:r>
              <a:rPr kumimoji="1" lang="en-US" dirty="0">
                <a:solidFill>
                  <a:srgbClr val="0000CC"/>
                </a:solidFill>
              </a:rPr>
              <a:t>fram</a:t>
            </a:r>
            <a:r>
              <a:rPr kumimoji="1" lang="en-US" sz="1800" dirty="0">
                <a:solidFill>
                  <a:srgbClr val="0000CC"/>
                </a:solidFill>
              </a:rPr>
              <a:t>e </a:t>
            </a:r>
            <a:r>
              <a:rPr kumimoji="1" lang="en-US" dirty="0">
                <a:solidFill>
                  <a:srgbClr val="0000CC"/>
                </a:solidFill>
              </a:rPr>
              <a:t>number</a:t>
            </a:r>
            <a:r>
              <a:rPr kumimoji="1" lang="en-US" sz="1800" dirty="0">
                <a:solidFill>
                  <a:srgbClr val="0000CC"/>
                </a:solidFill>
              </a:rPr>
              <a:t> = 3, displacement = 6</a:t>
            </a:r>
          </a:p>
        </p:txBody>
      </p:sp>
    </p:spTree>
    <p:extLst>
      <p:ext uri="{BB962C8B-B14F-4D97-AF65-F5344CB8AC3E}">
        <p14:creationId xmlns:p14="http://schemas.microsoft.com/office/powerpoint/2010/main" val="2801274362"/>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2F5B48E3-93A0-BB33-5CCB-FD8118A5BE86}"/>
              </a:ext>
            </a:extLst>
          </p:cNvPr>
          <p:cNvSpPr>
            <a:spLocks noGrp="1" noChangeArrowheads="1"/>
          </p:cNvSpPr>
          <p:nvPr>
            <p:ph type="title"/>
          </p:nvPr>
        </p:nvSpPr>
        <p:spPr>
          <a:xfrm>
            <a:off x="1084580" y="161290"/>
            <a:ext cx="7937500" cy="576263"/>
          </a:xfrm>
        </p:spPr>
        <p:txBody>
          <a:bodyPr/>
          <a:lstStyle/>
          <a:p>
            <a:r>
              <a:rPr lang="en-US" sz="2800" kern="0" dirty="0"/>
              <a:t>Address Translation in Paging</a:t>
            </a:r>
          </a:p>
        </p:txBody>
      </p:sp>
      <p:pic>
        <p:nvPicPr>
          <p:cNvPr id="37891" name="Picture 4" descr="8">
            <a:extLst>
              <a:ext uri="{FF2B5EF4-FFF2-40B4-BE49-F238E27FC236}">
                <a16:creationId xmlns:a16="http://schemas.microsoft.com/office/drawing/2014/main" id="{5DC9173E-4B46-A256-0C15-E3F17F539F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5440" y="1256398"/>
            <a:ext cx="8717280" cy="487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5">
            <a:extLst>
              <a:ext uri="{FF2B5EF4-FFF2-40B4-BE49-F238E27FC236}">
                <a16:creationId xmlns:a16="http://schemas.microsoft.com/office/drawing/2014/main" id="{0DDB7154-53F8-F4CD-3AF0-A8F3673989F1}"/>
              </a:ext>
            </a:extLst>
          </p:cNvPr>
          <p:cNvSpPr txBox="1">
            <a:spLocks noChangeArrowheads="1"/>
          </p:cNvSpPr>
          <p:nvPr/>
        </p:nvSpPr>
        <p:spPr bwMode="auto">
          <a:xfrm>
            <a:off x="848787" y="1346367"/>
            <a:ext cx="1704595" cy="646331"/>
          </a:xfrm>
          <a:prstGeom prst="rect">
            <a:avLst/>
          </a:prstGeom>
          <a:noFill/>
          <a:ln w="9525">
            <a:noFill/>
            <a:miter lim="800000"/>
            <a:headEnd/>
            <a:tailEnd/>
          </a:ln>
        </p:spPr>
        <p:txBody>
          <a:bodyPr wrap="square">
            <a:spAutoFit/>
          </a:bodyPr>
          <a:lstStyle/>
          <a:p>
            <a:pPr algn="ctr"/>
            <a:r>
              <a:rPr lang="en-US" dirty="0">
                <a:solidFill>
                  <a:srgbClr val="FF0000"/>
                </a:solidFill>
                <a:latin typeface="Comic Sans MS" pitchFamily="66" charset="0"/>
              </a:rPr>
              <a:t>Index into page table</a:t>
            </a:r>
          </a:p>
        </p:txBody>
      </p:sp>
      <p:sp>
        <p:nvSpPr>
          <p:cNvPr id="9" name="TextBox 6">
            <a:extLst>
              <a:ext uri="{FF2B5EF4-FFF2-40B4-BE49-F238E27FC236}">
                <a16:creationId xmlns:a16="http://schemas.microsoft.com/office/drawing/2014/main" id="{4F2CA589-3F29-1586-2CD7-658062C7813C}"/>
              </a:ext>
            </a:extLst>
          </p:cNvPr>
          <p:cNvSpPr txBox="1">
            <a:spLocks noChangeArrowheads="1"/>
          </p:cNvSpPr>
          <p:nvPr/>
        </p:nvSpPr>
        <p:spPr bwMode="auto">
          <a:xfrm>
            <a:off x="2966450" y="1375076"/>
            <a:ext cx="2331087" cy="646331"/>
          </a:xfrm>
          <a:prstGeom prst="rect">
            <a:avLst/>
          </a:prstGeom>
          <a:noFill/>
          <a:ln w="9525">
            <a:noFill/>
            <a:miter lim="800000"/>
            <a:headEnd/>
            <a:tailEnd/>
          </a:ln>
        </p:spPr>
        <p:txBody>
          <a:bodyPr wrap="none">
            <a:spAutoFit/>
          </a:bodyPr>
          <a:lstStyle/>
          <a:p>
            <a:pPr algn="ctr"/>
            <a:r>
              <a:rPr lang="en-US" dirty="0">
                <a:solidFill>
                  <a:srgbClr val="FF0000"/>
                </a:solidFill>
                <a:latin typeface="Comic Sans MS" pitchFamily="66" charset="0"/>
              </a:rPr>
              <a:t>Displacement within</a:t>
            </a:r>
          </a:p>
          <a:p>
            <a:pPr algn="ctr"/>
            <a:r>
              <a:rPr lang="en-US" dirty="0">
                <a:solidFill>
                  <a:srgbClr val="FF0000"/>
                </a:solidFill>
                <a:latin typeface="Comic Sans MS" pitchFamily="66" charset="0"/>
              </a:rPr>
              <a:t>the page</a:t>
            </a:r>
          </a:p>
        </p:txBody>
      </p:sp>
      <p:cxnSp>
        <p:nvCxnSpPr>
          <p:cNvPr id="10" name="Curved Connector 8">
            <a:extLst>
              <a:ext uri="{FF2B5EF4-FFF2-40B4-BE49-F238E27FC236}">
                <a16:creationId xmlns:a16="http://schemas.microsoft.com/office/drawing/2014/main" id="{18A0E7C5-6CC6-E869-C10E-6D78957E3B0A}"/>
              </a:ext>
            </a:extLst>
          </p:cNvPr>
          <p:cNvCxnSpPr>
            <a:cxnSpLocks noChangeShapeType="1"/>
          </p:cNvCxnSpPr>
          <p:nvPr/>
        </p:nvCxnSpPr>
        <p:spPr bwMode="auto">
          <a:xfrm rot="10800000" flipV="1">
            <a:off x="2598622" y="2072206"/>
            <a:ext cx="1323138" cy="1239955"/>
          </a:xfrm>
          <a:prstGeom prst="curvedConnector3">
            <a:avLst>
              <a:gd name="adj1" fmla="val 50000"/>
            </a:avLst>
          </a:prstGeom>
          <a:noFill/>
          <a:ln w="19050" algn="ctr">
            <a:solidFill>
              <a:srgbClr val="00B0F0"/>
            </a:solidFill>
            <a:round/>
            <a:headEnd/>
            <a:tailEnd type="arrow" w="med" len="med"/>
          </a:ln>
        </p:spPr>
      </p:cxnSp>
      <p:cxnSp>
        <p:nvCxnSpPr>
          <p:cNvPr id="11" name="Curved Connector 10">
            <a:extLst>
              <a:ext uri="{FF2B5EF4-FFF2-40B4-BE49-F238E27FC236}">
                <a16:creationId xmlns:a16="http://schemas.microsoft.com/office/drawing/2014/main" id="{A9E8E25B-5BFE-DDBA-1C57-699232560710}"/>
              </a:ext>
            </a:extLst>
          </p:cNvPr>
          <p:cNvCxnSpPr>
            <a:cxnSpLocks noChangeShapeType="1"/>
          </p:cNvCxnSpPr>
          <p:nvPr/>
        </p:nvCxnSpPr>
        <p:spPr bwMode="auto">
          <a:xfrm rot="16200000" flipH="1">
            <a:off x="1168708" y="2499668"/>
            <a:ext cx="1160364" cy="78546"/>
          </a:xfrm>
          <a:prstGeom prst="curvedConnector3">
            <a:avLst>
              <a:gd name="adj1" fmla="val 50000"/>
            </a:avLst>
          </a:prstGeom>
          <a:noFill/>
          <a:ln w="19050" algn="ctr">
            <a:solidFill>
              <a:srgbClr val="00B0F0"/>
            </a:solidFill>
            <a:round/>
            <a:headEnd/>
            <a:tailEnd type="arrow" w="med" len="med"/>
          </a:ln>
        </p:spPr>
      </p:cxnSp>
      <p:sp>
        <p:nvSpPr>
          <p:cNvPr id="7" name="Slide Number Placeholder 3">
            <a:extLst>
              <a:ext uri="{FF2B5EF4-FFF2-40B4-BE49-F238E27FC236}">
                <a16:creationId xmlns:a16="http://schemas.microsoft.com/office/drawing/2014/main" id="{D88565CB-EF1D-3917-94C6-2EC4C2DEDE0B}"/>
              </a:ext>
            </a:extLst>
          </p:cNvPr>
          <p:cNvSpPr txBox="1">
            <a:spLocks/>
          </p:cNvSpPr>
          <p:nvPr/>
        </p:nvSpPr>
        <p:spPr bwMode="auto">
          <a:xfrm>
            <a:off x="8588829" y="6389912"/>
            <a:ext cx="413657" cy="3751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E2418860-B345-4524-9314-FE51DF6E4AD1}" type="slidenum">
              <a:rPr lang="en-US" altLang="en-PK" sz="1400" smtClean="0">
                <a:solidFill>
                  <a:schemeClr val="tx1"/>
                </a:solidFill>
              </a:rPr>
              <a:pPr/>
              <a:t>38</a:t>
            </a:fld>
            <a:endParaRPr lang="en-US" altLang="en-US" sz="1400" dirty="0">
              <a:solidFill>
                <a:schemeClr val="tx1"/>
              </a:solidFill>
              <a:latin typeface="Tahoma" panose="020B0604030504040204" pitchFamily="34" charset="0"/>
              <a:ea typeface="MS PGothic" panose="020B0600070205080204" pitchFamily="34" charset="-128"/>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D37C6CB7-7337-5C42-8CE5-B446D898B46E}"/>
              </a:ext>
            </a:extLst>
          </p:cNvPr>
          <p:cNvSpPr>
            <a:spLocks noGrp="1" noChangeArrowheads="1"/>
          </p:cNvSpPr>
          <p:nvPr>
            <p:ph type="title"/>
          </p:nvPr>
        </p:nvSpPr>
        <p:spPr>
          <a:xfrm>
            <a:off x="3106738" y="127238"/>
            <a:ext cx="3883025" cy="585311"/>
          </a:xfrm>
        </p:spPr>
        <p:txBody>
          <a:bodyPr/>
          <a:lstStyle/>
          <a:p>
            <a:pPr algn="l" eaLnBrk="1" hangingPunct="1"/>
            <a:r>
              <a:rPr lang="en-US" altLang="en-US" dirty="0"/>
              <a:t>Paging Example</a:t>
            </a:r>
          </a:p>
        </p:txBody>
      </p:sp>
      <p:pic>
        <p:nvPicPr>
          <p:cNvPr id="39940" name="Picture 6">
            <a:extLst>
              <a:ext uri="{FF2B5EF4-FFF2-40B4-BE49-F238E27FC236}">
                <a16:creationId xmlns:a16="http://schemas.microsoft.com/office/drawing/2014/main" id="{FEB35896-26B8-0C38-864A-DA60D97A445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57666" y="985520"/>
            <a:ext cx="4742189"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3">
            <a:extLst>
              <a:ext uri="{FF2B5EF4-FFF2-40B4-BE49-F238E27FC236}">
                <a16:creationId xmlns:a16="http://schemas.microsoft.com/office/drawing/2014/main" id="{D46C5D0A-59A5-C152-72FC-1AF5A227BBAD}"/>
              </a:ext>
            </a:extLst>
          </p:cNvPr>
          <p:cNvSpPr txBox="1">
            <a:spLocks/>
          </p:cNvSpPr>
          <p:nvPr/>
        </p:nvSpPr>
        <p:spPr>
          <a:xfrm>
            <a:off x="312389" y="1038727"/>
            <a:ext cx="3743803" cy="3848233"/>
          </a:xfrm>
          <a:prstGeom prst="rect">
            <a:avLst/>
          </a:prstGeom>
          <a:solidFill>
            <a:schemeClr val="bg1"/>
          </a:solidFill>
        </p:spPr>
        <p:txBody>
          <a:bodyPr/>
          <a:lstStyle>
            <a:lvl1pPr marL="342900" indent="-342900" algn="l" rtl="0" eaLnBrk="0" fontAlgn="base" hangingPunct="0">
              <a:spcBef>
                <a:spcPct val="35000"/>
              </a:spcBef>
              <a:spcAft>
                <a:spcPct val="0"/>
              </a:spcAft>
              <a:buClr>
                <a:srgbClr val="993300"/>
              </a:buClr>
              <a:buSzPct val="110000"/>
              <a:buFont typeface="Wingdings" panose="05000000000000000000" pitchFamily="2" charset="2"/>
              <a:buChar char="§"/>
              <a:defRPr kumimoji="1" sz="2400">
                <a:solidFill>
                  <a:schemeClr val="tx1"/>
                </a:solidFill>
                <a:latin typeface="+mn-lt"/>
                <a:ea typeface="MS PGothic" pitchFamily="34" charset="-128"/>
                <a:cs typeface="ＭＳ Ｐゴシック" charset="-128"/>
              </a:defRPr>
            </a:lvl1pPr>
            <a:lvl2pPr marL="742950" indent="-285750" algn="l" rtl="0" eaLnBrk="0" fontAlgn="base" hangingPunct="0">
              <a:spcBef>
                <a:spcPct val="35000"/>
              </a:spcBef>
              <a:spcAft>
                <a:spcPct val="0"/>
              </a:spcAft>
              <a:buClr>
                <a:srgbClr val="CC6600"/>
              </a:buClr>
              <a:buSzPct val="110000"/>
              <a:buFont typeface="Arial" panose="020B0604020202020204" pitchFamily="34" charset="0"/>
              <a:buChar char="•"/>
              <a:defRPr kumimoji="1" sz="2200">
                <a:solidFill>
                  <a:schemeClr val="tx1"/>
                </a:solidFill>
                <a:latin typeface="+mn-lt"/>
                <a:ea typeface="MS PGothic"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200">
                <a:solidFill>
                  <a:schemeClr val="tx1"/>
                </a:solidFill>
                <a:latin typeface="+mn-lt"/>
                <a:ea typeface="MS PGothic" pitchFamily="34" charset="-128"/>
              </a:defRPr>
            </a:lvl3pPr>
            <a:lvl4pPr marL="1428750" indent="-228600" algn="l" rtl="0" eaLnBrk="0" fontAlgn="base" hangingPunct="0">
              <a:spcBef>
                <a:spcPct val="35000"/>
              </a:spcBef>
              <a:spcAft>
                <a:spcPct val="0"/>
              </a:spcAft>
              <a:buClr>
                <a:schemeClr val="hlink"/>
              </a:buClr>
              <a:buSzPct val="75000"/>
              <a:buChar char="–"/>
              <a:defRPr kumimoji="1" sz="2200">
                <a:solidFill>
                  <a:schemeClr val="tx1"/>
                </a:solidFill>
                <a:latin typeface="+mn-lt"/>
                <a:ea typeface="MS PGothic" pitchFamily="34" charset="-128"/>
              </a:defRPr>
            </a:lvl4pPr>
            <a:lvl5pPr marL="1771650" indent="-228600" algn="l" rtl="0" eaLnBrk="0" fontAlgn="base" hangingPunct="0">
              <a:spcBef>
                <a:spcPct val="35000"/>
              </a:spcBef>
              <a:spcAft>
                <a:spcPct val="0"/>
              </a:spcAft>
              <a:buClr>
                <a:srgbClr val="FF0066"/>
              </a:buClr>
              <a:buSzPct val="75000"/>
              <a:buChar char="»"/>
              <a:defRPr kumimoji="1" sz="2200">
                <a:solidFill>
                  <a:schemeClr val="tx1"/>
                </a:solidFill>
                <a:latin typeface="+mn-lt"/>
                <a:ea typeface="MS PGothic"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marL="60325" indent="0">
              <a:spcBef>
                <a:spcPts val="600"/>
              </a:spcBef>
              <a:buNone/>
            </a:pPr>
            <a:r>
              <a:rPr lang="en-US" sz="2000" kern="0" dirty="0">
                <a:latin typeface="Calibri" panose="020F0502020204030204" pitchFamily="34" charset="0"/>
                <a:cs typeface="Calibri" panose="020F0502020204030204" pitchFamily="34" charset="0"/>
              </a:rPr>
              <a:t>Logical address space = 16 bytes</a:t>
            </a:r>
            <a:br>
              <a:rPr lang="en-US" sz="2000" kern="0" dirty="0">
                <a:latin typeface="Calibri" panose="020F0502020204030204" pitchFamily="34" charset="0"/>
                <a:cs typeface="Calibri" panose="020F0502020204030204" pitchFamily="34" charset="0"/>
              </a:rPr>
            </a:br>
            <a:r>
              <a:rPr lang="en-US" sz="2000" i="1" kern="0" dirty="0">
                <a:latin typeface="Times New Roman" panose="02020603050405020304" pitchFamily="18" charset="0"/>
                <a:cs typeface="Times New Roman" panose="02020603050405020304" pitchFamily="18" charset="0"/>
              </a:rPr>
              <a:t>      (bits needed,  m = 4)</a:t>
            </a:r>
          </a:p>
          <a:p>
            <a:pPr marL="60325" indent="0">
              <a:spcBef>
                <a:spcPts val="1200"/>
              </a:spcBef>
              <a:buNone/>
            </a:pPr>
            <a:r>
              <a:rPr lang="en-US" sz="2000" kern="0" dirty="0">
                <a:latin typeface="Calibri" panose="020F0502020204030204" pitchFamily="34" charset="0"/>
                <a:cs typeface="Calibri" panose="020F0502020204030204" pitchFamily="34" charset="0"/>
              </a:rPr>
              <a:t>Page size   =  4 bytes</a:t>
            </a:r>
            <a:br>
              <a:rPr lang="en-US" sz="2000" kern="0" dirty="0">
                <a:latin typeface="Calibri" panose="020F0502020204030204" pitchFamily="34" charset="0"/>
                <a:cs typeface="Calibri" panose="020F0502020204030204" pitchFamily="34" charset="0"/>
              </a:rPr>
            </a:br>
            <a:r>
              <a:rPr lang="en-US" sz="2000" kern="0" dirty="0">
                <a:latin typeface="Calibri" panose="020F0502020204030204" pitchFamily="34" charset="0"/>
                <a:cs typeface="Calibri" panose="020F0502020204030204" pitchFamily="34" charset="0"/>
              </a:rPr>
              <a:t>      </a:t>
            </a:r>
            <a:r>
              <a:rPr lang="en-US" sz="2000" i="1" kern="0" dirty="0">
                <a:latin typeface="Times New Roman" panose="02020603050405020304" pitchFamily="18" charset="0"/>
                <a:cs typeface="Times New Roman" panose="02020603050405020304" pitchFamily="18" charset="0"/>
              </a:rPr>
              <a:t>(bits needed for </a:t>
            </a:r>
            <a:r>
              <a:rPr lang="en-US" sz="2000" b="1" i="1" kern="0" dirty="0">
                <a:solidFill>
                  <a:srgbClr val="FF0000"/>
                </a:solidFill>
                <a:latin typeface="Times New Roman" panose="02020603050405020304" pitchFamily="18" charset="0"/>
                <a:cs typeface="Times New Roman" panose="02020603050405020304" pitchFamily="18" charset="0"/>
              </a:rPr>
              <a:t>d</a:t>
            </a:r>
            <a:r>
              <a:rPr lang="en-US" sz="2000" i="1" kern="0" dirty="0">
                <a:latin typeface="Times New Roman" panose="02020603050405020304" pitchFamily="18" charset="0"/>
                <a:cs typeface="Times New Roman" panose="02020603050405020304" pitchFamily="18" charset="0"/>
              </a:rPr>
              <a:t>:   n = 2)</a:t>
            </a:r>
          </a:p>
          <a:p>
            <a:pPr marL="60325" indent="0">
              <a:spcBef>
                <a:spcPts val="1200"/>
              </a:spcBef>
              <a:buNone/>
            </a:pPr>
            <a:r>
              <a:rPr lang="en-US" sz="2000" kern="0" dirty="0">
                <a:latin typeface="Calibri" panose="020F0502020204030204" pitchFamily="34" charset="0"/>
                <a:cs typeface="Calibri" panose="020F0502020204030204" pitchFamily="34" charset="0"/>
              </a:rPr>
              <a:t>No. of pages = 4</a:t>
            </a:r>
          </a:p>
          <a:p>
            <a:pPr marL="60325" indent="0">
              <a:spcBef>
                <a:spcPts val="0"/>
              </a:spcBef>
              <a:buNone/>
            </a:pPr>
            <a:r>
              <a:rPr lang="en-US" sz="2000" i="1" kern="0" dirty="0">
                <a:latin typeface="Times New Roman" panose="02020603050405020304" pitchFamily="18" charset="0"/>
                <a:cs typeface="Times New Roman" panose="02020603050405020304" pitchFamily="18" charset="0"/>
              </a:rPr>
              <a:t>     (bits needed for </a:t>
            </a:r>
            <a:r>
              <a:rPr lang="en-US" sz="2000" b="1" i="1" kern="0" dirty="0">
                <a:solidFill>
                  <a:srgbClr val="0000CC"/>
                </a:solidFill>
                <a:latin typeface="Times New Roman" panose="02020603050405020304" pitchFamily="18" charset="0"/>
                <a:cs typeface="Times New Roman" panose="02020603050405020304" pitchFamily="18" charset="0"/>
              </a:rPr>
              <a:t>p</a:t>
            </a:r>
            <a:r>
              <a:rPr lang="en-US" sz="2000" i="1" kern="0" dirty="0">
                <a:latin typeface="Times New Roman" panose="02020603050405020304" pitchFamily="18" charset="0"/>
                <a:cs typeface="Times New Roman" panose="02020603050405020304" pitchFamily="18" charset="0"/>
              </a:rPr>
              <a:t>:  m-n = 2)</a:t>
            </a:r>
            <a:endParaRPr lang="en-US" sz="2000" kern="0" dirty="0">
              <a:latin typeface="Calibri" panose="020F0502020204030204" pitchFamily="34" charset="0"/>
              <a:cs typeface="Calibri" panose="020F0502020204030204" pitchFamily="34" charset="0"/>
            </a:endParaRPr>
          </a:p>
          <a:p>
            <a:pPr marL="60325" indent="0">
              <a:spcBef>
                <a:spcPts val="1200"/>
              </a:spcBef>
              <a:buNone/>
            </a:pPr>
            <a:r>
              <a:rPr lang="en-US" sz="2000" kern="0" dirty="0">
                <a:latin typeface="Calibri" panose="020F0502020204030204" pitchFamily="34" charset="0"/>
                <a:cs typeface="Calibri" panose="020F0502020204030204" pitchFamily="34" charset="0"/>
              </a:rPr>
              <a:t>Physical address space = 32 bytes</a:t>
            </a:r>
            <a:br>
              <a:rPr lang="en-US" sz="2000" kern="0" dirty="0">
                <a:latin typeface="Calibri" panose="020F0502020204030204" pitchFamily="34" charset="0"/>
                <a:cs typeface="Calibri" panose="020F0502020204030204" pitchFamily="34" charset="0"/>
              </a:rPr>
            </a:br>
            <a:r>
              <a:rPr lang="en-US" sz="2000" i="1" kern="0" dirty="0">
                <a:latin typeface="Times New Roman" panose="02020603050405020304" pitchFamily="18" charset="0"/>
                <a:cs typeface="Times New Roman" panose="02020603050405020304" pitchFamily="18" charset="0"/>
              </a:rPr>
              <a:t>      (bits needed k = 5)</a:t>
            </a:r>
            <a:endParaRPr lang="en-US" sz="2000" kern="0" dirty="0">
              <a:latin typeface="Calibri" panose="020F0502020204030204" pitchFamily="34" charset="0"/>
              <a:cs typeface="Calibri" panose="020F0502020204030204" pitchFamily="34" charset="0"/>
            </a:endParaRPr>
          </a:p>
          <a:p>
            <a:pPr marL="60325" indent="0">
              <a:spcBef>
                <a:spcPts val="1200"/>
              </a:spcBef>
              <a:buNone/>
            </a:pPr>
            <a:r>
              <a:rPr lang="en-US" sz="2000" kern="0" dirty="0">
                <a:latin typeface="Calibri" panose="020F0502020204030204" pitchFamily="34" charset="0"/>
                <a:cs typeface="Calibri" panose="020F0502020204030204" pitchFamily="34" charset="0"/>
              </a:rPr>
              <a:t>No. of frames = 8</a:t>
            </a:r>
            <a:br>
              <a:rPr lang="en-US" sz="2000" kern="0" dirty="0">
                <a:latin typeface="Calibri" panose="020F0502020204030204" pitchFamily="34" charset="0"/>
                <a:cs typeface="Calibri" panose="020F0502020204030204" pitchFamily="34" charset="0"/>
              </a:rPr>
            </a:br>
            <a:r>
              <a:rPr lang="en-US" sz="2000" kern="0" dirty="0">
                <a:latin typeface="Calibri" panose="020F0502020204030204" pitchFamily="34" charset="0"/>
                <a:cs typeface="Calibri" panose="020F0502020204030204" pitchFamily="34" charset="0"/>
              </a:rPr>
              <a:t>      </a:t>
            </a:r>
            <a:r>
              <a:rPr lang="en-US" sz="2000" i="1" kern="0" dirty="0">
                <a:latin typeface="Times New Roman" panose="02020603050405020304" pitchFamily="18" charset="0"/>
                <a:cs typeface="Times New Roman" panose="02020603050405020304" pitchFamily="18" charset="0"/>
              </a:rPr>
              <a:t>(bits needed for </a:t>
            </a:r>
            <a:r>
              <a:rPr lang="en-US" sz="2000" b="1" i="1" kern="0" dirty="0">
                <a:solidFill>
                  <a:srgbClr val="0000CC"/>
                </a:solidFill>
                <a:latin typeface="Times New Roman" panose="02020603050405020304" pitchFamily="18" charset="0"/>
                <a:cs typeface="Times New Roman" panose="02020603050405020304" pitchFamily="18" charset="0"/>
              </a:rPr>
              <a:t>f</a:t>
            </a:r>
            <a:r>
              <a:rPr lang="en-US" sz="2000" i="1" kern="0" dirty="0">
                <a:latin typeface="Times New Roman" panose="02020603050405020304" pitchFamily="18" charset="0"/>
                <a:cs typeface="Times New Roman" panose="02020603050405020304" pitchFamily="18" charset="0"/>
              </a:rPr>
              <a:t>:  k-n = 3)</a:t>
            </a:r>
            <a:endParaRPr lang="en-US" sz="2000" kern="0" dirty="0">
              <a:latin typeface="Calibri" panose="020F0502020204030204" pitchFamily="34" charset="0"/>
              <a:cs typeface="Calibri" panose="020F0502020204030204" pitchFamily="34" charset="0"/>
            </a:endParaRPr>
          </a:p>
        </p:txBody>
      </p:sp>
      <p:sp>
        <p:nvSpPr>
          <p:cNvPr id="3" name="Line 9">
            <a:extLst>
              <a:ext uri="{FF2B5EF4-FFF2-40B4-BE49-F238E27FC236}">
                <a16:creationId xmlns:a16="http://schemas.microsoft.com/office/drawing/2014/main" id="{2AEF725A-FB3A-3EB9-6800-8A0F25FA676F}"/>
              </a:ext>
            </a:extLst>
          </p:cNvPr>
          <p:cNvSpPr>
            <a:spLocks noChangeShapeType="1"/>
          </p:cNvSpPr>
          <p:nvPr/>
        </p:nvSpPr>
        <p:spPr bwMode="auto">
          <a:xfrm flipH="1">
            <a:off x="6793017" y="1699372"/>
            <a:ext cx="471066" cy="533405"/>
          </a:xfrm>
          <a:prstGeom prst="line">
            <a:avLst/>
          </a:prstGeom>
          <a:noFill/>
          <a:ln w="28575">
            <a:solidFill>
              <a:srgbClr val="2B40DB"/>
            </a:solidFill>
            <a:round/>
            <a:headEnd/>
            <a:tailEnd type="triangle" w="lg" len="lg"/>
          </a:ln>
        </p:spPr>
        <p:txBody>
          <a:bodyPr/>
          <a:lstStyle/>
          <a:p>
            <a:endParaRPr lang="en-US"/>
          </a:p>
        </p:txBody>
      </p:sp>
      <p:sp>
        <p:nvSpPr>
          <p:cNvPr id="4" name="Text Box 15">
            <a:extLst>
              <a:ext uri="{FF2B5EF4-FFF2-40B4-BE49-F238E27FC236}">
                <a16:creationId xmlns:a16="http://schemas.microsoft.com/office/drawing/2014/main" id="{23C5AD98-9D6A-8112-F7A5-75FFF24903E1}"/>
              </a:ext>
            </a:extLst>
          </p:cNvPr>
          <p:cNvSpPr txBox="1">
            <a:spLocks noChangeArrowheads="1"/>
          </p:cNvSpPr>
          <p:nvPr/>
        </p:nvSpPr>
        <p:spPr bwMode="auto">
          <a:xfrm>
            <a:off x="5259517" y="1140327"/>
            <a:ext cx="911225" cy="646331"/>
          </a:xfrm>
          <a:prstGeom prst="rect">
            <a:avLst/>
          </a:prstGeom>
          <a:noFill/>
          <a:ln w="28575">
            <a:noFill/>
            <a:miter lim="800000"/>
            <a:headEnd/>
            <a:tailEnd/>
          </a:ln>
        </p:spPr>
        <p:txBody>
          <a:bodyPr>
            <a:spAutoFit/>
          </a:bodyPr>
          <a:lstStyle/>
          <a:p>
            <a:pPr algn="ctr">
              <a:spcBef>
                <a:spcPct val="50000"/>
              </a:spcBef>
            </a:pPr>
            <a:r>
              <a:rPr lang="en-US" sz="1800" dirty="0"/>
              <a:t>Page#</a:t>
            </a:r>
          </a:p>
        </p:txBody>
      </p:sp>
      <p:sp>
        <p:nvSpPr>
          <p:cNvPr id="5" name="Text Box 16">
            <a:extLst>
              <a:ext uri="{FF2B5EF4-FFF2-40B4-BE49-F238E27FC236}">
                <a16:creationId xmlns:a16="http://schemas.microsoft.com/office/drawing/2014/main" id="{E30BBD50-3117-3522-6EEC-474CD4C69F8D}"/>
              </a:ext>
            </a:extLst>
          </p:cNvPr>
          <p:cNvSpPr txBox="1">
            <a:spLocks noChangeArrowheads="1"/>
          </p:cNvSpPr>
          <p:nvPr/>
        </p:nvSpPr>
        <p:spPr bwMode="auto">
          <a:xfrm>
            <a:off x="6812491" y="1140327"/>
            <a:ext cx="1069258" cy="646331"/>
          </a:xfrm>
          <a:prstGeom prst="rect">
            <a:avLst/>
          </a:prstGeom>
          <a:noFill/>
          <a:ln w="28575">
            <a:noFill/>
            <a:miter lim="800000"/>
            <a:headEnd/>
            <a:tailEnd/>
          </a:ln>
        </p:spPr>
        <p:txBody>
          <a:bodyPr wrap="square">
            <a:spAutoFit/>
          </a:bodyPr>
          <a:lstStyle/>
          <a:p>
            <a:pPr algn="ctr">
              <a:spcBef>
                <a:spcPct val="50000"/>
              </a:spcBef>
            </a:pPr>
            <a:r>
              <a:rPr lang="en-US" sz="1800" dirty="0"/>
              <a:t>Frame#</a:t>
            </a:r>
          </a:p>
        </p:txBody>
      </p:sp>
      <p:sp>
        <p:nvSpPr>
          <p:cNvPr id="6" name="Rectangle 19">
            <a:extLst>
              <a:ext uri="{FF2B5EF4-FFF2-40B4-BE49-F238E27FC236}">
                <a16:creationId xmlns:a16="http://schemas.microsoft.com/office/drawing/2014/main" id="{BEAC5C2B-2B3F-FCE5-174E-93E13DCD148F}"/>
              </a:ext>
            </a:extLst>
          </p:cNvPr>
          <p:cNvSpPr>
            <a:spLocks noChangeArrowheads="1"/>
          </p:cNvSpPr>
          <p:nvPr/>
        </p:nvSpPr>
        <p:spPr bwMode="auto">
          <a:xfrm>
            <a:off x="5389244" y="2096453"/>
            <a:ext cx="774327" cy="338554"/>
          </a:xfrm>
          <a:prstGeom prst="rect">
            <a:avLst/>
          </a:prstGeom>
          <a:noFill/>
          <a:ln w="28575">
            <a:noFill/>
            <a:miter lim="800000"/>
            <a:headEnd/>
            <a:tailEnd/>
          </a:ln>
        </p:spPr>
        <p:txBody>
          <a:bodyPr wrap="square">
            <a:spAutoFit/>
          </a:bodyPr>
          <a:lstStyle/>
          <a:p>
            <a:r>
              <a:rPr lang="en-US" sz="1600" dirty="0">
                <a:solidFill>
                  <a:srgbClr val="FF0000"/>
                </a:solidFill>
              </a:rPr>
              <a:t>0111</a:t>
            </a:r>
          </a:p>
        </p:txBody>
      </p:sp>
      <p:sp>
        <p:nvSpPr>
          <p:cNvPr id="7" name="Line 8">
            <a:extLst>
              <a:ext uri="{FF2B5EF4-FFF2-40B4-BE49-F238E27FC236}">
                <a16:creationId xmlns:a16="http://schemas.microsoft.com/office/drawing/2014/main" id="{45142A4A-A5B2-9713-30B0-C1992C26BCEC}"/>
              </a:ext>
            </a:extLst>
          </p:cNvPr>
          <p:cNvSpPr>
            <a:spLocks noChangeShapeType="1"/>
          </p:cNvSpPr>
          <p:nvPr/>
        </p:nvSpPr>
        <p:spPr bwMode="auto">
          <a:xfrm flipH="1" flipV="1">
            <a:off x="5133658" y="2264971"/>
            <a:ext cx="304800" cy="0"/>
          </a:xfrm>
          <a:prstGeom prst="line">
            <a:avLst/>
          </a:prstGeom>
          <a:noFill/>
          <a:ln w="28575">
            <a:solidFill>
              <a:srgbClr val="FF0000"/>
            </a:solidFill>
            <a:round/>
            <a:headEnd/>
            <a:tailEnd type="triangle" w="lg" len="lg"/>
          </a:ln>
        </p:spPr>
        <p:txBody>
          <a:bodyPr/>
          <a:lstStyle/>
          <a:p>
            <a:endParaRPr lang="en-US"/>
          </a:p>
        </p:txBody>
      </p:sp>
      <p:sp>
        <p:nvSpPr>
          <p:cNvPr id="8" name="Rectangle 17">
            <a:extLst>
              <a:ext uri="{FF2B5EF4-FFF2-40B4-BE49-F238E27FC236}">
                <a16:creationId xmlns:a16="http://schemas.microsoft.com/office/drawing/2014/main" id="{5DB85925-E873-3D0D-39AE-EF477B215AE2}"/>
              </a:ext>
            </a:extLst>
          </p:cNvPr>
          <p:cNvSpPr>
            <a:spLocks noChangeArrowheads="1"/>
          </p:cNvSpPr>
          <p:nvPr/>
        </p:nvSpPr>
        <p:spPr bwMode="auto">
          <a:xfrm>
            <a:off x="6525865" y="4744718"/>
            <a:ext cx="941258" cy="369332"/>
          </a:xfrm>
          <a:prstGeom prst="rect">
            <a:avLst/>
          </a:prstGeom>
          <a:noFill/>
          <a:ln w="28575">
            <a:noFill/>
            <a:miter lim="800000"/>
            <a:headEnd/>
            <a:tailEnd/>
          </a:ln>
        </p:spPr>
        <p:txBody>
          <a:bodyPr wrap="square">
            <a:spAutoFit/>
          </a:bodyPr>
          <a:lstStyle/>
          <a:p>
            <a:r>
              <a:rPr lang="en-US" dirty="0">
                <a:solidFill>
                  <a:srgbClr val="2B40DB"/>
                </a:solidFill>
              </a:rPr>
              <a:t>11011</a:t>
            </a:r>
          </a:p>
        </p:txBody>
      </p:sp>
      <p:sp>
        <p:nvSpPr>
          <p:cNvPr id="9" name="Line 14">
            <a:extLst>
              <a:ext uri="{FF2B5EF4-FFF2-40B4-BE49-F238E27FC236}">
                <a16:creationId xmlns:a16="http://schemas.microsoft.com/office/drawing/2014/main" id="{29E59327-9C49-D5AD-68D0-8100F951C0FB}"/>
              </a:ext>
            </a:extLst>
          </p:cNvPr>
          <p:cNvSpPr>
            <a:spLocks noChangeShapeType="1"/>
          </p:cNvSpPr>
          <p:nvPr/>
        </p:nvSpPr>
        <p:spPr bwMode="auto">
          <a:xfrm>
            <a:off x="7264083" y="5138678"/>
            <a:ext cx="1069258" cy="369331"/>
          </a:xfrm>
          <a:prstGeom prst="line">
            <a:avLst/>
          </a:prstGeom>
          <a:noFill/>
          <a:ln w="28575">
            <a:solidFill>
              <a:srgbClr val="2B40DB"/>
            </a:solidFill>
            <a:round/>
            <a:headEnd/>
            <a:tailEnd type="triangle" w="lg" len="lg"/>
          </a:ln>
        </p:spPr>
        <p:txBody>
          <a:bodyPr/>
          <a:lstStyle/>
          <a:p>
            <a:endParaRPr lang="en-US"/>
          </a:p>
        </p:txBody>
      </p:sp>
      <p:sp>
        <p:nvSpPr>
          <p:cNvPr id="11" name="Line 18">
            <a:extLst>
              <a:ext uri="{FF2B5EF4-FFF2-40B4-BE49-F238E27FC236}">
                <a16:creationId xmlns:a16="http://schemas.microsoft.com/office/drawing/2014/main" id="{787FEED1-22FF-7BB8-BDFB-6DFFDC0193FF}"/>
              </a:ext>
            </a:extLst>
          </p:cNvPr>
          <p:cNvSpPr>
            <a:spLocks noChangeShapeType="1"/>
          </p:cNvSpPr>
          <p:nvPr/>
        </p:nvSpPr>
        <p:spPr bwMode="auto">
          <a:xfrm>
            <a:off x="5824635" y="1699372"/>
            <a:ext cx="491336" cy="533400"/>
          </a:xfrm>
          <a:prstGeom prst="line">
            <a:avLst/>
          </a:prstGeom>
          <a:noFill/>
          <a:ln w="28575">
            <a:solidFill>
              <a:srgbClr val="FF0000"/>
            </a:solidFill>
            <a:round/>
            <a:headEnd/>
            <a:tailEnd type="triangle" w="lg" len="lg"/>
          </a:ln>
        </p:spPr>
        <p:txBody>
          <a:bodyPr/>
          <a:lstStyle/>
          <a:p>
            <a:endParaRPr lang="en-US"/>
          </a:p>
        </p:txBody>
      </p:sp>
      <p:sp>
        <p:nvSpPr>
          <p:cNvPr id="10" name="Slide Number Placeholder 3">
            <a:extLst>
              <a:ext uri="{FF2B5EF4-FFF2-40B4-BE49-F238E27FC236}">
                <a16:creationId xmlns:a16="http://schemas.microsoft.com/office/drawing/2014/main" id="{C3274B72-7494-911B-9FD6-E9A203310E1A}"/>
              </a:ext>
            </a:extLst>
          </p:cNvPr>
          <p:cNvSpPr txBox="1">
            <a:spLocks/>
          </p:cNvSpPr>
          <p:nvPr/>
        </p:nvSpPr>
        <p:spPr bwMode="auto">
          <a:xfrm>
            <a:off x="8588829" y="6389912"/>
            <a:ext cx="413657" cy="3751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E2418860-B345-4524-9314-FE51DF6E4AD1}" type="slidenum">
              <a:rPr lang="en-US" altLang="en-PK" sz="1400" smtClean="0">
                <a:solidFill>
                  <a:schemeClr val="tx1"/>
                </a:solidFill>
              </a:rPr>
              <a:pPr/>
              <a:t>39</a:t>
            </a:fld>
            <a:endParaRPr lang="en-US" altLang="en-US" sz="1400" dirty="0">
              <a:solidFill>
                <a:schemeClr val="tx1"/>
              </a:solidFill>
              <a:latin typeface="Tahoma" panose="020B0604030504040204" pitchFamily="34" charset="0"/>
              <a:ea typeface="MS PGothic" panose="020B0600070205080204" pitchFamily="34" charset="-128"/>
            </a:endParaRPr>
          </a:p>
        </p:txBody>
      </p:sp>
      <p:sp>
        <p:nvSpPr>
          <p:cNvPr id="15" name="TextBox 14">
            <a:extLst>
              <a:ext uri="{FF2B5EF4-FFF2-40B4-BE49-F238E27FC236}">
                <a16:creationId xmlns:a16="http://schemas.microsoft.com/office/drawing/2014/main" id="{F626CD64-89B7-D9E2-4091-C40AF8F84E0D}"/>
              </a:ext>
            </a:extLst>
          </p:cNvPr>
          <p:cNvSpPr txBox="1"/>
          <p:nvPr/>
        </p:nvSpPr>
        <p:spPr>
          <a:xfrm>
            <a:off x="365920" y="5050808"/>
            <a:ext cx="6278403" cy="1323439"/>
          </a:xfrm>
          <a:prstGeom prst="rect">
            <a:avLst/>
          </a:prstGeom>
          <a:noFill/>
        </p:spPr>
        <p:txBody>
          <a:bodyPr wrap="square">
            <a:spAutoFit/>
          </a:bodyPr>
          <a:lstStyle/>
          <a:p>
            <a:pPr marL="284163" indent="-284163">
              <a:spcBef>
                <a:spcPts val="1200"/>
              </a:spcBef>
              <a:buFont typeface="Wingdings" panose="05000000000000000000" pitchFamily="2" charset="2"/>
              <a:buChar char="§"/>
            </a:pPr>
            <a:r>
              <a:rPr lang="en-US" sz="2000" kern="0" dirty="0">
                <a:latin typeface="Calibri" panose="020F0502020204030204" pitchFamily="34" charset="0"/>
                <a:cs typeface="Calibri" panose="020F0502020204030204" pitchFamily="34" charset="0"/>
              </a:rPr>
              <a:t>Map the data value </a:t>
            </a:r>
            <a:r>
              <a:rPr lang="en-US" sz="2000" b="1" kern="0" dirty="0">
                <a:solidFill>
                  <a:srgbClr val="C00000"/>
                </a:solidFill>
                <a:latin typeface="Calibri" panose="020F0502020204030204" pitchFamily="34" charset="0"/>
                <a:cs typeface="Calibri" panose="020F0502020204030204" pitchFamily="34" charset="0"/>
              </a:rPr>
              <a:t>h</a:t>
            </a:r>
            <a:r>
              <a:rPr lang="en-US" sz="2000" kern="0" dirty="0">
                <a:latin typeface="Calibri" panose="020F0502020204030204" pitchFamily="34" charset="0"/>
                <a:cs typeface="Calibri" panose="020F0502020204030204" pitchFamily="34" charset="0"/>
              </a:rPr>
              <a:t> from logical to physical memory:</a:t>
            </a:r>
          </a:p>
          <a:p>
            <a:pPr marL="60325" indent="0">
              <a:spcBef>
                <a:spcPts val="1200"/>
              </a:spcBef>
              <a:buNone/>
            </a:pPr>
            <a:r>
              <a:rPr lang="en-US" sz="2000" kern="0" dirty="0">
                <a:latin typeface="Calibri" panose="020F0502020204030204" pitchFamily="34" charset="0"/>
                <a:cs typeface="Calibri" panose="020F0502020204030204" pitchFamily="34" charset="0"/>
              </a:rPr>
              <a:t>	Logical address  (p, d)  :   (</a:t>
            </a:r>
            <a:r>
              <a:rPr lang="en-US" sz="2000" kern="0" dirty="0">
                <a:solidFill>
                  <a:srgbClr val="4C4CFF"/>
                </a:solidFill>
                <a:latin typeface="Calibri" panose="020F0502020204030204" pitchFamily="34" charset="0"/>
                <a:cs typeface="Calibri" panose="020F0502020204030204" pitchFamily="34" charset="0"/>
              </a:rPr>
              <a:t>1</a:t>
            </a:r>
            <a:r>
              <a:rPr lang="en-US" sz="2000" kern="0" dirty="0">
                <a:solidFill>
                  <a:srgbClr val="FF0000"/>
                </a:solidFill>
                <a:latin typeface="Calibri" panose="020F0502020204030204" pitchFamily="34" charset="0"/>
                <a:cs typeface="Calibri" panose="020F0502020204030204" pitchFamily="34" charset="0"/>
              </a:rPr>
              <a:t>,3</a:t>
            </a:r>
            <a:r>
              <a:rPr lang="en-US" sz="2000" kern="0" dirty="0">
                <a:latin typeface="Calibri" panose="020F0502020204030204" pitchFamily="34" charset="0"/>
                <a:cs typeface="Calibri" panose="020F0502020204030204" pitchFamily="34" charset="0"/>
              </a:rPr>
              <a:t>)  =   </a:t>
            </a:r>
            <a:r>
              <a:rPr lang="en-US" sz="2000" kern="0" dirty="0">
                <a:solidFill>
                  <a:srgbClr val="4C4CFF"/>
                </a:solidFill>
                <a:latin typeface="Calibri" panose="020F0502020204030204" pitchFamily="34" charset="0"/>
                <a:cs typeface="Calibri" panose="020F0502020204030204" pitchFamily="34" charset="0"/>
              </a:rPr>
              <a:t>01</a:t>
            </a:r>
            <a:r>
              <a:rPr lang="en-US" sz="2000" kern="0" dirty="0">
                <a:solidFill>
                  <a:srgbClr val="FF0000"/>
                </a:solidFill>
                <a:latin typeface="Calibri" panose="020F0502020204030204" pitchFamily="34" charset="0"/>
                <a:cs typeface="Calibri" panose="020F0502020204030204" pitchFamily="34" charset="0"/>
              </a:rPr>
              <a:t>11</a:t>
            </a:r>
          </a:p>
          <a:p>
            <a:pPr marL="60325" indent="0">
              <a:spcBef>
                <a:spcPts val="1200"/>
              </a:spcBef>
              <a:buNone/>
            </a:pPr>
            <a:r>
              <a:rPr lang="en-US" sz="2000" kern="0" dirty="0">
                <a:latin typeface="Calibri" panose="020F0502020204030204" pitchFamily="34" charset="0"/>
                <a:cs typeface="Calibri" panose="020F0502020204030204" pitchFamily="34" charset="0"/>
              </a:rPr>
              <a:t>	Physical address  (f, d) :   (</a:t>
            </a:r>
            <a:r>
              <a:rPr lang="en-US" sz="2000" kern="0" dirty="0">
                <a:solidFill>
                  <a:srgbClr val="2B40DB"/>
                </a:solidFill>
                <a:latin typeface="Calibri" panose="020F0502020204030204" pitchFamily="34" charset="0"/>
                <a:cs typeface="Calibri" panose="020F0502020204030204" pitchFamily="34" charset="0"/>
              </a:rPr>
              <a:t>6,</a:t>
            </a:r>
            <a:r>
              <a:rPr lang="en-US" sz="2000" kern="0" dirty="0">
                <a:solidFill>
                  <a:srgbClr val="FF0000"/>
                </a:solidFill>
                <a:latin typeface="Calibri" panose="020F0502020204030204" pitchFamily="34" charset="0"/>
                <a:cs typeface="Calibri" panose="020F0502020204030204" pitchFamily="34" charset="0"/>
              </a:rPr>
              <a:t>3</a:t>
            </a:r>
            <a:r>
              <a:rPr lang="en-US" sz="2000" kern="0" dirty="0">
                <a:latin typeface="Calibri" panose="020F0502020204030204" pitchFamily="34" charset="0"/>
                <a:cs typeface="Calibri" panose="020F0502020204030204" pitchFamily="34" charset="0"/>
              </a:rPr>
              <a:t>)  = </a:t>
            </a:r>
            <a:r>
              <a:rPr lang="en-US" sz="2000" kern="0" dirty="0">
                <a:solidFill>
                  <a:srgbClr val="2B40DB"/>
                </a:solidFill>
                <a:latin typeface="Calibri" panose="020F0502020204030204" pitchFamily="34" charset="0"/>
                <a:cs typeface="Calibri" panose="020F0502020204030204" pitchFamily="34" charset="0"/>
              </a:rPr>
              <a:t>110</a:t>
            </a:r>
            <a:r>
              <a:rPr lang="en-US" sz="2000" kern="0" dirty="0">
                <a:solidFill>
                  <a:srgbClr val="FF0000"/>
                </a:solidFill>
                <a:latin typeface="Calibri" panose="020F0502020204030204" pitchFamily="34" charset="0"/>
                <a:cs typeface="Calibri" panose="020F0502020204030204" pitchFamily="34" charset="0"/>
              </a:rPr>
              <a:t>11</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Rectangle 3"/>
          <p:cNvSpPr>
            <a:spLocks noGrp="1"/>
          </p:cNvSpPr>
          <p:nvPr>
            <p:ph type="body" idx="1"/>
          </p:nvPr>
        </p:nvSpPr>
        <p:spPr>
          <a:xfrm>
            <a:off x="375920" y="995680"/>
            <a:ext cx="8696960" cy="558800"/>
          </a:xfrm>
        </p:spPr>
        <p:txBody>
          <a:bodyPr>
            <a:normAutofit/>
          </a:bodyPr>
          <a:lstStyle/>
          <a:p>
            <a:r>
              <a:rPr kumimoji="1" lang="en-US" sz="2200" dirty="0"/>
              <a:t>Typical PTE </a:t>
            </a:r>
            <a:r>
              <a:rPr kumimoji="1" lang="en-US" sz="2200" dirty="0">
                <a:latin typeface="Times New Roman" panose="02020603050405020304" pitchFamily="18" charset="0"/>
                <a:cs typeface="Times New Roman" panose="02020603050405020304" pitchFamily="18" charset="0"/>
              </a:rPr>
              <a:t>format…</a:t>
            </a:r>
            <a:endParaRPr kumimoji="1" lang="en-US" sz="2000" i="1" dirty="0">
              <a:latin typeface="Times New Roman" panose="02020603050405020304" pitchFamily="18" charset="0"/>
              <a:cs typeface="Times New Roman" panose="02020603050405020304" pitchFamily="18" charset="0"/>
            </a:endParaRPr>
          </a:p>
        </p:txBody>
      </p:sp>
      <p:sp>
        <p:nvSpPr>
          <p:cNvPr id="4" name="Rectangle 2">
            <a:extLst>
              <a:ext uri="{FF2B5EF4-FFF2-40B4-BE49-F238E27FC236}">
                <a16:creationId xmlns:a16="http://schemas.microsoft.com/office/drawing/2014/main" id="{ED441D7B-377E-6249-9494-BA812A6367FB}"/>
              </a:ext>
            </a:extLst>
          </p:cNvPr>
          <p:cNvSpPr txBox="1">
            <a:spLocks/>
          </p:cNvSpPr>
          <p:nvPr/>
        </p:nvSpPr>
        <p:spPr bwMode="auto">
          <a:xfrm>
            <a:off x="904240" y="40640"/>
            <a:ext cx="7782560" cy="721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noAutofit/>
          </a:bodyPr>
          <a:lstStyle>
            <a:lvl1pPr algn="ctr" rtl="0" eaLnBrk="0" fontAlgn="base" hangingPunct="0">
              <a:spcBef>
                <a:spcPct val="0"/>
              </a:spcBef>
              <a:spcAft>
                <a:spcPct val="0"/>
              </a:spcAft>
              <a:defRPr sz="3200" b="1">
                <a:solidFill>
                  <a:srgbClr val="006699"/>
                </a:solidFill>
                <a:latin typeface="+mj-lt"/>
                <a:ea typeface="MS PGothic" pitchFamily="34" charset="-128"/>
                <a:cs typeface="ＭＳ Ｐゴシック" charset="-128"/>
              </a:defRPr>
            </a:lvl1pPr>
            <a:lvl2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2pPr>
            <a:lvl3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3pPr>
            <a:lvl4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4pPr>
            <a:lvl5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5pPr>
            <a:lvl6pPr marL="457200" algn="ctr" rtl="0" fontAlgn="base">
              <a:spcBef>
                <a:spcPct val="0"/>
              </a:spcBef>
              <a:spcAft>
                <a:spcPct val="0"/>
              </a:spcAft>
              <a:defRPr sz="3200" b="1">
                <a:solidFill>
                  <a:srgbClr val="006699"/>
                </a:solidFill>
                <a:latin typeface="Arial" charset="0"/>
              </a:defRPr>
            </a:lvl6pPr>
            <a:lvl7pPr marL="914400" algn="ctr" rtl="0" fontAlgn="base">
              <a:spcBef>
                <a:spcPct val="0"/>
              </a:spcBef>
              <a:spcAft>
                <a:spcPct val="0"/>
              </a:spcAft>
              <a:defRPr sz="3200" b="1">
                <a:solidFill>
                  <a:srgbClr val="006699"/>
                </a:solidFill>
                <a:latin typeface="Arial" charset="0"/>
              </a:defRPr>
            </a:lvl7pPr>
            <a:lvl8pPr marL="1371600" algn="ctr" rtl="0" fontAlgn="base">
              <a:spcBef>
                <a:spcPct val="0"/>
              </a:spcBef>
              <a:spcAft>
                <a:spcPct val="0"/>
              </a:spcAft>
              <a:defRPr sz="3200" b="1">
                <a:solidFill>
                  <a:srgbClr val="006699"/>
                </a:solidFill>
                <a:latin typeface="Arial" charset="0"/>
              </a:defRPr>
            </a:lvl8pPr>
            <a:lvl9pPr marL="1828800" algn="ctr" rtl="0" fontAlgn="base">
              <a:spcBef>
                <a:spcPct val="0"/>
              </a:spcBef>
              <a:spcAft>
                <a:spcPct val="0"/>
              </a:spcAft>
              <a:defRPr sz="3200" b="1">
                <a:solidFill>
                  <a:srgbClr val="006699"/>
                </a:solidFill>
                <a:latin typeface="Arial" charset="0"/>
              </a:defRPr>
            </a:lvl9pPr>
          </a:lstStyle>
          <a:p>
            <a:r>
              <a:rPr lang="en-US" kern="0" dirty="0"/>
              <a:t>Page Table Entry</a:t>
            </a:r>
          </a:p>
        </p:txBody>
      </p:sp>
      <p:sp>
        <p:nvSpPr>
          <p:cNvPr id="6" name="Slide Number Placeholder 3">
            <a:extLst>
              <a:ext uri="{FF2B5EF4-FFF2-40B4-BE49-F238E27FC236}">
                <a16:creationId xmlns:a16="http://schemas.microsoft.com/office/drawing/2014/main" id="{4FC041A3-580A-FB8C-B628-310159D8A88C}"/>
              </a:ext>
            </a:extLst>
          </p:cNvPr>
          <p:cNvSpPr txBox="1">
            <a:spLocks/>
          </p:cNvSpPr>
          <p:nvPr/>
        </p:nvSpPr>
        <p:spPr bwMode="auto">
          <a:xfrm>
            <a:off x="8588829" y="6389912"/>
            <a:ext cx="413657" cy="3751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E2418860-B345-4524-9314-FE51DF6E4AD1}" type="slidenum">
              <a:rPr lang="en-US" altLang="en-PK" sz="1400" smtClean="0">
                <a:solidFill>
                  <a:schemeClr val="tx1"/>
                </a:solidFill>
              </a:rPr>
              <a:pPr/>
              <a:t>40</a:t>
            </a:fld>
            <a:endParaRPr lang="en-US" altLang="en-US" sz="1400" dirty="0">
              <a:solidFill>
                <a:schemeClr val="tx1"/>
              </a:solidFill>
              <a:latin typeface="Tahoma" panose="020B0604030504040204" pitchFamily="34" charset="0"/>
              <a:ea typeface="MS PGothic" panose="020B0600070205080204" pitchFamily="34" charset="-128"/>
            </a:endParaRPr>
          </a:p>
        </p:txBody>
      </p:sp>
      <p:sp>
        <p:nvSpPr>
          <p:cNvPr id="7" name="Rectangle 3">
            <a:extLst>
              <a:ext uri="{FF2B5EF4-FFF2-40B4-BE49-F238E27FC236}">
                <a16:creationId xmlns:a16="http://schemas.microsoft.com/office/drawing/2014/main" id="{85326D20-8304-59BB-9A80-13FE60AF251F}"/>
              </a:ext>
            </a:extLst>
          </p:cNvPr>
          <p:cNvSpPr txBox="1">
            <a:spLocks/>
          </p:cNvSpPr>
          <p:nvPr/>
        </p:nvSpPr>
        <p:spPr bwMode="auto">
          <a:xfrm>
            <a:off x="373017" y="2666636"/>
            <a:ext cx="8626566" cy="4008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lvl1pPr marL="342900" indent="-342900" algn="l" rtl="0" eaLnBrk="0" fontAlgn="base" hangingPunct="0">
              <a:spcBef>
                <a:spcPct val="35000"/>
              </a:spcBef>
              <a:spcAft>
                <a:spcPct val="0"/>
              </a:spcAft>
              <a:buClr>
                <a:srgbClr val="993300"/>
              </a:buClr>
              <a:buSzPct val="110000"/>
              <a:buFont typeface="Wingdings" panose="05000000000000000000" pitchFamily="2" charset="2"/>
              <a:buChar char="§"/>
              <a:defRPr kumimoji="1" sz="2400">
                <a:solidFill>
                  <a:schemeClr val="tx1"/>
                </a:solidFill>
                <a:latin typeface="Calibri" panose="020F0502020204030204" pitchFamily="34" charset="0"/>
                <a:ea typeface="MS PGothic" pitchFamily="34" charset="-128"/>
                <a:cs typeface="Calibri" panose="020F0502020204030204" pitchFamily="34" charset="0"/>
              </a:defRPr>
            </a:lvl1pPr>
            <a:lvl2pPr marL="742950" indent="-285750" algn="l" rtl="0" eaLnBrk="0" fontAlgn="base" hangingPunct="0">
              <a:spcBef>
                <a:spcPct val="35000"/>
              </a:spcBef>
              <a:spcAft>
                <a:spcPct val="0"/>
              </a:spcAft>
              <a:buClr>
                <a:srgbClr val="CC6600"/>
              </a:buClr>
              <a:buSzPct val="110000"/>
              <a:buFont typeface="Arial" panose="020B0604020202020204" pitchFamily="34" charset="0"/>
              <a:buChar char="•"/>
              <a:defRPr kumimoji="1" sz="2200">
                <a:solidFill>
                  <a:schemeClr val="tx1"/>
                </a:solidFill>
                <a:latin typeface="Calibri" panose="020F0502020204030204" pitchFamily="34" charset="0"/>
                <a:ea typeface="MS PGothic" pitchFamily="34" charset="-128"/>
                <a:cs typeface="Calibri" panose="020F0502020204030204" pitchFamily="34" charset="0"/>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200">
                <a:solidFill>
                  <a:schemeClr val="tx1"/>
                </a:solidFill>
                <a:latin typeface="Calibri" panose="020F0502020204030204" pitchFamily="34" charset="0"/>
                <a:ea typeface="MS PGothic" pitchFamily="34" charset="-128"/>
                <a:cs typeface="Calibri" panose="020F0502020204030204" pitchFamily="34" charset="0"/>
              </a:defRPr>
            </a:lvl3pPr>
            <a:lvl4pPr marL="1428750" indent="-228600" algn="l" rtl="0" eaLnBrk="0" fontAlgn="base" hangingPunct="0">
              <a:spcBef>
                <a:spcPct val="35000"/>
              </a:spcBef>
              <a:spcAft>
                <a:spcPct val="0"/>
              </a:spcAft>
              <a:buClr>
                <a:schemeClr val="hlink"/>
              </a:buClr>
              <a:buSzPct val="75000"/>
              <a:buChar char="–"/>
              <a:defRPr kumimoji="1" sz="2200">
                <a:solidFill>
                  <a:schemeClr val="tx1"/>
                </a:solidFill>
                <a:latin typeface="Calibri" panose="020F0502020204030204" pitchFamily="34" charset="0"/>
                <a:ea typeface="MS PGothic" pitchFamily="34" charset="-128"/>
                <a:cs typeface="Calibri" panose="020F0502020204030204" pitchFamily="34" charset="0"/>
              </a:defRPr>
            </a:lvl4pPr>
            <a:lvl5pPr marL="1771650" indent="-228600" algn="l" rtl="0" eaLnBrk="0" fontAlgn="base" hangingPunct="0">
              <a:spcBef>
                <a:spcPct val="35000"/>
              </a:spcBef>
              <a:spcAft>
                <a:spcPct val="0"/>
              </a:spcAft>
              <a:buClr>
                <a:srgbClr val="FF0066"/>
              </a:buClr>
              <a:buSzPct val="75000"/>
              <a:buChar char="»"/>
              <a:defRPr kumimoji="1" sz="2200">
                <a:solidFill>
                  <a:schemeClr val="tx1"/>
                </a:solidFill>
                <a:latin typeface="Calibri" panose="020F0502020204030204" pitchFamily="34" charset="0"/>
                <a:ea typeface="MS PGothic" pitchFamily="34" charset="-128"/>
                <a:cs typeface="Calibri" panose="020F0502020204030204" pitchFamily="34" charset="0"/>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a:lnSpc>
                <a:spcPct val="110000"/>
              </a:lnSpc>
              <a:spcBef>
                <a:spcPts val="1200"/>
              </a:spcBef>
            </a:pPr>
            <a:r>
              <a:rPr lang="en-US" sz="2200" kern="0" dirty="0"/>
              <a:t>Various bits used by MMU on each page access:</a:t>
            </a:r>
          </a:p>
          <a:p>
            <a:pPr marL="630238" lvl="1">
              <a:lnSpc>
                <a:spcPct val="110000"/>
              </a:lnSpc>
              <a:spcBef>
                <a:spcPts val="1200"/>
              </a:spcBef>
            </a:pPr>
            <a:r>
              <a:rPr lang="en-US" b="1" kern="0" dirty="0">
                <a:solidFill>
                  <a:srgbClr val="C00000"/>
                </a:solidFill>
              </a:rPr>
              <a:t>Modify/Dirty bit:</a:t>
            </a:r>
            <a:r>
              <a:rPr lang="en-US" kern="0" dirty="0">
                <a:solidFill>
                  <a:srgbClr val="C00000"/>
                </a:solidFill>
              </a:rPr>
              <a:t>  </a:t>
            </a:r>
            <a:r>
              <a:rPr lang="en-US" kern="0" dirty="0"/>
              <a:t>indicates whether page is modified since loaded</a:t>
            </a:r>
          </a:p>
          <a:p>
            <a:pPr marL="630238" lvl="1">
              <a:lnSpc>
                <a:spcPct val="110000"/>
              </a:lnSpc>
              <a:spcBef>
                <a:spcPts val="1200"/>
              </a:spcBef>
            </a:pPr>
            <a:r>
              <a:rPr lang="en-US" b="1" kern="0" dirty="0">
                <a:solidFill>
                  <a:srgbClr val="C00000"/>
                </a:solidFill>
              </a:rPr>
              <a:t>Resident bit:  </a:t>
            </a:r>
            <a:r>
              <a:rPr lang="en-US" kern="0" dirty="0"/>
              <a:t>indicates whether page is resident in memory or not </a:t>
            </a:r>
            <a:r>
              <a:rPr lang="en-US" sz="2000" kern="0" dirty="0"/>
              <a:t>(may be on disk)</a:t>
            </a:r>
          </a:p>
          <a:p>
            <a:pPr marL="1033463" lvl="2">
              <a:lnSpc>
                <a:spcPct val="110000"/>
              </a:lnSpc>
              <a:spcBef>
                <a:spcPts val="600"/>
              </a:spcBef>
            </a:pPr>
            <a:r>
              <a:rPr lang="en-US" sz="2000" kern="0" dirty="0"/>
              <a:t>not an error for a program to access a non-resident page </a:t>
            </a:r>
          </a:p>
          <a:p>
            <a:pPr marL="1033463" lvl="2">
              <a:lnSpc>
                <a:spcPct val="110000"/>
              </a:lnSpc>
              <a:spcBef>
                <a:spcPts val="600"/>
              </a:spcBef>
            </a:pPr>
            <a:r>
              <a:rPr lang="en-US" sz="2000" kern="0" dirty="0"/>
              <a:t>page fault occurs, &amp; page is brought into memory from disk</a:t>
            </a:r>
          </a:p>
          <a:p>
            <a:pPr marL="630238" lvl="1">
              <a:lnSpc>
                <a:spcPct val="110000"/>
              </a:lnSpc>
              <a:spcBef>
                <a:spcPts val="1200"/>
              </a:spcBef>
            </a:pPr>
            <a:r>
              <a:rPr lang="en-US" b="1" kern="0" dirty="0">
                <a:solidFill>
                  <a:srgbClr val="C00000"/>
                </a:solidFill>
              </a:rPr>
              <a:t>Valid bit:  </a:t>
            </a:r>
            <a:r>
              <a:rPr lang="en-US" kern="0" dirty="0"/>
              <a:t>page is legal for program to access  </a:t>
            </a:r>
            <a:r>
              <a:rPr lang="en-US" sz="2000" i="1" kern="0" dirty="0"/>
              <a:t>(part of address space)</a:t>
            </a:r>
          </a:p>
          <a:p>
            <a:pPr marL="630238" lvl="1">
              <a:lnSpc>
                <a:spcPct val="110000"/>
              </a:lnSpc>
              <a:spcBef>
                <a:spcPts val="1200"/>
              </a:spcBef>
            </a:pPr>
            <a:r>
              <a:rPr lang="en-US" b="1" kern="0" dirty="0">
                <a:solidFill>
                  <a:srgbClr val="C00000"/>
                </a:solidFill>
              </a:rPr>
              <a:t>Protection bits:  </a:t>
            </a:r>
            <a:r>
              <a:rPr lang="en-US" kern="0" dirty="0"/>
              <a:t>specify page access rights  </a:t>
            </a:r>
            <a:r>
              <a:rPr lang="en-US" sz="2000" i="1" kern="0" dirty="0"/>
              <a:t>(read/ write/ execute)</a:t>
            </a:r>
          </a:p>
          <a:p>
            <a:pPr marL="457200" lvl="1" indent="0">
              <a:lnSpc>
                <a:spcPct val="110000"/>
              </a:lnSpc>
              <a:spcBef>
                <a:spcPts val="1200"/>
              </a:spcBef>
              <a:buFont typeface="Arial" panose="020B0604020202020204" pitchFamily="34" charset="0"/>
              <a:buNone/>
            </a:pPr>
            <a:endParaRPr lang="en-US" sz="2000" kern="0" dirty="0"/>
          </a:p>
        </p:txBody>
      </p:sp>
      <p:grpSp>
        <p:nvGrpSpPr>
          <p:cNvPr id="3" name="Group 2">
            <a:extLst>
              <a:ext uri="{FF2B5EF4-FFF2-40B4-BE49-F238E27FC236}">
                <a16:creationId xmlns:a16="http://schemas.microsoft.com/office/drawing/2014/main" id="{1746BCE0-3C2F-CEAC-4602-6F13C3E64B34}"/>
              </a:ext>
            </a:extLst>
          </p:cNvPr>
          <p:cNvGrpSpPr/>
          <p:nvPr/>
        </p:nvGrpSpPr>
        <p:grpSpPr>
          <a:xfrm>
            <a:off x="727075" y="1443038"/>
            <a:ext cx="8001000" cy="1181100"/>
            <a:chOff x="727075" y="1493838"/>
            <a:chExt cx="8001000" cy="1181100"/>
          </a:xfrm>
        </p:grpSpPr>
        <p:sp>
          <p:nvSpPr>
            <p:cNvPr id="5" name="AutoShape 3">
              <a:extLst>
                <a:ext uri="{FF2B5EF4-FFF2-40B4-BE49-F238E27FC236}">
                  <a16:creationId xmlns:a16="http://schemas.microsoft.com/office/drawing/2014/main" id="{2DD4D4A7-C9E3-3C70-183B-E61A074BAA2C}"/>
                </a:ext>
              </a:extLst>
            </p:cNvPr>
            <p:cNvSpPr>
              <a:spLocks noChangeAspect="1" noChangeArrowheads="1" noTextEdit="1"/>
            </p:cNvSpPr>
            <p:nvPr/>
          </p:nvSpPr>
          <p:spPr bwMode="auto">
            <a:xfrm>
              <a:off x="727075" y="1493838"/>
              <a:ext cx="8001000" cy="1181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Freeform 286">
              <a:extLst>
                <a:ext uri="{FF2B5EF4-FFF2-40B4-BE49-F238E27FC236}">
                  <a16:creationId xmlns:a16="http://schemas.microsoft.com/office/drawing/2014/main" id="{45136806-938E-D35B-8A94-D1FACBC30F43}"/>
                </a:ext>
              </a:extLst>
            </p:cNvPr>
            <p:cNvSpPr>
              <a:spLocks/>
            </p:cNvSpPr>
            <p:nvPr/>
          </p:nvSpPr>
          <p:spPr bwMode="auto">
            <a:xfrm>
              <a:off x="3495675" y="1919288"/>
              <a:ext cx="5097463" cy="558800"/>
            </a:xfrm>
            <a:custGeom>
              <a:avLst/>
              <a:gdLst>
                <a:gd name="T0" fmla="*/ 0 w 5345"/>
                <a:gd name="T1" fmla="*/ 2 h 580"/>
                <a:gd name="T2" fmla="*/ 0 w 5345"/>
                <a:gd name="T3" fmla="*/ 2 h 580"/>
                <a:gd name="T4" fmla="*/ 1 w 5345"/>
                <a:gd name="T5" fmla="*/ 0 h 580"/>
                <a:gd name="T6" fmla="*/ 1 w 5345"/>
                <a:gd name="T7" fmla="*/ 0 h 580"/>
                <a:gd name="T8" fmla="*/ 1 w 5345"/>
                <a:gd name="T9" fmla="*/ 0 h 580"/>
                <a:gd name="T10" fmla="*/ 5343 w 5345"/>
                <a:gd name="T11" fmla="*/ 0 h 580"/>
                <a:gd name="T12" fmla="*/ 5343 w 5345"/>
                <a:gd name="T13" fmla="*/ 0 h 580"/>
                <a:gd name="T14" fmla="*/ 5345 w 5345"/>
                <a:gd name="T15" fmla="*/ 2 h 580"/>
                <a:gd name="T16" fmla="*/ 5345 w 5345"/>
                <a:gd name="T17" fmla="*/ 2 h 580"/>
                <a:gd name="T18" fmla="*/ 5345 w 5345"/>
                <a:gd name="T19" fmla="*/ 2 h 580"/>
                <a:gd name="T20" fmla="*/ 5345 w 5345"/>
                <a:gd name="T21" fmla="*/ 579 h 580"/>
                <a:gd name="T22" fmla="*/ 5345 w 5345"/>
                <a:gd name="T23" fmla="*/ 579 h 580"/>
                <a:gd name="T24" fmla="*/ 5343 w 5345"/>
                <a:gd name="T25" fmla="*/ 580 h 580"/>
                <a:gd name="T26" fmla="*/ 5343 w 5345"/>
                <a:gd name="T27" fmla="*/ 580 h 580"/>
                <a:gd name="T28" fmla="*/ 5343 w 5345"/>
                <a:gd name="T29" fmla="*/ 580 h 580"/>
                <a:gd name="T30" fmla="*/ 1 w 5345"/>
                <a:gd name="T31" fmla="*/ 580 h 580"/>
                <a:gd name="T32" fmla="*/ 1 w 5345"/>
                <a:gd name="T33" fmla="*/ 580 h 580"/>
                <a:gd name="T34" fmla="*/ 0 w 5345"/>
                <a:gd name="T35" fmla="*/ 579 h 580"/>
                <a:gd name="T36" fmla="*/ 0 w 5345"/>
                <a:gd name="T37" fmla="*/ 579 h 580"/>
                <a:gd name="T38" fmla="*/ 0 w 5345"/>
                <a:gd name="T39" fmla="*/ 2 h 5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345" h="580">
                  <a:moveTo>
                    <a:pt x="0" y="2"/>
                  </a:moveTo>
                  <a:lnTo>
                    <a:pt x="0" y="2"/>
                  </a:lnTo>
                  <a:cubicBezTo>
                    <a:pt x="0" y="1"/>
                    <a:pt x="1" y="0"/>
                    <a:pt x="1" y="0"/>
                  </a:cubicBezTo>
                  <a:cubicBezTo>
                    <a:pt x="1" y="0"/>
                    <a:pt x="1" y="0"/>
                    <a:pt x="1" y="0"/>
                  </a:cubicBezTo>
                  <a:lnTo>
                    <a:pt x="1" y="0"/>
                  </a:lnTo>
                  <a:lnTo>
                    <a:pt x="5343" y="0"/>
                  </a:lnTo>
                  <a:lnTo>
                    <a:pt x="5343" y="0"/>
                  </a:lnTo>
                  <a:cubicBezTo>
                    <a:pt x="5344" y="0"/>
                    <a:pt x="5345" y="1"/>
                    <a:pt x="5345" y="2"/>
                  </a:cubicBezTo>
                  <a:cubicBezTo>
                    <a:pt x="5345" y="2"/>
                    <a:pt x="5345" y="2"/>
                    <a:pt x="5345" y="2"/>
                  </a:cubicBezTo>
                  <a:lnTo>
                    <a:pt x="5345" y="2"/>
                  </a:lnTo>
                  <a:lnTo>
                    <a:pt x="5345" y="579"/>
                  </a:lnTo>
                  <a:lnTo>
                    <a:pt x="5345" y="579"/>
                  </a:lnTo>
                  <a:cubicBezTo>
                    <a:pt x="5345" y="580"/>
                    <a:pt x="5344" y="580"/>
                    <a:pt x="5343" y="580"/>
                  </a:cubicBezTo>
                  <a:cubicBezTo>
                    <a:pt x="5343" y="580"/>
                    <a:pt x="5343" y="580"/>
                    <a:pt x="5343" y="580"/>
                  </a:cubicBezTo>
                  <a:lnTo>
                    <a:pt x="5343" y="580"/>
                  </a:lnTo>
                  <a:lnTo>
                    <a:pt x="1" y="580"/>
                  </a:lnTo>
                  <a:lnTo>
                    <a:pt x="1" y="580"/>
                  </a:lnTo>
                  <a:cubicBezTo>
                    <a:pt x="1" y="580"/>
                    <a:pt x="0" y="580"/>
                    <a:pt x="0" y="579"/>
                  </a:cubicBezTo>
                  <a:cubicBezTo>
                    <a:pt x="0" y="579"/>
                    <a:pt x="0" y="579"/>
                    <a:pt x="0" y="579"/>
                  </a:cubicBezTo>
                  <a:lnTo>
                    <a:pt x="0" y="2"/>
                  </a:lnTo>
                  <a:close/>
                </a:path>
              </a:pathLst>
            </a:custGeom>
            <a:solidFill>
              <a:srgbClr val="FF9966"/>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Freeform 287">
              <a:extLst>
                <a:ext uri="{FF2B5EF4-FFF2-40B4-BE49-F238E27FC236}">
                  <a16:creationId xmlns:a16="http://schemas.microsoft.com/office/drawing/2014/main" id="{272890FF-35A1-73FF-D35E-3499ABA689F9}"/>
                </a:ext>
              </a:extLst>
            </p:cNvPr>
            <p:cNvSpPr>
              <a:spLocks/>
            </p:cNvSpPr>
            <p:nvPr/>
          </p:nvSpPr>
          <p:spPr bwMode="auto">
            <a:xfrm>
              <a:off x="3495675" y="1919288"/>
              <a:ext cx="5097463" cy="558800"/>
            </a:xfrm>
            <a:custGeom>
              <a:avLst/>
              <a:gdLst>
                <a:gd name="T0" fmla="*/ 0 w 5345"/>
                <a:gd name="T1" fmla="*/ 2 h 580"/>
                <a:gd name="T2" fmla="*/ 0 w 5345"/>
                <a:gd name="T3" fmla="*/ 2 h 580"/>
                <a:gd name="T4" fmla="*/ 1 w 5345"/>
                <a:gd name="T5" fmla="*/ 0 h 580"/>
                <a:gd name="T6" fmla="*/ 1 w 5345"/>
                <a:gd name="T7" fmla="*/ 0 h 580"/>
                <a:gd name="T8" fmla="*/ 1 w 5345"/>
                <a:gd name="T9" fmla="*/ 0 h 580"/>
                <a:gd name="T10" fmla="*/ 5343 w 5345"/>
                <a:gd name="T11" fmla="*/ 0 h 580"/>
                <a:gd name="T12" fmla="*/ 5343 w 5345"/>
                <a:gd name="T13" fmla="*/ 0 h 580"/>
                <a:gd name="T14" fmla="*/ 5345 w 5345"/>
                <a:gd name="T15" fmla="*/ 2 h 580"/>
                <a:gd name="T16" fmla="*/ 5345 w 5345"/>
                <a:gd name="T17" fmla="*/ 2 h 580"/>
                <a:gd name="T18" fmla="*/ 5345 w 5345"/>
                <a:gd name="T19" fmla="*/ 2 h 580"/>
                <a:gd name="T20" fmla="*/ 5345 w 5345"/>
                <a:gd name="T21" fmla="*/ 579 h 580"/>
                <a:gd name="T22" fmla="*/ 5345 w 5345"/>
                <a:gd name="T23" fmla="*/ 579 h 580"/>
                <a:gd name="T24" fmla="*/ 5343 w 5345"/>
                <a:gd name="T25" fmla="*/ 580 h 580"/>
                <a:gd name="T26" fmla="*/ 5343 w 5345"/>
                <a:gd name="T27" fmla="*/ 580 h 580"/>
                <a:gd name="T28" fmla="*/ 5343 w 5345"/>
                <a:gd name="T29" fmla="*/ 580 h 580"/>
                <a:gd name="T30" fmla="*/ 1 w 5345"/>
                <a:gd name="T31" fmla="*/ 580 h 580"/>
                <a:gd name="T32" fmla="*/ 1 w 5345"/>
                <a:gd name="T33" fmla="*/ 580 h 580"/>
                <a:gd name="T34" fmla="*/ 0 w 5345"/>
                <a:gd name="T35" fmla="*/ 579 h 580"/>
                <a:gd name="T36" fmla="*/ 0 w 5345"/>
                <a:gd name="T37" fmla="*/ 579 h 580"/>
                <a:gd name="T38" fmla="*/ 0 w 5345"/>
                <a:gd name="T39" fmla="*/ 2 h 5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345" h="580">
                  <a:moveTo>
                    <a:pt x="0" y="2"/>
                  </a:moveTo>
                  <a:lnTo>
                    <a:pt x="0" y="2"/>
                  </a:lnTo>
                  <a:cubicBezTo>
                    <a:pt x="0" y="1"/>
                    <a:pt x="1" y="0"/>
                    <a:pt x="1" y="0"/>
                  </a:cubicBezTo>
                  <a:cubicBezTo>
                    <a:pt x="1" y="0"/>
                    <a:pt x="1" y="0"/>
                    <a:pt x="1" y="0"/>
                  </a:cubicBezTo>
                  <a:lnTo>
                    <a:pt x="1" y="0"/>
                  </a:lnTo>
                  <a:lnTo>
                    <a:pt x="5343" y="0"/>
                  </a:lnTo>
                  <a:lnTo>
                    <a:pt x="5343" y="0"/>
                  </a:lnTo>
                  <a:cubicBezTo>
                    <a:pt x="5344" y="0"/>
                    <a:pt x="5345" y="1"/>
                    <a:pt x="5345" y="2"/>
                  </a:cubicBezTo>
                  <a:cubicBezTo>
                    <a:pt x="5345" y="2"/>
                    <a:pt x="5345" y="2"/>
                    <a:pt x="5345" y="2"/>
                  </a:cubicBezTo>
                  <a:lnTo>
                    <a:pt x="5345" y="2"/>
                  </a:lnTo>
                  <a:lnTo>
                    <a:pt x="5345" y="579"/>
                  </a:lnTo>
                  <a:lnTo>
                    <a:pt x="5345" y="579"/>
                  </a:lnTo>
                  <a:cubicBezTo>
                    <a:pt x="5345" y="580"/>
                    <a:pt x="5344" y="580"/>
                    <a:pt x="5343" y="580"/>
                  </a:cubicBezTo>
                  <a:cubicBezTo>
                    <a:pt x="5343" y="580"/>
                    <a:pt x="5343" y="580"/>
                    <a:pt x="5343" y="580"/>
                  </a:cubicBezTo>
                  <a:lnTo>
                    <a:pt x="5343" y="580"/>
                  </a:lnTo>
                  <a:lnTo>
                    <a:pt x="1" y="580"/>
                  </a:lnTo>
                  <a:lnTo>
                    <a:pt x="1" y="580"/>
                  </a:lnTo>
                  <a:cubicBezTo>
                    <a:pt x="1" y="580"/>
                    <a:pt x="0" y="580"/>
                    <a:pt x="0" y="579"/>
                  </a:cubicBezTo>
                  <a:cubicBezTo>
                    <a:pt x="0" y="579"/>
                    <a:pt x="0" y="579"/>
                    <a:pt x="0" y="579"/>
                  </a:cubicBezTo>
                  <a:lnTo>
                    <a:pt x="0" y="2"/>
                  </a:lnTo>
                  <a:close/>
                </a:path>
              </a:pathLst>
            </a:custGeom>
            <a:noFill/>
            <a:ln w="793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Freeform 288">
              <a:extLst>
                <a:ext uri="{FF2B5EF4-FFF2-40B4-BE49-F238E27FC236}">
                  <a16:creationId xmlns:a16="http://schemas.microsoft.com/office/drawing/2014/main" id="{2FC6ABC8-4FDE-3495-E23A-4FB61F8B489E}"/>
                </a:ext>
              </a:extLst>
            </p:cNvPr>
            <p:cNvSpPr>
              <a:spLocks/>
            </p:cNvSpPr>
            <p:nvPr/>
          </p:nvSpPr>
          <p:spPr bwMode="auto">
            <a:xfrm>
              <a:off x="3495675" y="1919288"/>
              <a:ext cx="5097463" cy="558800"/>
            </a:xfrm>
            <a:custGeom>
              <a:avLst/>
              <a:gdLst>
                <a:gd name="T0" fmla="*/ 0 w 5345"/>
                <a:gd name="T1" fmla="*/ 2 h 580"/>
                <a:gd name="T2" fmla="*/ 0 w 5345"/>
                <a:gd name="T3" fmla="*/ 2 h 580"/>
                <a:gd name="T4" fmla="*/ 1 w 5345"/>
                <a:gd name="T5" fmla="*/ 0 h 580"/>
                <a:gd name="T6" fmla="*/ 1 w 5345"/>
                <a:gd name="T7" fmla="*/ 0 h 580"/>
                <a:gd name="T8" fmla="*/ 1 w 5345"/>
                <a:gd name="T9" fmla="*/ 0 h 580"/>
                <a:gd name="T10" fmla="*/ 5343 w 5345"/>
                <a:gd name="T11" fmla="*/ 0 h 580"/>
                <a:gd name="T12" fmla="*/ 5343 w 5345"/>
                <a:gd name="T13" fmla="*/ 0 h 580"/>
                <a:gd name="T14" fmla="*/ 5345 w 5345"/>
                <a:gd name="T15" fmla="*/ 2 h 580"/>
                <a:gd name="T16" fmla="*/ 5345 w 5345"/>
                <a:gd name="T17" fmla="*/ 2 h 580"/>
                <a:gd name="T18" fmla="*/ 5345 w 5345"/>
                <a:gd name="T19" fmla="*/ 2 h 580"/>
                <a:gd name="T20" fmla="*/ 5345 w 5345"/>
                <a:gd name="T21" fmla="*/ 579 h 580"/>
                <a:gd name="T22" fmla="*/ 5345 w 5345"/>
                <a:gd name="T23" fmla="*/ 579 h 580"/>
                <a:gd name="T24" fmla="*/ 5343 w 5345"/>
                <a:gd name="T25" fmla="*/ 580 h 580"/>
                <a:gd name="T26" fmla="*/ 5343 w 5345"/>
                <a:gd name="T27" fmla="*/ 580 h 580"/>
                <a:gd name="T28" fmla="*/ 5343 w 5345"/>
                <a:gd name="T29" fmla="*/ 580 h 580"/>
                <a:gd name="T30" fmla="*/ 1 w 5345"/>
                <a:gd name="T31" fmla="*/ 580 h 580"/>
                <a:gd name="T32" fmla="*/ 1 w 5345"/>
                <a:gd name="T33" fmla="*/ 580 h 580"/>
                <a:gd name="T34" fmla="*/ 0 w 5345"/>
                <a:gd name="T35" fmla="*/ 579 h 580"/>
                <a:gd name="T36" fmla="*/ 0 w 5345"/>
                <a:gd name="T37" fmla="*/ 579 h 580"/>
                <a:gd name="T38" fmla="*/ 0 w 5345"/>
                <a:gd name="T39" fmla="*/ 2 h 5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345" h="580">
                  <a:moveTo>
                    <a:pt x="0" y="2"/>
                  </a:moveTo>
                  <a:lnTo>
                    <a:pt x="0" y="2"/>
                  </a:lnTo>
                  <a:cubicBezTo>
                    <a:pt x="0" y="1"/>
                    <a:pt x="1" y="0"/>
                    <a:pt x="1" y="0"/>
                  </a:cubicBezTo>
                  <a:cubicBezTo>
                    <a:pt x="1" y="0"/>
                    <a:pt x="1" y="0"/>
                    <a:pt x="1" y="0"/>
                  </a:cubicBezTo>
                  <a:lnTo>
                    <a:pt x="1" y="0"/>
                  </a:lnTo>
                  <a:lnTo>
                    <a:pt x="5343" y="0"/>
                  </a:lnTo>
                  <a:lnTo>
                    <a:pt x="5343" y="0"/>
                  </a:lnTo>
                  <a:cubicBezTo>
                    <a:pt x="5344" y="0"/>
                    <a:pt x="5345" y="1"/>
                    <a:pt x="5345" y="2"/>
                  </a:cubicBezTo>
                  <a:cubicBezTo>
                    <a:pt x="5345" y="2"/>
                    <a:pt x="5345" y="2"/>
                    <a:pt x="5345" y="2"/>
                  </a:cubicBezTo>
                  <a:lnTo>
                    <a:pt x="5345" y="2"/>
                  </a:lnTo>
                  <a:lnTo>
                    <a:pt x="5345" y="579"/>
                  </a:lnTo>
                  <a:lnTo>
                    <a:pt x="5345" y="579"/>
                  </a:lnTo>
                  <a:cubicBezTo>
                    <a:pt x="5345" y="580"/>
                    <a:pt x="5344" y="580"/>
                    <a:pt x="5343" y="580"/>
                  </a:cubicBezTo>
                  <a:cubicBezTo>
                    <a:pt x="5343" y="580"/>
                    <a:pt x="5343" y="580"/>
                    <a:pt x="5343" y="580"/>
                  </a:cubicBezTo>
                  <a:lnTo>
                    <a:pt x="5343" y="580"/>
                  </a:lnTo>
                  <a:lnTo>
                    <a:pt x="1" y="580"/>
                  </a:lnTo>
                  <a:lnTo>
                    <a:pt x="1" y="580"/>
                  </a:lnTo>
                  <a:cubicBezTo>
                    <a:pt x="1" y="580"/>
                    <a:pt x="0" y="580"/>
                    <a:pt x="0" y="579"/>
                  </a:cubicBezTo>
                  <a:cubicBezTo>
                    <a:pt x="0" y="579"/>
                    <a:pt x="0" y="579"/>
                    <a:pt x="0" y="579"/>
                  </a:cubicBezTo>
                  <a:lnTo>
                    <a:pt x="0" y="2"/>
                  </a:lnTo>
                  <a:close/>
                </a:path>
              </a:pathLst>
            </a:custGeom>
            <a:solidFill>
              <a:schemeClr val="bg1">
                <a:lumMod val="75000"/>
              </a:schemeClr>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289">
              <a:extLst>
                <a:ext uri="{FF2B5EF4-FFF2-40B4-BE49-F238E27FC236}">
                  <a16:creationId xmlns:a16="http://schemas.microsoft.com/office/drawing/2014/main" id="{C77FD0C4-3014-6324-1A80-BEB63D78353F}"/>
                </a:ext>
              </a:extLst>
            </p:cNvPr>
            <p:cNvSpPr>
              <a:spLocks/>
            </p:cNvSpPr>
            <p:nvPr/>
          </p:nvSpPr>
          <p:spPr bwMode="auto">
            <a:xfrm>
              <a:off x="3495675" y="1919288"/>
              <a:ext cx="5097463" cy="558800"/>
            </a:xfrm>
            <a:custGeom>
              <a:avLst/>
              <a:gdLst>
                <a:gd name="T0" fmla="*/ 0 w 5345"/>
                <a:gd name="T1" fmla="*/ 2 h 580"/>
                <a:gd name="T2" fmla="*/ 0 w 5345"/>
                <a:gd name="T3" fmla="*/ 2 h 580"/>
                <a:gd name="T4" fmla="*/ 1 w 5345"/>
                <a:gd name="T5" fmla="*/ 0 h 580"/>
                <a:gd name="T6" fmla="*/ 1 w 5345"/>
                <a:gd name="T7" fmla="*/ 0 h 580"/>
                <a:gd name="T8" fmla="*/ 1 w 5345"/>
                <a:gd name="T9" fmla="*/ 0 h 580"/>
                <a:gd name="T10" fmla="*/ 5343 w 5345"/>
                <a:gd name="T11" fmla="*/ 0 h 580"/>
                <a:gd name="T12" fmla="*/ 5343 w 5345"/>
                <a:gd name="T13" fmla="*/ 0 h 580"/>
                <a:gd name="T14" fmla="*/ 5345 w 5345"/>
                <a:gd name="T15" fmla="*/ 2 h 580"/>
                <a:gd name="T16" fmla="*/ 5345 w 5345"/>
                <a:gd name="T17" fmla="*/ 2 h 580"/>
                <a:gd name="T18" fmla="*/ 5345 w 5345"/>
                <a:gd name="T19" fmla="*/ 2 h 580"/>
                <a:gd name="T20" fmla="*/ 5345 w 5345"/>
                <a:gd name="T21" fmla="*/ 579 h 580"/>
                <a:gd name="T22" fmla="*/ 5345 w 5345"/>
                <a:gd name="T23" fmla="*/ 579 h 580"/>
                <a:gd name="T24" fmla="*/ 5343 w 5345"/>
                <a:gd name="T25" fmla="*/ 580 h 580"/>
                <a:gd name="T26" fmla="*/ 5343 w 5345"/>
                <a:gd name="T27" fmla="*/ 580 h 580"/>
                <a:gd name="T28" fmla="*/ 5343 w 5345"/>
                <a:gd name="T29" fmla="*/ 580 h 580"/>
                <a:gd name="T30" fmla="*/ 1 w 5345"/>
                <a:gd name="T31" fmla="*/ 580 h 580"/>
                <a:gd name="T32" fmla="*/ 1 w 5345"/>
                <a:gd name="T33" fmla="*/ 580 h 580"/>
                <a:gd name="T34" fmla="*/ 0 w 5345"/>
                <a:gd name="T35" fmla="*/ 579 h 580"/>
                <a:gd name="T36" fmla="*/ 0 w 5345"/>
                <a:gd name="T37" fmla="*/ 579 h 580"/>
                <a:gd name="T38" fmla="*/ 0 w 5345"/>
                <a:gd name="T39" fmla="*/ 2 h 5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345" h="580">
                  <a:moveTo>
                    <a:pt x="0" y="2"/>
                  </a:moveTo>
                  <a:lnTo>
                    <a:pt x="0" y="2"/>
                  </a:lnTo>
                  <a:cubicBezTo>
                    <a:pt x="0" y="1"/>
                    <a:pt x="1" y="0"/>
                    <a:pt x="1" y="0"/>
                  </a:cubicBezTo>
                  <a:cubicBezTo>
                    <a:pt x="1" y="0"/>
                    <a:pt x="1" y="0"/>
                    <a:pt x="1" y="0"/>
                  </a:cubicBezTo>
                  <a:lnTo>
                    <a:pt x="1" y="0"/>
                  </a:lnTo>
                  <a:lnTo>
                    <a:pt x="5343" y="0"/>
                  </a:lnTo>
                  <a:lnTo>
                    <a:pt x="5343" y="0"/>
                  </a:lnTo>
                  <a:cubicBezTo>
                    <a:pt x="5344" y="0"/>
                    <a:pt x="5345" y="1"/>
                    <a:pt x="5345" y="2"/>
                  </a:cubicBezTo>
                  <a:cubicBezTo>
                    <a:pt x="5345" y="2"/>
                    <a:pt x="5345" y="2"/>
                    <a:pt x="5345" y="2"/>
                  </a:cubicBezTo>
                  <a:lnTo>
                    <a:pt x="5345" y="2"/>
                  </a:lnTo>
                  <a:lnTo>
                    <a:pt x="5345" y="579"/>
                  </a:lnTo>
                  <a:lnTo>
                    <a:pt x="5345" y="579"/>
                  </a:lnTo>
                  <a:cubicBezTo>
                    <a:pt x="5345" y="580"/>
                    <a:pt x="5344" y="580"/>
                    <a:pt x="5343" y="580"/>
                  </a:cubicBezTo>
                  <a:cubicBezTo>
                    <a:pt x="5343" y="580"/>
                    <a:pt x="5343" y="580"/>
                    <a:pt x="5343" y="580"/>
                  </a:cubicBezTo>
                  <a:lnTo>
                    <a:pt x="5343" y="580"/>
                  </a:lnTo>
                  <a:lnTo>
                    <a:pt x="1" y="580"/>
                  </a:lnTo>
                  <a:lnTo>
                    <a:pt x="1" y="580"/>
                  </a:lnTo>
                  <a:cubicBezTo>
                    <a:pt x="1" y="580"/>
                    <a:pt x="0" y="580"/>
                    <a:pt x="0" y="579"/>
                  </a:cubicBezTo>
                  <a:cubicBezTo>
                    <a:pt x="0" y="579"/>
                    <a:pt x="0" y="579"/>
                    <a:pt x="0" y="579"/>
                  </a:cubicBezTo>
                  <a:lnTo>
                    <a:pt x="0" y="2"/>
                  </a:lnTo>
                  <a:close/>
                </a:path>
              </a:pathLst>
            </a:custGeom>
            <a:noFill/>
            <a:ln w="793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2" name="Rectangle 290">
              <a:extLst>
                <a:ext uri="{FF2B5EF4-FFF2-40B4-BE49-F238E27FC236}">
                  <a16:creationId xmlns:a16="http://schemas.microsoft.com/office/drawing/2014/main" id="{289E8832-68DE-86F1-3528-7ABFC8E41C7D}"/>
                </a:ext>
              </a:extLst>
            </p:cNvPr>
            <p:cNvSpPr>
              <a:spLocks noChangeArrowheads="1"/>
            </p:cNvSpPr>
            <p:nvPr/>
          </p:nvSpPr>
          <p:spPr bwMode="auto">
            <a:xfrm>
              <a:off x="5048250" y="2071688"/>
              <a:ext cx="373063"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Arial" panose="020B0604020202020204" pitchFamily="34" charset="0"/>
                </a:rPr>
                <a:t>pa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3" name="Rectangle 291">
              <a:extLst>
                <a:ext uri="{FF2B5EF4-FFF2-40B4-BE49-F238E27FC236}">
                  <a16:creationId xmlns:a16="http://schemas.microsoft.com/office/drawing/2014/main" id="{3D358745-D07E-9D31-9F1F-4E1E2974A3F9}"/>
                </a:ext>
              </a:extLst>
            </p:cNvPr>
            <p:cNvSpPr>
              <a:spLocks noChangeArrowheads="1"/>
            </p:cNvSpPr>
            <p:nvPr/>
          </p:nvSpPr>
          <p:spPr bwMode="auto">
            <a:xfrm>
              <a:off x="5302250" y="2071688"/>
              <a:ext cx="373063"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Arial" panose="020B0604020202020204" pitchFamily="34" charset="0"/>
                </a:rPr>
                <a:t>ge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4" name="Rectangle 292">
              <a:extLst>
                <a:ext uri="{FF2B5EF4-FFF2-40B4-BE49-F238E27FC236}">
                  <a16:creationId xmlns:a16="http://schemas.microsoft.com/office/drawing/2014/main" id="{E6260F9E-539F-B714-8C91-3C334E8762FA}"/>
                </a:ext>
              </a:extLst>
            </p:cNvPr>
            <p:cNvSpPr>
              <a:spLocks noChangeArrowheads="1"/>
            </p:cNvSpPr>
            <p:nvPr/>
          </p:nvSpPr>
          <p:spPr bwMode="auto">
            <a:xfrm>
              <a:off x="5556250" y="2071688"/>
              <a:ext cx="239713"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Arial" panose="020B0604020202020204" pitchFamily="34" charset="0"/>
                </a:rPr>
                <a:t> f</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5" name="Rectangle 293">
              <a:extLst>
                <a:ext uri="{FF2B5EF4-FFF2-40B4-BE49-F238E27FC236}">
                  <a16:creationId xmlns:a16="http://schemas.microsoft.com/office/drawing/2014/main" id="{DA57A463-1354-C7BE-8720-C769DF7FAE63}"/>
                </a:ext>
              </a:extLst>
            </p:cNvPr>
            <p:cNvSpPr>
              <a:spLocks noChangeArrowheads="1"/>
            </p:cNvSpPr>
            <p:nvPr/>
          </p:nvSpPr>
          <p:spPr bwMode="auto">
            <a:xfrm>
              <a:off x="5683250" y="2071688"/>
              <a:ext cx="652463"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Arial" panose="020B0604020202020204" pitchFamily="34" charset="0"/>
                </a:rPr>
                <a:t>rame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6" name="Rectangle 294">
              <a:extLst>
                <a:ext uri="{FF2B5EF4-FFF2-40B4-BE49-F238E27FC236}">
                  <a16:creationId xmlns:a16="http://schemas.microsoft.com/office/drawing/2014/main" id="{9CE88FDA-350F-1ABC-DCDA-E30AC21BEE58}"/>
                </a:ext>
              </a:extLst>
            </p:cNvPr>
            <p:cNvSpPr>
              <a:spLocks noChangeArrowheads="1"/>
            </p:cNvSpPr>
            <p:nvPr/>
          </p:nvSpPr>
          <p:spPr bwMode="auto">
            <a:xfrm>
              <a:off x="6203950" y="2071688"/>
              <a:ext cx="439738"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Arial" panose="020B0604020202020204" pitchFamily="34" charset="0"/>
                </a:rPr>
                <a:t> nu</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7" name="Rectangle 295">
              <a:extLst>
                <a:ext uri="{FF2B5EF4-FFF2-40B4-BE49-F238E27FC236}">
                  <a16:creationId xmlns:a16="http://schemas.microsoft.com/office/drawing/2014/main" id="{29AB657F-3AB4-920F-1FEE-20687E077550}"/>
                </a:ext>
              </a:extLst>
            </p:cNvPr>
            <p:cNvSpPr>
              <a:spLocks noChangeArrowheads="1"/>
            </p:cNvSpPr>
            <p:nvPr/>
          </p:nvSpPr>
          <p:spPr bwMode="auto">
            <a:xfrm>
              <a:off x="6521450" y="2071688"/>
              <a:ext cx="573088"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Arial" panose="020B0604020202020204" pitchFamily="34" charset="0"/>
                </a:rPr>
                <a:t>mbe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8" name="Rectangle 296">
              <a:extLst>
                <a:ext uri="{FF2B5EF4-FFF2-40B4-BE49-F238E27FC236}">
                  <a16:creationId xmlns:a16="http://schemas.microsoft.com/office/drawing/2014/main" id="{6D48A498-737B-31B4-0BA7-587D0F36A74D}"/>
                </a:ext>
              </a:extLst>
            </p:cNvPr>
            <p:cNvSpPr>
              <a:spLocks noChangeArrowheads="1"/>
            </p:cNvSpPr>
            <p:nvPr/>
          </p:nvSpPr>
          <p:spPr bwMode="auto">
            <a:xfrm>
              <a:off x="6965950" y="2071688"/>
              <a:ext cx="185738"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Arial" panose="020B0604020202020204" pitchFamily="34" charset="0"/>
                </a:rPr>
                <a:t>r</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9" name="Rectangle 297">
              <a:extLst>
                <a:ext uri="{FF2B5EF4-FFF2-40B4-BE49-F238E27FC236}">
                  <a16:creationId xmlns:a16="http://schemas.microsoft.com/office/drawing/2014/main" id="{81B4AF9C-E739-972C-7FD6-D25B43D6D014}"/>
                </a:ext>
              </a:extLst>
            </p:cNvPr>
            <p:cNvSpPr>
              <a:spLocks noChangeArrowheads="1"/>
            </p:cNvSpPr>
            <p:nvPr/>
          </p:nvSpPr>
          <p:spPr bwMode="auto">
            <a:xfrm>
              <a:off x="7042150" y="2071688"/>
              <a:ext cx="173038"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Arial" panose="020B060402020202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0" name="Freeform 298">
              <a:extLst>
                <a:ext uri="{FF2B5EF4-FFF2-40B4-BE49-F238E27FC236}">
                  <a16:creationId xmlns:a16="http://schemas.microsoft.com/office/drawing/2014/main" id="{E04B7298-2F4B-2C70-1914-3DFB7827F0DA}"/>
                </a:ext>
              </a:extLst>
            </p:cNvPr>
            <p:cNvSpPr>
              <a:spLocks/>
            </p:cNvSpPr>
            <p:nvPr/>
          </p:nvSpPr>
          <p:spPr bwMode="auto">
            <a:xfrm>
              <a:off x="2274888" y="1919288"/>
              <a:ext cx="1219200" cy="558800"/>
            </a:xfrm>
            <a:custGeom>
              <a:avLst/>
              <a:gdLst>
                <a:gd name="T0" fmla="*/ 0 w 1278"/>
                <a:gd name="T1" fmla="*/ 2 h 580"/>
                <a:gd name="T2" fmla="*/ 0 w 1278"/>
                <a:gd name="T3" fmla="*/ 2 h 580"/>
                <a:gd name="T4" fmla="*/ 1 w 1278"/>
                <a:gd name="T5" fmla="*/ 0 h 580"/>
                <a:gd name="T6" fmla="*/ 1 w 1278"/>
                <a:gd name="T7" fmla="*/ 0 h 580"/>
                <a:gd name="T8" fmla="*/ 1 w 1278"/>
                <a:gd name="T9" fmla="*/ 0 h 580"/>
                <a:gd name="T10" fmla="*/ 1277 w 1278"/>
                <a:gd name="T11" fmla="*/ 0 h 580"/>
                <a:gd name="T12" fmla="*/ 1277 w 1278"/>
                <a:gd name="T13" fmla="*/ 0 h 580"/>
                <a:gd name="T14" fmla="*/ 1278 w 1278"/>
                <a:gd name="T15" fmla="*/ 2 h 580"/>
                <a:gd name="T16" fmla="*/ 1278 w 1278"/>
                <a:gd name="T17" fmla="*/ 2 h 580"/>
                <a:gd name="T18" fmla="*/ 1278 w 1278"/>
                <a:gd name="T19" fmla="*/ 2 h 580"/>
                <a:gd name="T20" fmla="*/ 1278 w 1278"/>
                <a:gd name="T21" fmla="*/ 579 h 580"/>
                <a:gd name="T22" fmla="*/ 1278 w 1278"/>
                <a:gd name="T23" fmla="*/ 579 h 580"/>
                <a:gd name="T24" fmla="*/ 1277 w 1278"/>
                <a:gd name="T25" fmla="*/ 580 h 580"/>
                <a:gd name="T26" fmla="*/ 1277 w 1278"/>
                <a:gd name="T27" fmla="*/ 580 h 580"/>
                <a:gd name="T28" fmla="*/ 1277 w 1278"/>
                <a:gd name="T29" fmla="*/ 580 h 580"/>
                <a:gd name="T30" fmla="*/ 1 w 1278"/>
                <a:gd name="T31" fmla="*/ 580 h 580"/>
                <a:gd name="T32" fmla="*/ 1 w 1278"/>
                <a:gd name="T33" fmla="*/ 580 h 580"/>
                <a:gd name="T34" fmla="*/ 0 w 1278"/>
                <a:gd name="T35" fmla="*/ 579 h 580"/>
                <a:gd name="T36" fmla="*/ 0 w 1278"/>
                <a:gd name="T37" fmla="*/ 579 h 580"/>
                <a:gd name="T38" fmla="*/ 0 w 1278"/>
                <a:gd name="T39" fmla="*/ 2 h 5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278" h="580">
                  <a:moveTo>
                    <a:pt x="0" y="2"/>
                  </a:moveTo>
                  <a:lnTo>
                    <a:pt x="0" y="2"/>
                  </a:lnTo>
                  <a:cubicBezTo>
                    <a:pt x="0" y="1"/>
                    <a:pt x="1" y="0"/>
                    <a:pt x="1" y="0"/>
                  </a:cubicBezTo>
                  <a:cubicBezTo>
                    <a:pt x="1" y="0"/>
                    <a:pt x="1" y="0"/>
                    <a:pt x="1" y="0"/>
                  </a:cubicBezTo>
                  <a:lnTo>
                    <a:pt x="1" y="0"/>
                  </a:lnTo>
                  <a:lnTo>
                    <a:pt x="1277" y="0"/>
                  </a:lnTo>
                  <a:lnTo>
                    <a:pt x="1277" y="0"/>
                  </a:lnTo>
                  <a:cubicBezTo>
                    <a:pt x="1277" y="0"/>
                    <a:pt x="1278" y="1"/>
                    <a:pt x="1278" y="2"/>
                  </a:cubicBezTo>
                  <a:cubicBezTo>
                    <a:pt x="1278" y="2"/>
                    <a:pt x="1278" y="2"/>
                    <a:pt x="1278" y="2"/>
                  </a:cubicBezTo>
                  <a:lnTo>
                    <a:pt x="1278" y="2"/>
                  </a:lnTo>
                  <a:lnTo>
                    <a:pt x="1278" y="579"/>
                  </a:lnTo>
                  <a:lnTo>
                    <a:pt x="1278" y="579"/>
                  </a:lnTo>
                  <a:cubicBezTo>
                    <a:pt x="1278" y="580"/>
                    <a:pt x="1277" y="580"/>
                    <a:pt x="1277" y="580"/>
                  </a:cubicBezTo>
                  <a:cubicBezTo>
                    <a:pt x="1277" y="580"/>
                    <a:pt x="1277" y="580"/>
                    <a:pt x="1277" y="580"/>
                  </a:cubicBezTo>
                  <a:lnTo>
                    <a:pt x="1277" y="580"/>
                  </a:lnTo>
                  <a:lnTo>
                    <a:pt x="1" y="580"/>
                  </a:lnTo>
                  <a:lnTo>
                    <a:pt x="1" y="580"/>
                  </a:lnTo>
                  <a:cubicBezTo>
                    <a:pt x="1" y="580"/>
                    <a:pt x="0" y="580"/>
                    <a:pt x="0" y="579"/>
                  </a:cubicBezTo>
                  <a:cubicBezTo>
                    <a:pt x="0" y="579"/>
                    <a:pt x="0" y="579"/>
                    <a:pt x="0" y="579"/>
                  </a:cubicBezTo>
                  <a:lnTo>
                    <a:pt x="0" y="2"/>
                  </a:lnTo>
                  <a:close/>
                </a:path>
              </a:pathLst>
            </a:custGeom>
            <a:solidFill>
              <a:srgbClr val="C0C0C0"/>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1" name="Freeform 299">
              <a:extLst>
                <a:ext uri="{FF2B5EF4-FFF2-40B4-BE49-F238E27FC236}">
                  <a16:creationId xmlns:a16="http://schemas.microsoft.com/office/drawing/2014/main" id="{DD46B3CF-F393-8E3D-073D-33F92924EE9B}"/>
                </a:ext>
              </a:extLst>
            </p:cNvPr>
            <p:cNvSpPr>
              <a:spLocks/>
            </p:cNvSpPr>
            <p:nvPr/>
          </p:nvSpPr>
          <p:spPr bwMode="auto">
            <a:xfrm>
              <a:off x="2274888" y="1919288"/>
              <a:ext cx="1219200" cy="558800"/>
            </a:xfrm>
            <a:custGeom>
              <a:avLst/>
              <a:gdLst>
                <a:gd name="T0" fmla="*/ 0 w 1278"/>
                <a:gd name="T1" fmla="*/ 2 h 580"/>
                <a:gd name="T2" fmla="*/ 0 w 1278"/>
                <a:gd name="T3" fmla="*/ 2 h 580"/>
                <a:gd name="T4" fmla="*/ 1 w 1278"/>
                <a:gd name="T5" fmla="*/ 0 h 580"/>
                <a:gd name="T6" fmla="*/ 1 w 1278"/>
                <a:gd name="T7" fmla="*/ 0 h 580"/>
                <a:gd name="T8" fmla="*/ 1 w 1278"/>
                <a:gd name="T9" fmla="*/ 0 h 580"/>
                <a:gd name="T10" fmla="*/ 1277 w 1278"/>
                <a:gd name="T11" fmla="*/ 0 h 580"/>
                <a:gd name="T12" fmla="*/ 1277 w 1278"/>
                <a:gd name="T13" fmla="*/ 0 h 580"/>
                <a:gd name="T14" fmla="*/ 1278 w 1278"/>
                <a:gd name="T15" fmla="*/ 2 h 580"/>
                <a:gd name="T16" fmla="*/ 1278 w 1278"/>
                <a:gd name="T17" fmla="*/ 2 h 580"/>
                <a:gd name="T18" fmla="*/ 1278 w 1278"/>
                <a:gd name="T19" fmla="*/ 2 h 580"/>
                <a:gd name="T20" fmla="*/ 1278 w 1278"/>
                <a:gd name="T21" fmla="*/ 579 h 580"/>
                <a:gd name="T22" fmla="*/ 1278 w 1278"/>
                <a:gd name="T23" fmla="*/ 579 h 580"/>
                <a:gd name="T24" fmla="*/ 1277 w 1278"/>
                <a:gd name="T25" fmla="*/ 580 h 580"/>
                <a:gd name="T26" fmla="*/ 1277 w 1278"/>
                <a:gd name="T27" fmla="*/ 580 h 580"/>
                <a:gd name="T28" fmla="*/ 1277 w 1278"/>
                <a:gd name="T29" fmla="*/ 580 h 580"/>
                <a:gd name="T30" fmla="*/ 1 w 1278"/>
                <a:gd name="T31" fmla="*/ 580 h 580"/>
                <a:gd name="T32" fmla="*/ 1 w 1278"/>
                <a:gd name="T33" fmla="*/ 580 h 580"/>
                <a:gd name="T34" fmla="*/ 0 w 1278"/>
                <a:gd name="T35" fmla="*/ 579 h 580"/>
                <a:gd name="T36" fmla="*/ 0 w 1278"/>
                <a:gd name="T37" fmla="*/ 579 h 580"/>
                <a:gd name="T38" fmla="*/ 0 w 1278"/>
                <a:gd name="T39" fmla="*/ 2 h 5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278" h="580">
                  <a:moveTo>
                    <a:pt x="0" y="2"/>
                  </a:moveTo>
                  <a:lnTo>
                    <a:pt x="0" y="2"/>
                  </a:lnTo>
                  <a:cubicBezTo>
                    <a:pt x="0" y="1"/>
                    <a:pt x="1" y="0"/>
                    <a:pt x="1" y="0"/>
                  </a:cubicBezTo>
                  <a:cubicBezTo>
                    <a:pt x="1" y="0"/>
                    <a:pt x="1" y="0"/>
                    <a:pt x="1" y="0"/>
                  </a:cubicBezTo>
                  <a:lnTo>
                    <a:pt x="1" y="0"/>
                  </a:lnTo>
                  <a:lnTo>
                    <a:pt x="1277" y="0"/>
                  </a:lnTo>
                  <a:lnTo>
                    <a:pt x="1277" y="0"/>
                  </a:lnTo>
                  <a:cubicBezTo>
                    <a:pt x="1277" y="0"/>
                    <a:pt x="1278" y="1"/>
                    <a:pt x="1278" y="2"/>
                  </a:cubicBezTo>
                  <a:cubicBezTo>
                    <a:pt x="1278" y="2"/>
                    <a:pt x="1278" y="2"/>
                    <a:pt x="1278" y="2"/>
                  </a:cubicBezTo>
                  <a:lnTo>
                    <a:pt x="1278" y="2"/>
                  </a:lnTo>
                  <a:lnTo>
                    <a:pt x="1278" y="579"/>
                  </a:lnTo>
                  <a:lnTo>
                    <a:pt x="1278" y="579"/>
                  </a:lnTo>
                  <a:cubicBezTo>
                    <a:pt x="1278" y="580"/>
                    <a:pt x="1277" y="580"/>
                    <a:pt x="1277" y="580"/>
                  </a:cubicBezTo>
                  <a:cubicBezTo>
                    <a:pt x="1277" y="580"/>
                    <a:pt x="1277" y="580"/>
                    <a:pt x="1277" y="580"/>
                  </a:cubicBezTo>
                  <a:lnTo>
                    <a:pt x="1277" y="580"/>
                  </a:lnTo>
                  <a:lnTo>
                    <a:pt x="1" y="580"/>
                  </a:lnTo>
                  <a:lnTo>
                    <a:pt x="1" y="580"/>
                  </a:lnTo>
                  <a:cubicBezTo>
                    <a:pt x="1" y="580"/>
                    <a:pt x="0" y="580"/>
                    <a:pt x="0" y="579"/>
                  </a:cubicBezTo>
                  <a:cubicBezTo>
                    <a:pt x="0" y="579"/>
                    <a:pt x="0" y="579"/>
                    <a:pt x="0" y="579"/>
                  </a:cubicBezTo>
                  <a:lnTo>
                    <a:pt x="0" y="2"/>
                  </a:lnTo>
                  <a:close/>
                </a:path>
              </a:pathLst>
            </a:custGeom>
            <a:noFill/>
            <a:ln w="793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2" name="Freeform 300">
              <a:extLst>
                <a:ext uri="{FF2B5EF4-FFF2-40B4-BE49-F238E27FC236}">
                  <a16:creationId xmlns:a16="http://schemas.microsoft.com/office/drawing/2014/main" id="{DDA0F531-C442-150A-4FDF-9CEE7B5E2701}"/>
                </a:ext>
              </a:extLst>
            </p:cNvPr>
            <p:cNvSpPr>
              <a:spLocks/>
            </p:cNvSpPr>
            <p:nvPr/>
          </p:nvSpPr>
          <p:spPr bwMode="auto">
            <a:xfrm>
              <a:off x="2274888" y="1919288"/>
              <a:ext cx="1219200" cy="558800"/>
            </a:xfrm>
            <a:custGeom>
              <a:avLst/>
              <a:gdLst>
                <a:gd name="T0" fmla="*/ 0 w 1278"/>
                <a:gd name="T1" fmla="*/ 2 h 580"/>
                <a:gd name="T2" fmla="*/ 0 w 1278"/>
                <a:gd name="T3" fmla="*/ 2 h 580"/>
                <a:gd name="T4" fmla="*/ 1 w 1278"/>
                <a:gd name="T5" fmla="*/ 0 h 580"/>
                <a:gd name="T6" fmla="*/ 1 w 1278"/>
                <a:gd name="T7" fmla="*/ 0 h 580"/>
                <a:gd name="T8" fmla="*/ 1 w 1278"/>
                <a:gd name="T9" fmla="*/ 0 h 580"/>
                <a:gd name="T10" fmla="*/ 1277 w 1278"/>
                <a:gd name="T11" fmla="*/ 0 h 580"/>
                <a:gd name="T12" fmla="*/ 1277 w 1278"/>
                <a:gd name="T13" fmla="*/ 0 h 580"/>
                <a:gd name="T14" fmla="*/ 1278 w 1278"/>
                <a:gd name="T15" fmla="*/ 2 h 580"/>
                <a:gd name="T16" fmla="*/ 1278 w 1278"/>
                <a:gd name="T17" fmla="*/ 2 h 580"/>
                <a:gd name="T18" fmla="*/ 1278 w 1278"/>
                <a:gd name="T19" fmla="*/ 2 h 580"/>
                <a:gd name="T20" fmla="*/ 1278 w 1278"/>
                <a:gd name="T21" fmla="*/ 579 h 580"/>
                <a:gd name="T22" fmla="*/ 1278 w 1278"/>
                <a:gd name="T23" fmla="*/ 579 h 580"/>
                <a:gd name="T24" fmla="*/ 1277 w 1278"/>
                <a:gd name="T25" fmla="*/ 580 h 580"/>
                <a:gd name="T26" fmla="*/ 1277 w 1278"/>
                <a:gd name="T27" fmla="*/ 580 h 580"/>
                <a:gd name="T28" fmla="*/ 1277 w 1278"/>
                <a:gd name="T29" fmla="*/ 580 h 580"/>
                <a:gd name="T30" fmla="*/ 1 w 1278"/>
                <a:gd name="T31" fmla="*/ 580 h 580"/>
                <a:gd name="T32" fmla="*/ 1 w 1278"/>
                <a:gd name="T33" fmla="*/ 580 h 580"/>
                <a:gd name="T34" fmla="*/ 0 w 1278"/>
                <a:gd name="T35" fmla="*/ 579 h 580"/>
                <a:gd name="T36" fmla="*/ 0 w 1278"/>
                <a:gd name="T37" fmla="*/ 579 h 580"/>
                <a:gd name="T38" fmla="*/ 0 w 1278"/>
                <a:gd name="T39" fmla="*/ 2 h 5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278" h="580">
                  <a:moveTo>
                    <a:pt x="0" y="2"/>
                  </a:moveTo>
                  <a:lnTo>
                    <a:pt x="0" y="2"/>
                  </a:lnTo>
                  <a:cubicBezTo>
                    <a:pt x="0" y="1"/>
                    <a:pt x="1" y="0"/>
                    <a:pt x="1" y="0"/>
                  </a:cubicBezTo>
                  <a:cubicBezTo>
                    <a:pt x="1" y="0"/>
                    <a:pt x="1" y="0"/>
                    <a:pt x="1" y="0"/>
                  </a:cubicBezTo>
                  <a:lnTo>
                    <a:pt x="1" y="0"/>
                  </a:lnTo>
                  <a:lnTo>
                    <a:pt x="1277" y="0"/>
                  </a:lnTo>
                  <a:lnTo>
                    <a:pt x="1277" y="0"/>
                  </a:lnTo>
                  <a:cubicBezTo>
                    <a:pt x="1277" y="0"/>
                    <a:pt x="1278" y="1"/>
                    <a:pt x="1278" y="2"/>
                  </a:cubicBezTo>
                  <a:cubicBezTo>
                    <a:pt x="1278" y="2"/>
                    <a:pt x="1278" y="2"/>
                    <a:pt x="1278" y="2"/>
                  </a:cubicBezTo>
                  <a:lnTo>
                    <a:pt x="1278" y="2"/>
                  </a:lnTo>
                  <a:lnTo>
                    <a:pt x="1278" y="579"/>
                  </a:lnTo>
                  <a:lnTo>
                    <a:pt x="1278" y="579"/>
                  </a:lnTo>
                  <a:cubicBezTo>
                    <a:pt x="1278" y="580"/>
                    <a:pt x="1277" y="580"/>
                    <a:pt x="1277" y="580"/>
                  </a:cubicBezTo>
                  <a:cubicBezTo>
                    <a:pt x="1277" y="580"/>
                    <a:pt x="1277" y="580"/>
                    <a:pt x="1277" y="580"/>
                  </a:cubicBezTo>
                  <a:lnTo>
                    <a:pt x="1277" y="580"/>
                  </a:lnTo>
                  <a:lnTo>
                    <a:pt x="1" y="580"/>
                  </a:lnTo>
                  <a:lnTo>
                    <a:pt x="1" y="580"/>
                  </a:lnTo>
                  <a:cubicBezTo>
                    <a:pt x="1" y="580"/>
                    <a:pt x="0" y="580"/>
                    <a:pt x="0" y="579"/>
                  </a:cubicBezTo>
                  <a:cubicBezTo>
                    <a:pt x="0" y="579"/>
                    <a:pt x="0" y="579"/>
                    <a:pt x="0" y="579"/>
                  </a:cubicBezTo>
                  <a:lnTo>
                    <a:pt x="0" y="2"/>
                  </a:lnTo>
                  <a:close/>
                </a:path>
              </a:pathLst>
            </a:custGeom>
            <a:solidFill>
              <a:srgbClr val="C0C0C0"/>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3" name="Freeform 301">
              <a:extLst>
                <a:ext uri="{FF2B5EF4-FFF2-40B4-BE49-F238E27FC236}">
                  <a16:creationId xmlns:a16="http://schemas.microsoft.com/office/drawing/2014/main" id="{D4A02238-A1EA-70D0-1CB0-5E3627809071}"/>
                </a:ext>
              </a:extLst>
            </p:cNvPr>
            <p:cNvSpPr>
              <a:spLocks/>
            </p:cNvSpPr>
            <p:nvPr/>
          </p:nvSpPr>
          <p:spPr bwMode="auto">
            <a:xfrm>
              <a:off x="2274888" y="1919288"/>
              <a:ext cx="1219200" cy="558800"/>
            </a:xfrm>
            <a:custGeom>
              <a:avLst/>
              <a:gdLst>
                <a:gd name="T0" fmla="*/ 0 w 1278"/>
                <a:gd name="T1" fmla="*/ 2 h 580"/>
                <a:gd name="T2" fmla="*/ 0 w 1278"/>
                <a:gd name="T3" fmla="*/ 2 h 580"/>
                <a:gd name="T4" fmla="*/ 1 w 1278"/>
                <a:gd name="T5" fmla="*/ 0 h 580"/>
                <a:gd name="T6" fmla="*/ 1 w 1278"/>
                <a:gd name="T7" fmla="*/ 0 h 580"/>
                <a:gd name="T8" fmla="*/ 1 w 1278"/>
                <a:gd name="T9" fmla="*/ 0 h 580"/>
                <a:gd name="T10" fmla="*/ 1277 w 1278"/>
                <a:gd name="T11" fmla="*/ 0 h 580"/>
                <a:gd name="T12" fmla="*/ 1277 w 1278"/>
                <a:gd name="T13" fmla="*/ 0 h 580"/>
                <a:gd name="T14" fmla="*/ 1278 w 1278"/>
                <a:gd name="T15" fmla="*/ 2 h 580"/>
                <a:gd name="T16" fmla="*/ 1278 w 1278"/>
                <a:gd name="T17" fmla="*/ 2 h 580"/>
                <a:gd name="T18" fmla="*/ 1278 w 1278"/>
                <a:gd name="T19" fmla="*/ 2 h 580"/>
                <a:gd name="T20" fmla="*/ 1278 w 1278"/>
                <a:gd name="T21" fmla="*/ 579 h 580"/>
                <a:gd name="T22" fmla="*/ 1278 w 1278"/>
                <a:gd name="T23" fmla="*/ 579 h 580"/>
                <a:gd name="T24" fmla="*/ 1277 w 1278"/>
                <a:gd name="T25" fmla="*/ 580 h 580"/>
                <a:gd name="T26" fmla="*/ 1277 w 1278"/>
                <a:gd name="T27" fmla="*/ 580 h 580"/>
                <a:gd name="T28" fmla="*/ 1277 w 1278"/>
                <a:gd name="T29" fmla="*/ 580 h 580"/>
                <a:gd name="T30" fmla="*/ 1 w 1278"/>
                <a:gd name="T31" fmla="*/ 580 h 580"/>
                <a:gd name="T32" fmla="*/ 1 w 1278"/>
                <a:gd name="T33" fmla="*/ 580 h 580"/>
                <a:gd name="T34" fmla="*/ 0 w 1278"/>
                <a:gd name="T35" fmla="*/ 579 h 580"/>
                <a:gd name="T36" fmla="*/ 0 w 1278"/>
                <a:gd name="T37" fmla="*/ 579 h 580"/>
                <a:gd name="T38" fmla="*/ 0 w 1278"/>
                <a:gd name="T39" fmla="*/ 2 h 5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278" h="580">
                  <a:moveTo>
                    <a:pt x="0" y="2"/>
                  </a:moveTo>
                  <a:lnTo>
                    <a:pt x="0" y="2"/>
                  </a:lnTo>
                  <a:cubicBezTo>
                    <a:pt x="0" y="1"/>
                    <a:pt x="1" y="0"/>
                    <a:pt x="1" y="0"/>
                  </a:cubicBezTo>
                  <a:cubicBezTo>
                    <a:pt x="1" y="0"/>
                    <a:pt x="1" y="0"/>
                    <a:pt x="1" y="0"/>
                  </a:cubicBezTo>
                  <a:lnTo>
                    <a:pt x="1" y="0"/>
                  </a:lnTo>
                  <a:lnTo>
                    <a:pt x="1277" y="0"/>
                  </a:lnTo>
                  <a:lnTo>
                    <a:pt x="1277" y="0"/>
                  </a:lnTo>
                  <a:cubicBezTo>
                    <a:pt x="1277" y="0"/>
                    <a:pt x="1278" y="1"/>
                    <a:pt x="1278" y="2"/>
                  </a:cubicBezTo>
                  <a:cubicBezTo>
                    <a:pt x="1278" y="2"/>
                    <a:pt x="1278" y="2"/>
                    <a:pt x="1278" y="2"/>
                  </a:cubicBezTo>
                  <a:lnTo>
                    <a:pt x="1278" y="2"/>
                  </a:lnTo>
                  <a:lnTo>
                    <a:pt x="1278" y="579"/>
                  </a:lnTo>
                  <a:lnTo>
                    <a:pt x="1278" y="579"/>
                  </a:lnTo>
                  <a:cubicBezTo>
                    <a:pt x="1278" y="580"/>
                    <a:pt x="1277" y="580"/>
                    <a:pt x="1277" y="580"/>
                  </a:cubicBezTo>
                  <a:cubicBezTo>
                    <a:pt x="1277" y="580"/>
                    <a:pt x="1277" y="580"/>
                    <a:pt x="1277" y="580"/>
                  </a:cubicBezTo>
                  <a:lnTo>
                    <a:pt x="1277" y="580"/>
                  </a:lnTo>
                  <a:lnTo>
                    <a:pt x="1" y="580"/>
                  </a:lnTo>
                  <a:lnTo>
                    <a:pt x="1" y="580"/>
                  </a:lnTo>
                  <a:cubicBezTo>
                    <a:pt x="1" y="580"/>
                    <a:pt x="0" y="580"/>
                    <a:pt x="0" y="579"/>
                  </a:cubicBezTo>
                  <a:cubicBezTo>
                    <a:pt x="0" y="579"/>
                    <a:pt x="0" y="579"/>
                    <a:pt x="0" y="579"/>
                  </a:cubicBezTo>
                  <a:lnTo>
                    <a:pt x="0" y="2"/>
                  </a:lnTo>
                  <a:close/>
                </a:path>
              </a:pathLst>
            </a:custGeom>
            <a:solidFill>
              <a:schemeClr val="bg1">
                <a:lumMod val="85000"/>
              </a:schemeClr>
            </a:solidFill>
            <a:ln w="7938"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4" name="Rectangle 302">
              <a:extLst>
                <a:ext uri="{FF2B5EF4-FFF2-40B4-BE49-F238E27FC236}">
                  <a16:creationId xmlns:a16="http://schemas.microsoft.com/office/drawing/2014/main" id="{0EF5D38E-A83F-1E20-CAA0-051838393E97}"/>
                </a:ext>
              </a:extLst>
            </p:cNvPr>
            <p:cNvSpPr>
              <a:spLocks noChangeArrowheads="1"/>
            </p:cNvSpPr>
            <p:nvPr/>
          </p:nvSpPr>
          <p:spPr bwMode="auto">
            <a:xfrm>
              <a:off x="2687638" y="2071688"/>
              <a:ext cx="452438"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Arial" panose="020B0604020202020204" pitchFamily="34" charset="0"/>
                </a:rPr>
                <a:t>pro</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5" name="Rectangle 303">
              <a:extLst>
                <a:ext uri="{FF2B5EF4-FFF2-40B4-BE49-F238E27FC236}">
                  <a16:creationId xmlns:a16="http://schemas.microsoft.com/office/drawing/2014/main" id="{5BAA3DAB-30D8-B544-49B4-45B1634483D2}"/>
                </a:ext>
              </a:extLst>
            </p:cNvPr>
            <p:cNvSpPr>
              <a:spLocks noChangeArrowheads="1"/>
            </p:cNvSpPr>
            <p:nvPr/>
          </p:nvSpPr>
          <p:spPr bwMode="auto">
            <a:xfrm>
              <a:off x="3017838" y="2071688"/>
              <a:ext cx="173038"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Arial" panose="020B0604020202020204" pitchFamily="34" charset="0"/>
                </a:rPr>
                <a:t>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6" name="Rectangle 304">
              <a:extLst>
                <a:ext uri="{FF2B5EF4-FFF2-40B4-BE49-F238E27FC236}">
                  <a16:creationId xmlns:a16="http://schemas.microsoft.com/office/drawing/2014/main" id="{BE38F02D-314A-7027-16D5-BB9D82B04829}"/>
                </a:ext>
              </a:extLst>
            </p:cNvPr>
            <p:cNvSpPr>
              <a:spLocks noChangeArrowheads="1"/>
            </p:cNvSpPr>
            <p:nvPr/>
          </p:nvSpPr>
          <p:spPr bwMode="auto">
            <a:xfrm>
              <a:off x="3081338" y="2071688"/>
              <a:ext cx="173038"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Arial" panose="020B060402020202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7" name="Freeform 305">
              <a:extLst>
                <a:ext uri="{FF2B5EF4-FFF2-40B4-BE49-F238E27FC236}">
                  <a16:creationId xmlns:a16="http://schemas.microsoft.com/office/drawing/2014/main" id="{43B3D7AD-E798-7DA6-E4CE-9E55DBC85BF0}"/>
                </a:ext>
              </a:extLst>
            </p:cNvPr>
            <p:cNvSpPr>
              <a:spLocks/>
            </p:cNvSpPr>
            <p:nvPr/>
          </p:nvSpPr>
          <p:spPr bwMode="auto">
            <a:xfrm>
              <a:off x="1830388" y="1919288"/>
              <a:ext cx="441325" cy="558800"/>
            </a:xfrm>
            <a:custGeom>
              <a:avLst/>
              <a:gdLst>
                <a:gd name="T0" fmla="*/ 0 w 463"/>
                <a:gd name="T1" fmla="*/ 2 h 580"/>
                <a:gd name="T2" fmla="*/ 0 w 463"/>
                <a:gd name="T3" fmla="*/ 2 h 580"/>
                <a:gd name="T4" fmla="*/ 1 w 463"/>
                <a:gd name="T5" fmla="*/ 0 h 580"/>
                <a:gd name="T6" fmla="*/ 1 w 463"/>
                <a:gd name="T7" fmla="*/ 0 h 580"/>
                <a:gd name="T8" fmla="*/ 1 w 463"/>
                <a:gd name="T9" fmla="*/ 0 h 580"/>
                <a:gd name="T10" fmla="*/ 462 w 463"/>
                <a:gd name="T11" fmla="*/ 0 h 580"/>
                <a:gd name="T12" fmla="*/ 462 w 463"/>
                <a:gd name="T13" fmla="*/ 0 h 580"/>
                <a:gd name="T14" fmla="*/ 463 w 463"/>
                <a:gd name="T15" fmla="*/ 2 h 580"/>
                <a:gd name="T16" fmla="*/ 463 w 463"/>
                <a:gd name="T17" fmla="*/ 2 h 580"/>
                <a:gd name="T18" fmla="*/ 463 w 463"/>
                <a:gd name="T19" fmla="*/ 2 h 580"/>
                <a:gd name="T20" fmla="*/ 463 w 463"/>
                <a:gd name="T21" fmla="*/ 579 h 580"/>
                <a:gd name="T22" fmla="*/ 463 w 463"/>
                <a:gd name="T23" fmla="*/ 579 h 580"/>
                <a:gd name="T24" fmla="*/ 462 w 463"/>
                <a:gd name="T25" fmla="*/ 580 h 580"/>
                <a:gd name="T26" fmla="*/ 462 w 463"/>
                <a:gd name="T27" fmla="*/ 580 h 580"/>
                <a:gd name="T28" fmla="*/ 462 w 463"/>
                <a:gd name="T29" fmla="*/ 580 h 580"/>
                <a:gd name="T30" fmla="*/ 1 w 463"/>
                <a:gd name="T31" fmla="*/ 580 h 580"/>
                <a:gd name="T32" fmla="*/ 1 w 463"/>
                <a:gd name="T33" fmla="*/ 580 h 580"/>
                <a:gd name="T34" fmla="*/ 0 w 463"/>
                <a:gd name="T35" fmla="*/ 579 h 580"/>
                <a:gd name="T36" fmla="*/ 0 w 463"/>
                <a:gd name="T37" fmla="*/ 579 h 580"/>
                <a:gd name="T38" fmla="*/ 0 w 463"/>
                <a:gd name="T39" fmla="*/ 2 h 5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63" h="580">
                  <a:moveTo>
                    <a:pt x="0" y="2"/>
                  </a:moveTo>
                  <a:lnTo>
                    <a:pt x="0" y="2"/>
                  </a:lnTo>
                  <a:cubicBezTo>
                    <a:pt x="0" y="1"/>
                    <a:pt x="1" y="0"/>
                    <a:pt x="1" y="0"/>
                  </a:cubicBezTo>
                  <a:cubicBezTo>
                    <a:pt x="1" y="0"/>
                    <a:pt x="1" y="0"/>
                    <a:pt x="1" y="0"/>
                  </a:cubicBezTo>
                  <a:lnTo>
                    <a:pt x="1" y="0"/>
                  </a:lnTo>
                  <a:lnTo>
                    <a:pt x="462" y="0"/>
                  </a:lnTo>
                  <a:lnTo>
                    <a:pt x="462" y="0"/>
                  </a:lnTo>
                  <a:cubicBezTo>
                    <a:pt x="462" y="0"/>
                    <a:pt x="463" y="1"/>
                    <a:pt x="463" y="2"/>
                  </a:cubicBezTo>
                  <a:cubicBezTo>
                    <a:pt x="463" y="2"/>
                    <a:pt x="463" y="2"/>
                    <a:pt x="463" y="2"/>
                  </a:cubicBezTo>
                  <a:lnTo>
                    <a:pt x="463" y="2"/>
                  </a:lnTo>
                  <a:lnTo>
                    <a:pt x="463" y="579"/>
                  </a:lnTo>
                  <a:lnTo>
                    <a:pt x="463" y="579"/>
                  </a:lnTo>
                  <a:cubicBezTo>
                    <a:pt x="463" y="580"/>
                    <a:pt x="462" y="580"/>
                    <a:pt x="462" y="580"/>
                  </a:cubicBezTo>
                  <a:cubicBezTo>
                    <a:pt x="462" y="580"/>
                    <a:pt x="462" y="580"/>
                    <a:pt x="462" y="580"/>
                  </a:cubicBezTo>
                  <a:lnTo>
                    <a:pt x="462" y="580"/>
                  </a:lnTo>
                  <a:lnTo>
                    <a:pt x="1" y="580"/>
                  </a:lnTo>
                  <a:lnTo>
                    <a:pt x="1" y="580"/>
                  </a:lnTo>
                  <a:cubicBezTo>
                    <a:pt x="1" y="580"/>
                    <a:pt x="0" y="580"/>
                    <a:pt x="0" y="579"/>
                  </a:cubicBezTo>
                  <a:cubicBezTo>
                    <a:pt x="0" y="579"/>
                    <a:pt x="0" y="579"/>
                    <a:pt x="0" y="579"/>
                  </a:cubicBezTo>
                  <a:lnTo>
                    <a:pt x="0" y="2"/>
                  </a:lnTo>
                  <a:close/>
                </a:path>
              </a:pathLst>
            </a:custGeom>
            <a:solidFill>
              <a:srgbClr val="E6E6FF"/>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 name="Freeform 306">
              <a:extLst>
                <a:ext uri="{FF2B5EF4-FFF2-40B4-BE49-F238E27FC236}">
                  <a16:creationId xmlns:a16="http://schemas.microsoft.com/office/drawing/2014/main" id="{6779A26F-5736-6662-4AA9-526C748EEEC3}"/>
                </a:ext>
              </a:extLst>
            </p:cNvPr>
            <p:cNvSpPr>
              <a:spLocks/>
            </p:cNvSpPr>
            <p:nvPr/>
          </p:nvSpPr>
          <p:spPr bwMode="auto">
            <a:xfrm>
              <a:off x="1830388" y="1919288"/>
              <a:ext cx="441325" cy="558800"/>
            </a:xfrm>
            <a:custGeom>
              <a:avLst/>
              <a:gdLst>
                <a:gd name="T0" fmla="*/ 0 w 463"/>
                <a:gd name="T1" fmla="*/ 2 h 580"/>
                <a:gd name="T2" fmla="*/ 0 w 463"/>
                <a:gd name="T3" fmla="*/ 2 h 580"/>
                <a:gd name="T4" fmla="*/ 1 w 463"/>
                <a:gd name="T5" fmla="*/ 0 h 580"/>
                <a:gd name="T6" fmla="*/ 1 w 463"/>
                <a:gd name="T7" fmla="*/ 0 h 580"/>
                <a:gd name="T8" fmla="*/ 1 w 463"/>
                <a:gd name="T9" fmla="*/ 0 h 580"/>
                <a:gd name="T10" fmla="*/ 462 w 463"/>
                <a:gd name="T11" fmla="*/ 0 h 580"/>
                <a:gd name="T12" fmla="*/ 462 w 463"/>
                <a:gd name="T13" fmla="*/ 0 h 580"/>
                <a:gd name="T14" fmla="*/ 463 w 463"/>
                <a:gd name="T15" fmla="*/ 2 h 580"/>
                <a:gd name="T16" fmla="*/ 463 w 463"/>
                <a:gd name="T17" fmla="*/ 2 h 580"/>
                <a:gd name="T18" fmla="*/ 463 w 463"/>
                <a:gd name="T19" fmla="*/ 2 h 580"/>
                <a:gd name="T20" fmla="*/ 463 w 463"/>
                <a:gd name="T21" fmla="*/ 579 h 580"/>
                <a:gd name="T22" fmla="*/ 463 w 463"/>
                <a:gd name="T23" fmla="*/ 579 h 580"/>
                <a:gd name="T24" fmla="*/ 462 w 463"/>
                <a:gd name="T25" fmla="*/ 580 h 580"/>
                <a:gd name="T26" fmla="*/ 462 w 463"/>
                <a:gd name="T27" fmla="*/ 580 h 580"/>
                <a:gd name="T28" fmla="*/ 462 w 463"/>
                <a:gd name="T29" fmla="*/ 580 h 580"/>
                <a:gd name="T30" fmla="*/ 1 w 463"/>
                <a:gd name="T31" fmla="*/ 580 h 580"/>
                <a:gd name="T32" fmla="*/ 1 w 463"/>
                <a:gd name="T33" fmla="*/ 580 h 580"/>
                <a:gd name="T34" fmla="*/ 0 w 463"/>
                <a:gd name="T35" fmla="*/ 579 h 580"/>
                <a:gd name="T36" fmla="*/ 0 w 463"/>
                <a:gd name="T37" fmla="*/ 579 h 580"/>
                <a:gd name="T38" fmla="*/ 0 w 463"/>
                <a:gd name="T39" fmla="*/ 2 h 5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63" h="580">
                  <a:moveTo>
                    <a:pt x="0" y="2"/>
                  </a:moveTo>
                  <a:lnTo>
                    <a:pt x="0" y="2"/>
                  </a:lnTo>
                  <a:cubicBezTo>
                    <a:pt x="0" y="1"/>
                    <a:pt x="1" y="0"/>
                    <a:pt x="1" y="0"/>
                  </a:cubicBezTo>
                  <a:cubicBezTo>
                    <a:pt x="1" y="0"/>
                    <a:pt x="1" y="0"/>
                    <a:pt x="1" y="0"/>
                  </a:cubicBezTo>
                  <a:lnTo>
                    <a:pt x="1" y="0"/>
                  </a:lnTo>
                  <a:lnTo>
                    <a:pt x="462" y="0"/>
                  </a:lnTo>
                  <a:lnTo>
                    <a:pt x="462" y="0"/>
                  </a:lnTo>
                  <a:cubicBezTo>
                    <a:pt x="462" y="0"/>
                    <a:pt x="463" y="1"/>
                    <a:pt x="463" y="2"/>
                  </a:cubicBezTo>
                  <a:cubicBezTo>
                    <a:pt x="463" y="2"/>
                    <a:pt x="463" y="2"/>
                    <a:pt x="463" y="2"/>
                  </a:cubicBezTo>
                  <a:lnTo>
                    <a:pt x="463" y="2"/>
                  </a:lnTo>
                  <a:lnTo>
                    <a:pt x="463" y="579"/>
                  </a:lnTo>
                  <a:lnTo>
                    <a:pt x="463" y="579"/>
                  </a:lnTo>
                  <a:cubicBezTo>
                    <a:pt x="463" y="580"/>
                    <a:pt x="462" y="580"/>
                    <a:pt x="462" y="580"/>
                  </a:cubicBezTo>
                  <a:cubicBezTo>
                    <a:pt x="462" y="580"/>
                    <a:pt x="462" y="580"/>
                    <a:pt x="462" y="580"/>
                  </a:cubicBezTo>
                  <a:lnTo>
                    <a:pt x="462" y="580"/>
                  </a:lnTo>
                  <a:lnTo>
                    <a:pt x="1" y="580"/>
                  </a:lnTo>
                  <a:lnTo>
                    <a:pt x="1" y="580"/>
                  </a:lnTo>
                  <a:cubicBezTo>
                    <a:pt x="1" y="580"/>
                    <a:pt x="0" y="580"/>
                    <a:pt x="0" y="579"/>
                  </a:cubicBezTo>
                  <a:cubicBezTo>
                    <a:pt x="0" y="579"/>
                    <a:pt x="0" y="579"/>
                    <a:pt x="0" y="579"/>
                  </a:cubicBezTo>
                  <a:lnTo>
                    <a:pt x="0" y="2"/>
                  </a:lnTo>
                  <a:close/>
                </a:path>
              </a:pathLst>
            </a:custGeom>
            <a:noFill/>
            <a:ln w="793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 name="Freeform 307">
              <a:extLst>
                <a:ext uri="{FF2B5EF4-FFF2-40B4-BE49-F238E27FC236}">
                  <a16:creationId xmlns:a16="http://schemas.microsoft.com/office/drawing/2014/main" id="{121CAE33-96DD-B5AF-8892-633F3475EF63}"/>
                </a:ext>
              </a:extLst>
            </p:cNvPr>
            <p:cNvSpPr>
              <a:spLocks/>
            </p:cNvSpPr>
            <p:nvPr/>
          </p:nvSpPr>
          <p:spPr bwMode="auto">
            <a:xfrm>
              <a:off x="1830388" y="1919288"/>
              <a:ext cx="441325" cy="558800"/>
            </a:xfrm>
            <a:custGeom>
              <a:avLst/>
              <a:gdLst>
                <a:gd name="T0" fmla="*/ 0 w 463"/>
                <a:gd name="T1" fmla="*/ 2 h 580"/>
                <a:gd name="T2" fmla="*/ 0 w 463"/>
                <a:gd name="T3" fmla="*/ 2 h 580"/>
                <a:gd name="T4" fmla="*/ 1 w 463"/>
                <a:gd name="T5" fmla="*/ 0 h 580"/>
                <a:gd name="T6" fmla="*/ 1 w 463"/>
                <a:gd name="T7" fmla="*/ 0 h 580"/>
                <a:gd name="T8" fmla="*/ 1 w 463"/>
                <a:gd name="T9" fmla="*/ 0 h 580"/>
                <a:gd name="T10" fmla="*/ 462 w 463"/>
                <a:gd name="T11" fmla="*/ 0 h 580"/>
                <a:gd name="T12" fmla="*/ 462 w 463"/>
                <a:gd name="T13" fmla="*/ 0 h 580"/>
                <a:gd name="T14" fmla="*/ 463 w 463"/>
                <a:gd name="T15" fmla="*/ 2 h 580"/>
                <a:gd name="T16" fmla="*/ 463 w 463"/>
                <a:gd name="T17" fmla="*/ 2 h 580"/>
                <a:gd name="T18" fmla="*/ 463 w 463"/>
                <a:gd name="T19" fmla="*/ 2 h 580"/>
                <a:gd name="T20" fmla="*/ 463 w 463"/>
                <a:gd name="T21" fmla="*/ 579 h 580"/>
                <a:gd name="T22" fmla="*/ 463 w 463"/>
                <a:gd name="T23" fmla="*/ 579 h 580"/>
                <a:gd name="T24" fmla="*/ 462 w 463"/>
                <a:gd name="T25" fmla="*/ 580 h 580"/>
                <a:gd name="T26" fmla="*/ 462 w 463"/>
                <a:gd name="T27" fmla="*/ 580 h 580"/>
                <a:gd name="T28" fmla="*/ 462 w 463"/>
                <a:gd name="T29" fmla="*/ 580 h 580"/>
                <a:gd name="T30" fmla="*/ 1 w 463"/>
                <a:gd name="T31" fmla="*/ 580 h 580"/>
                <a:gd name="T32" fmla="*/ 1 w 463"/>
                <a:gd name="T33" fmla="*/ 580 h 580"/>
                <a:gd name="T34" fmla="*/ 0 w 463"/>
                <a:gd name="T35" fmla="*/ 579 h 580"/>
                <a:gd name="T36" fmla="*/ 0 w 463"/>
                <a:gd name="T37" fmla="*/ 579 h 580"/>
                <a:gd name="T38" fmla="*/ 0 w 463"/>
                <a:gd name="T39" fmla="*/ 2 h 5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63" h="580">
                  <a:moveTo>
                    <a:pt x="0" y="2"/>
                  </a:moveTo>
                  <a:lnTo>
                    <a:pt x="0" y="2"/>
                  </a:lnTo>
                  <a:cubicBezTo>
                    <a:pt x="0" y="1"/>
                    <a:pt x="1" y="0"/>
                    <a:pt x="1" y="0"/>
                  </a:cubicBezTo>
                  <a:cubicBezTo>
                    <a:pt x="1" y="0"/>
                    <a:pt x="1" y="0"/>
                    <a:pt x="1" y="0"/>
                  </a:cubicBezTo>
                  <a:lnTo>
                    <a:pt x="1" y="0"/>
                  </a:lnTo>
                  <a:lnTo>
                    <a:pt x="462" y="0"/>
                  </a:lnTo>
                  <a:lnTo>
                    <a:pt x="462" y="0"/>
                  </a:lnTo>
                  <a:cubicBezTo>
                    <a:pt x="462" y="0"/>
                    <a:pt x="463" y="1"/>
                    <a:pt x="463" y="2"/>
                  </a:cubicBezTo>
                  <a:cubicBezTo>
                    <a:pt x="463" y="2"/>
                    <a:pt x="463" y="2"/>
                    <a:pt x="463" y="2"/>
                  </a:cubicBezTo>
                  <a:lnTo>
                    <a:pt x="463" y="2"/>
                  </a:lnTo>
                  <a:lnTo>
                    <a:pt x="463" y="579"/>
                  </a:lnTo>
                  <a:lnTo>
                    <a:pt x="463" y="579"/>
                  </a:lnTo>
                  <a:cubicBezTo>
                    <a:pt x="463" y="580"/>
                    <a:pt x="462" y="580"/>
                    <a:pt x="462" y="580"/>
                  </a:cubicBezTo>
                  <a:cubicBezTo>
                    <a:pt x="462" y="580"/>
                    <a:pt x="462" y="580"/>
                    <a:pt x="462" y="580"/>
                  </a:cubicBezTo>
                  <a:lnTo>
                    <a:pt x="462" y="580"/>
                  </a:lnTo>
                  <a:lnTo>
                    <a:pt x="1" y="580"/>
                  </a:lnTo>
                  <a:lnTo>
                    <a:pt x="1" y="580"/>
                  </a:lnTo>
                  <a:cubicBezTo>
                    <a:pt x="1" y="580"/>
                    <a:pt x="0" y="580"/>
                    <a:pt x="0" y="579"/>
                  </a:cubicBezTo>
                  <a:cubicBezTo>
                    <a:pt x="0" y="579"/>
                    <a:pt x="0" y="579"/>
                    <a:pt x="0" y="579"/>
                  </a:cubicBezTo>
                  <a:lnTo>
                    <a:pt x="0" y="2"/>
                  </a:lnTo>
                  <a:close/>
                </a:path>
              </a:pathLst>
            </a:custGeom>
            <a:solidFill>
              <a:schemeClr val="bg1">
                <a:lumMod val="75000"/>
              </a:schemeClr>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 name="Freeform 308">
              <a:extLst>
                <a:ext uri="{FF2B5EF4-FFF2-40B4-BE49-F238E27FC236}">
                  <a16:creationId xmlns:a16="http://schemas.microsoft.com/office/drawing/2014/main" id="{ADB97310-3025-3F2F-79FD-A6855A9D1D0A}"/>
                </a:ext>
              </a:extLst>
            </p:cNvPr>
            <p:cNvSpPr>
              <a:spLocks/>
            </p:cNvSpPr>
            <p:nvPr/>
          </p:nvSpPr>
          <p:spPr bwMode="auto">
            <a:xfrm>
              <a:off x="1830388" y="1919288"/>
              <a:ext cx="441325" cy="558800"/>
            </a:xfrm>
            <a:custGeom>
              <a:avLst/>
              <a:gdLst>
                <a:gd name="T0" fmla="*/ 0 w 463"/>
                <a:gd name="T1" fmla="*/ 2 h 580"/>
                <a:gd name="T2" fmla="*/ 0 w 463"/>
                <a:gd name="T3" fmla="*/ 2 h 580"/>
                <a:gd name="T4" fmla="*/ 1 w 463"/>
                <a:gd name="T5" fmla="*/ 0 h 580"/>
                <a:gd name="T6" fmla="*/ 1 w 463"/>
                <a:gd name="T7" fmla="*/ 0 h 580"/>
                <a:gd name="T8" fmla="*/ 1 w 463"/>
                <a:gd name="T9" fmla="*/ 0 h 580"/>
                <a:gd name="T10" fmla="*/ 462 w 463"/>
                <a:gd name="T11" fmla="*/ 0 h 580"/>
                <a:gd name="T12" fmla="*/ 462 w 463"/>
                <a:gd name="T13" fmla="*/ 0 h 580"/>
                <a:gd name="T14" fmla="*/ 463 w 463"/>
                <a:gd name="T15" fmla="*/ 2 h 580"/>
                <a:gd name="T16" fmla="*/ 463 w 463"/>
                <a:gd name="T17" fmla="*/ 2 h 580"/>
                <a:gd name="T18" fmla="*/ 463 w 463"/>
                <a:gd name="T19" fmla="*/ 2 h 580"/>
                <a:gd name="T20" fmla="*/ 463 w 463"/>
                <a:gd name="T21" fmla="*/ 579 h 580"/>
                <a:gd name="T22" fmla="*/ 463 w 463"/>
                <a:gd name="T23" fmla="*/ 579 h 580"/>
                <a:gd name="T24" fmla="*/ 462 w 463"/>
                <a:gd name="T25" fmla="*/ 580 h 580"/>
                <a:gd name="T26" fmla="*/ 462 w 463"/>
                <a:gd name="T27" fmla="*/ 580 h 580"/>
                <a:gd name="T28" fmla="*/ 462 w 463"/>
                <a:gd name="T29" fmla="*/ 580 h 580"/>
                <a:gd name="T30" fmla="*/ 1 w 463"/>
                <a:gd name="T31" fmla="*/ 580 h 580"/>
                <a:gd name="T32" fmla="*/ 1 w 463"/>
                <a:gd name="T33" fmla="*/ 580 h 580"/>
                <a:gd name="T34" fmla="*/ 0 w 463"/>
                <a:gd name="T35" fmla="*/ 579 h 580"/>
                <a:gd name="T36" fmla="*/ 0 w 463"/>
                <a:gd name="T37" fmla="*/ 579 h 580"/>
                <a:gd name="T38" fmla="*/ 0 w 463"/>
                <a:gd name="T39" fmla="*/ 2 h 5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63" h="580">
                  <a:moveTo>
                    <a:pt x="0" y="2"/>
                  </a:moveTo>
                  <a:lnTo>
                    <a:pt x="0" y="2"/>
                  </a:lnTo>
                  <a:cubicBezTo>
                    <a:pt x="0" y="1"/>
                    <a:pt x="1" y="0"/>
                    <a:pt x="1" y="0"/>
                  </a:cubicBezTo>
                  <a:cubicBezTo>
                    <a:pt x="1" y="0"/>
                    <a:pt x="1" y="0"/>
                    <a:pt x="1" y="0"/>
                  </a:cubicBezTo>
                  <a:lnTo>
                    <a:pt x="1" y="0"/>
                  </a:lnTo>
                  <a:lnTo>
                    <a:pt x="462" y="0"/>
                  </a:lnTo>
                  <a:lnTo>
                    <a:pt x="462" y="0"/>
                  </a:lnTo>
                  <a:cubicBezTo>
                    <a:pt x="462" y="0"/>
                    <a:pt x="463" y="1"/>
                    <a:pt x="463" y="2"/>
                  </a:cubicBezTo>
                  <a:cubicBezTo>
                    <a:pt x="463" y="2"/>
                    <a:pt x="463" y="2"/>
                    <a:pt x="463" y="2"/>
                  </a:cubicBezTo>
                  <a:lnTo>
                    <a:pt x="463" y="2"/>
                  </a:lnTo>
                  <a:lnTo>
                    <a:pt x="463" y="579"/>
                  </a:lnTo>
                  <a:lnTo>
                    <a:pt x="463" y="579"/>
                  </a:lnTo>
                  <a:cubicBezTo>
                    <a:pt x="463" y="580"/>
                    <a:pt x="462" y="580"/>
                    <a:pt x="462" y="580"/>
                  </a:cubicBezTo>
                  <a:cubicBezTo>
                    <a:pt x="462" y="580"/>
                    <a:pt x="462" y="580"/>
                    <a:pt x="462" y="580"/>
                  </a:cubicBezTo>
                  <a:lnTo>
                    <a:pt x="462" y="580"/>
                  </a:lnTo>
                  <a:lnTo>
                    <a:pt x="1" y="580"/>
                  </a:lnTo>
                  <a:lnTo>
                    <a:pt x="1" y="580"/>
                  </a:lnTo>
                  <a:cubicBezTo>
                    <a:pt x="1" y="580"/>
                    <a:pt x="0" y="580"/>
                    <a:pt x="0" y="579"/>
                  </a:cubicBezTo>
                  <a:cubicBezTo>
                    <a:pt x="0" y="579"/>
                    <a:pt x="0" y="579"/>
                    <a:pt x="0" y="579"/>
                  </a:cubicBezTo>
                  <a:lnTo>
                    <a:pt x="0" y="2"/>
                  </a:lnTo>
                  <a:close/>
                </a:path>
              </a:pathLst>
            </a:custGeom>
            <a:noFill/>
            <a:ln w="793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1" name="Rectangle 309">
              <a:extLst>
                <a:ext uri="{FF2B5EF4-FFF2-40B4-BE49-F238E27FC236}">
                  <a16:creationId xmlns:a16="http://schemas.microsoft.com/office/drawing/2014/main" id="{BBCF2FA1-9E4D-25A6-4A24-2EBE1315B943}"/>
                </a:ext>
              </a:extLst>
            </p:cNvPr>
            <p:cNvSpPr>
              <a:spLocks noChangeArrowheads="1"/>
            </p:cNvSpPr>
            <p:nvPr/>
          </p:nvSpPr>
          <p:spPr bwMode="auto">
            <a:xfrm>
              <a:off x="1976438" y="2071688"/>
              <a:ext cx="2667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Arial" panose="020B0604020202020204" pitchFamily="34" charset="0"/>
                </a:rPr>
                <a:t>V</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2" name="Rectangle 310">
              <a:extLst>
                <a:ext uri="{FF2B5EF4-FFF2-40B4-BE49-F238E27FC236}">
                  <a16:creationId xmlns:a16="http://schemas.microsoft.com/office/drawing/2014/main" id="{0B08E1CB-39F0-1366-AA45-B9E9BC23B933}"/>
                </a:ext>
              </a:extLst>
            </p:cNvPr>
            <p:cNvSpPr>
              <a:spLocks noChangeArrowheads="1"/>
            </p:cNvSpPr>
            <p:nvPr/>
          </p:nvSpPr>
          <p:spPr bwMode="auto">
            <a:xfrm>
              <a:off x="2128838" y="2071688"/>
              <a:ext cx="173038"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Arial" panose="020B060402020202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3" name="Freeform 311">
              <a:extLst>
                <a:ext uri="{FF2B5EF4-FFF2-40B4-BE49-F238E27FC236}">
                  <a16:creationId xmlns:a16="http://schemas.microsoft.com/office/drawing/2014/main" id="{BA7D69E2-6C47-A16D-B5EE-833F2228F9EC}"/>
                </a:ext>
              </a:extLst>
            </p:cNvPr>
            <p:cNvSpPr>
              <a:spLocks/>
            </p:cNvSpPr>
            <p:nvPr/>
          </p:nvSpPr>
          <p:spPr bwMode="auto">
            <a:xfrm>
              <a:off x="1387475" y="1919288"/>
              <a:ext cx="442913" cy="558800"/>
            </a:xfrm>
            <a:custGeom>
              <a:avLst/>
              <a:gdLst>
                <a:gd name="T0" fmla="*/ 0 w 464"/>
                <a:gd name="T1" fmla="*/ 2 h 580"/>
                <a:gd name="T2" fmla="*/ 0 w 464"/>
                <a:gd name="T3" fmla="*/ 2 h 580"/>
                <a:gd name="T4" fmla="*/ 2 w 464"/>
                <a:gd name="T5" fmla="*/ 0 h 580"/>
                <a:gd name="T6" fmla="*/ 2 w 464"/>
                <a:gd name="T7" fmla="*/ 0 h 580"/>
                <a:gd name="T8" fmla="*/ 2 w 464"/>
                <a:gd name="T9" fmla="*/ 0 h 580"/>
                <a:gd name="T10" fmla="*/ 462 w 464"/>
                <a:gd name="T11" fmla="*/ 0 h 580"/>
                <a:gd name="T12" fmla="*/ 462 w 464"/>
                <a:gd name="T13" fmla="*/ 0 h 580"/>
                <a:gd name="T14" fmla="*/ 464 w 464"/>
                <a:gd name="T15" fmla="*/ 2 h 580"/>
                <a:gd name="T16" fmla="*/ 464 w 464"/>
                <a:gd name="T17" fmla="*/ 2 h 580"/>
                <a:gd name="T18" fmla="*/ 464 w 464"/>
                <a:gd name="T19" fmla="*/ 2 h 580"/>
                <a:gd name="T20" fmla="*/ 464 w 464"/>
                <a:gd name="T21" fmla="*/ 579 h 580"/>
                <a:gd name="T22" fmla="*/ 464 w 464"/>
                <a:gd name="T23" fmla="*/ 579 h 580"/>
                <a:gd name="T24" fmla="*/ 462 w 464"/>
                <a:gd name="T25" fmla="*/ 580 h 580"/>
                <a:gd name="T26" fmla="*/ 462 w 464"/>
                <a:gd name="T27" fmla="*/ 580 h 580"/>
                <a:gd name="T28" fmla="*/ 462 w 464"/>
                <a:gd name="T29" fmla="*/ 580 h 580"/>
                <a:gd name="T30" fmla="*/ 2 w 464"/>
                <a:gd name="T31" fmla="*/ 580 h 580"/>
                <a:gd name="T32" fmla="*/ 2 w 464"/>
                <a:gd name="T33" fmla="*/ 580 h 580"/>
                <a:gd name="T34" fmla="*/ 0 w 464"/>
                <a:gd name="T35" fmla="*/ 579 h 580"/>
                <a:gd name="T36" fmla="*/ 0 w 464"/>
                <a:gd name="T37" fmla="*/ 579 h 580"/>
                <a:gd name="T38" fmla="*/ 0 w 464"/>
                <a:gd name="T39" fmla="*/ 2 h 5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64" h="580">
                  <a:moveTo>
                    <a:pt x="0" y="2"/>
                  </a:moveTo>
                  <a:lnTo>
                    <a:pt x="0" y="2"/>
                  </a:lnTo>
                  <a:cubicBezTo>
                    <a:pt x="0" y="1"/>
                    <a:pt x="1" y="0"/>
                    <a:pt x="2" y="0"/>
                  </a:cubicBezTo>
                  <a:cubicBezTo>
                    <a:pt x="2" y="0"/>
                    <a:pt x="2" y="0"/>
                    <a:pt x="2" y="0"/>
                  </a:cubicBezTo>
                  <a:lnTo>
                    <a:pt x="2" y="0"/>
                  </a:lnTo>
                  <a:lnTo>
                    <a:pt x="462" y="0"/>
                  </a:lnTo>
                  <a:lnTo>
                    <a:pt x="462" y="0"/>
                  </a:lnTo>
                  <a:cubicBezTo>
                    <a:pt x="463" y="0"/>
                    <a:pt x="464" y="1"/>
                    <a:pt x="464" y="2"/>
                  </a:cubicBezTo>
                  <a:cubicBezTo>
                    <a:pt x="464" y="2"/>
                    <a:pt x="464" y="2"/>
                    <a:pt x="464" y="2"/>
                  </a:cubicBezTo>
                  <a:lnTo>
                    <a:pt x="464" y="2"/>
                  </a:lnTo>
                  <a:lnTo>
                    <a:pt x="464" y="579"/>
                  </a:lnTo>
                  <a:lnTo>
                    <a:pt x="464" y="579"/>
                  </a:lnTo>
                  <a:cubicBezTo>
                    <a:pt x="464" y="580"/>
                    <a:pt x="463" y="580"/>
                    <a:pt x="462" y="580"/>
                  </a:cubicBezTo>
                  <a:cubicBezTo>
                    <a:pt x="462" y="580"/>
                    <a:pt x="462" y="580"/>
                    <a:pt x="462" y="580"/>
                  </a:cubicBezTo>
                  <a:lnTo>
                    <a:pt x="462" y="580"/>
                  </a:lnTo>
                  <a:lnTo>
                    <a:pt x="2" y="580"/>
                  </a:lnTo>
                  <a:lnTo>
                    <a:pt x="2" y="580"/>
                  </a:lnTo>
                  <a:cubicBezTo>
                    <a:pt x="1" y="580"/>
                    <a:pt x="0" y="580"/>
                    <a:pt x="0" y="579"/>
                  </a:cubicBezTo>
                  <a:cubicBezTo>
                    <a:pt x="0" y="579"/>
                    <a:pt x="0" y="579"/>
                    <a:pt x="0" y="579"/>
                  </a:cubicBezTo>
                  <a:lnTo>
                    <a:pt x="0" y="2"/>
                  </a:lnTo>
                  <a:close/>
                </a:path>
              </a:pathLst>
            </a:custGeom>
            <a:solidFill>
              <a:srgbClr val="94BD5E"/>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 name="Freeform 312">
              <a:extLst>
                <a:ext uri="{FF2B5EF4-FFF2-40B4-BE49-F238E27FC236}">
                  <a16:creationId xmlns:a16="http://schemas.microsoft.com/office/drawing/2014/main" id="{44B68F67-A3DC-0FD6-1560-9E919446C162}"/>
                </a:ext>
              </a:extLst>
            </p:cNvPr>
            <p:cNvSpPr>
              <a:spLocks/>
            </p:cNvSpPr>
            <p:nvPr/>
          </p:nvSpPr>
          <p:spPr bwMode="auto">
            <a:xfrm>
              <a:off x="1387475" y="1919288"/>
              <a:ext cx="442913" cy="558800"/>
            </a:xfrm>
            <a:custGeom>
              <a:avLst/>
              <a:gdLst>
                <a:gd name="T0" fmla="*/ 0 w 464"/>
                <a:gd name="T1" fmla="*/ 2 h 580"/>
                <a:gd name="T2" fmla="*/ 0 w 464"/>
                <a:gd name="T3" fmla="*/ 2 h 580"/>
                <a:gd name="T4" fmla="*/ 2 w 464"/>
                <a:gd name="T5" fmla="*/ 0 h 580"/>
                <a:gd name="T6" fmla="*/ 2 w 464"/>
                <a:gd name="T7" fmla="*/ 0 h 580"/>
                <a:gd name="T8" fmla="*/ 2 w 464"/>
                <a:gd name="T9" fmla="*/ 0 h 580"/>
                <a:gd name="T10" fmla="*/ 462 w 464"/>
                <a:gd name="T11" fmla="*/ 0 h 580"/>
                <a:gd name="T12" fmla="*/ 462 w 464"/>
                <a:gd name="T13" fmla="*/ 0 h 580"/>
                <a:gd name="T14" fmla="*/ 464 w 464"/>
                <a:gd name="T15" fmla="*/ 2 h 580"/>
                <a:gd name="T16" fmla="*/ 464 w 464"/>
                <a:gd name="T17" fmla="*/ 2 h 580"/>
                <a:gd name="T18" fmla="*/ 464 w 464"/>
                <a:gd name="T19" fmla="*/ 2 h 580"/>
                <a:gd name="T20" fmla="*/ 464 w 464"/>
                <a:gd name="T21" fmla="*/ 579 h 580"/>
                <a:gd name="T22" fmla="*/ 464 w 464"/>
                <a:gd name="T23" fmla="*/ 579 h 580"/>
                <a:gd name="T24" fmla="*/ 462 w 464"/>
                <a:gd name="T25" fmla="*/ 580 h 580"/>
                <a:gd name="T26" fmla="*/ 462 w 464"/>
                <a:gd name="T27" fmla="*/ 580 h 580"/>
                <a:gd name="T28" fmla="*/ 462 w 464"/>
                <a:gd name="T29" fmla="*/ 580 h 580"/>
                <a:gd name="T30" fmla="*/ 2 w 464"/>
                <a:gd name="T31" fmla="*/ 580 h 580"/>
                <a:gd name="T32" fmla="*/ 2 w 464"/>
                <a:gd name="T33" fmla="*/ 580 h 580"/>
                <a:gd name="T34" fmla="*/ 0 w 464"/>
                <a:gd name="T35" fmla="*/ 579 h 580"/>
                <a:gd name="T36" fmla="*/ 0 w 464"/>
                <a:gd name="T37" fmla="*/ 579 h 580"/>
                <a:gd name="T38" fmla="*/ 0 w 464"/>
                <a:gd name="T39" fmla="*/ 2 h 5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64" h="580">
                  <a:moveTo>
                    <a:pt x="0" y="2"/>
                  </a:moveTo>
                  <a:lnTo>
                    <a:pt x="0" y="2"/>
                  </a:lnTo>
                  <a:cubicBezTo>
                    <a:pt x="0" y="1"/>
                    <a:pt x="1" y="0"/>
                    <a:pt x="2" y="0"/>
                  </a:cubicBezTo>
                  <a:cubicBezTo>
                    <a:pt x="2" y="0"/>
                    <a:pt x="2" y="0"/>
                    <a:pt x="2" y="0"/>
                  </a:cubicBezTo>
                  <a:lnTo>
                    <a:pt x="2" y="0"/>
                  </a:lnTo>
                  <a:lnTo>
                    <a:pt x="462" y="0"/>
                  </a:lnTo>
                  <a:lnTo>
                    <a:pt x="462" y="0"/>
                  </a:lnTo>
                  <a:cubicBezTo>
                    <a:pt x="463" y="0"/>
                    <a:pt x="464" y="1"/>
                    <a:pt x="464" y="2"/>
                  </a:cubicBezTo>
                  <a:cubicBezTo>
                    <a:pt x="464" y="2"/>
                    <a:pt x="464" y="2"/>
                    <a:pt x="464" y="2"/>
                  </a:cubicBezTo>
                  <a:lnTo>
                    <a:pt x="464" y="2"/>
                  </a:lnTo>
                  <a:lnTo>
                    <a:pt x="464" y="579"/>
                  </a:lnTo>
                  <a:lnTo>
                    <a:pt x="464" y="579"/>
                  </a:lnTo>
                  <a:cubicBezTo>
                    <a:pt x="464" y="580"/>
                    <a:pt x="463" y="580"/>
                    <a:pt x="462" y="580"/>
                  </a:cubicBezTo>
                  <a:cubicBezTo>
                    <a:pt x="462" y="580"/>
                    <a:pt x="462" y="580"/>
                    <a:pt x="462" y="580"/>
                  </a:cubicBezTo>
                  <a:lnTo>
                    <a:pt x="462" y="580"/>
                  </a:lnTo>
                  <a:lnTo>
                    <a:pt x="2" y="580"/>
                  </a:lnTo>
                  <a:lnTo>
                    <a:pt x="2" y="580"/>
                  </a:lnTo>
                  <a:cubicBezTo>
                    <a:pt x="1" y="580"/>
                    <a:pt x="0" y="580"/>
                    <a:pt x="0" y="579"/>
                  </a:cubicBezTo>
                  <a:cubicBezTo>
                    <a:pt x="0" y="579"/>
                    <a:pt x="0" y="579"/>
                    <a:pt x="0" y="579"/>
                  </a:cubicBezTo>
                  <a:lnTo>
                    <a:pt x="0" y="2"/>
                  </a:lnTo>
                  <a:close/>
                </a:path>
              </a:pathLst>
            </a:custGeom>
            <a:noFill/>
            <a:ln w="793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5" name="Freeform 313">
              <a:extLst>
                <a:ext uri="{FF2B5EF4-FFF2-40B4-BE49-F238E27FC236}">
                  <a16:creationId xmlns:a16="http://schemas.microsoft.com/office/drawing/2014/main" id="{EB26E6F5-B3A4-0089-C21A-3F1D23F1BDB0}"/>
                </a:ext>
              </a:extLst>
            </p:cNvPr>
            <p:cNvSpPr>
              <a:spLocks/>
            </p:cNvSpPr>
            <p:nvPr/>
          </p:nvSpPr>
          <p:spPr bwMode="auto">
            <a:xfrm>
              <a:off x="1387475" y="1919288"/>
              <a:ext cx="442913" cy="558800"/>
            </a:xfrm>
            <a:custGeom>
              <a:avLst/>
              <a:gdLst>
                <a:gd name="T0" fmla="*/ 0 w 464"/>
                <a:gd name="T1" fmla="*/ 2 h 580"/>
                <a:gd name="T2" fmla="*/ 0 w 464"/>
                <a:gd name="T3" fmla="*/ 2 h 580"/>
                <a:gd name="T4" fmla="*/ 2 w 464"/>
                <a:gd name="T5" fmla="*/ 0 h 580"/>
                <a:gd name="T6" fmla="*/ 2 w 464"/>
                <a:gd name="T7" fmla="*/ 0 h 580"/>
                <a:gd name="T8" fmla="*/ 2 w 464"/>
                <a:gd name="T9" fmla="*/ 0 h 580"/>
                <a:gd name="T10" fmla="*/ 462 w 464"/>
                <a:gd name="T11" fmla="*/ 0 h 580"/>
                <a:gd name="T12" fmla="*/ 462 w 464"/>
                <a:gd name="T13" fmla="*/ 0 h 580"/>
                <a:gd name="T14" fmla="*/ 464 w 464"/>
                <a:gd name="T15" fmla="*/ 2 h 580"/>
                <a:gd name="T16" fmla="*/ 464 w 464"/>
                <a:gd name="T17" fmla="*/ 2 h 580"/>
                <a:gd name="T18" fmla="*/ 464 w 464"/>
                <a:gd name="T19" fmla="*/ 2 h 580"/>
                <a:gd name="T20" fmla="*/ 464 w 464"/>
                <a:gd name="T21" fmla="*/ 579 h 580"/>
                <a:gd name="T22" fmla="*/ 464 w 464"/>
                <a:gd name="T23" fmla="*/ 579 h 580"/>
                <a:gd name="T24" fmla="*/ 462 w 464"/>
                <a:gd name="T25" fmla="*/ 580 h 580"/>
                <a:gd name="T26" fmla="*/ 462 w 464"/>
                <a:gd name="T27" fmla="*/ 580 h 580"/>
                <a:gd name="T28" fmla="*/ 462 w 464"/>
                <a:gd name="T29" fmla="*/ 580 h 580"/>
                <a:gd name="T30" fmla="*/ 2 w 464"/>
                <a:gd name="T31" fmla="*/ 580 h 580"/>
                <a:gd name="T32" fmla="*/ 2 w 464"/>
                <a:gd name="T33" fmla="*/ 580 h 580"/>
                <a:gd name="T34" fmla="*/ 0 w 464"/>
                <a:gd name="T35" fmla="*/ 579 h 580"/>
                <a:gd name="T36" fmla="*/ 0 w 464"/>
                <a:gd name="T37" fmla="*/ 579 h 580"/>
                <a:gd name="T38" fmla="*/ 0 w 464"/>
                <a:gd name="T39" fmla="*/ 2 h 5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64" h="580">
                  <a:moveTo>
                    <a:pt x="0" y="2"/>
                  </a:moveTo>
                  <a:lnTo>
                    <a:pt x="0" y="2"/>
                  </a:lnTo>
                  <a:cubicBezTo>
                    <a:pt x="0" y="1"/>
                    <a:pt x="1" y="0"/>
                    <a:pt x="2" y="0"/>
                  </a:cubicBezTo>
                  <a:cubicBezTo>
                    <a:pt x="2" y="0"/>
                    <a:pt x="2" y="0"/>
                    <a:pt x="2" y="0"/>
                  </a:cubicBezTo>
                  <a:lnTo>
                    <a:pt x="2" y="0"/>
                  </a:lnTo>
                  <a:lnTo>
                    <a:pt x="462" y="0"/>
                  </a:lnTo>
                  <a:lnTo>
                    <a:pt x="462" y="0"/>
                  </a:lnTo>
                  <a:cubicBezTo>
                    <a:pt x="463" y="0"/>
                    <a:pt x="464" y="1"/>
                    <a:pt x="464" y="2"/>
                  </a:cubicBezTo>
                  <a:cubicBezTo>
                    <a:pt x="464" y="2"/>
                    <a:pt x="464" y="2"/>
                    <a:pt x="464" y="2"/>
                  </a:cubicBezTo>
                  <a:lnTo>
                    <a:pt x="464" y="2"/>
                  </a:lnTo>
                  <a:lnTo>
                    <a:pt x="464" y="579"/>
                  </a:lnTo>
                  <a:lnTo>
                    <a:pt x="464" y="579"/>
                  </a:lnTo>
                  <a:cubicBezTo>
                    <a:pt x="464" y="580"/>
                    <a:pt x="463" y="580"/>
                    <a:pt x="462" y="580"/>
                  </a:cubicBezTo>
                  <a:cubicBezTo>
                    <a:pt x="462" y="580"/>
                    <a:pt x="462" y="580"/>
                    <a:pt x="462" y="580"/>
                  </a:cubicBezTo>
                  <a:lnTo>
                    <a:pt x="462" y="580"/>
                  </a:lnTo>
                  <a:lnTo>
                    <a:pt x="2" y="580"/>
                  </a:lnTo>
                  <a:lnTo>
                    <a:pt x="2" y="580"/>
                  </a:lnTo>
                  <a:cubicBezTo>
                    <a:pt x="1" y="580"/>
                    <a:pt x="0" y="580"/>
                    <a:pt x="0" y="579"/>
                  </a:cubicBezTo>
                  <a:cubicBezTo>
                    <a:pt x="0" y="579"/>
                    <a:pt x="0" y="579"/>
                    <a:pt x="0" y="579"/>
                  </a:cubicBezTo>
                  <a:lnTo>
                    <a:pt x="0" y="2"/>
                  </a:lnTo>
                  <a:close/>
                </a:path>
              </a:pathLst>
            </a:custGeom>
            <a:solidFill>
              <a:srgbClr val="94BD5E"/>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 name="Freeform 314">
              <a:extLst>
                <a:ext uri="{FF2B5EF4-FFF2-40B4-BE49-F238E27FC236}">
                  <a16:creationId xmlns:a16="http://schemas.microsoft.com/office/drawing/2014/main" id="{2CED2B7D-9EB1-1B6B-70CD-D97D74029179}"/>
                </a:ext>
              </a:extLst>
            </p:cNvPr>
            <p:cNvSpPr>
              <a:spLocks/>
            </p:cNvSpPr>
            <p:nvPr/>
          </p:nvSpPr>
          <p:spPr bwMode="auto">
            <a:xfrm>
              <a:off x="1387475" y="1919288"/>
              <a:ext cx="442913" cy="558800"/>
            </a:xfrm>
            <a:custGeom>
              <a:avLst/>
              <a:gdLst>
                <a:gd name="T0" fmla="*/ 0 w 464"/>
                <a:gd name="T1" fmla="*/ 2 h 580"/>
                <a:gd name="T2" fmla="*/ 0 w 464"/>
                <a:gd name="T3" fmla="*/ 2 h 580"/>
                <a:gd name="T4" fmla="*/ 2 w 464"/>
                <a:gd name="T5" fmla="*/ 0 h 580"/>
                <a:gd name="T6" fmla="*/ 2 w 464"/>
                <a:gd name="T7" fmla="*/ 0 h 580"/>
                <a:gd name="T8" fmla="*/ 2 w 464"/>
                <a:gd name="T9" fmla="*/ 0 h 580"/>
                <a:gd name="T10" fmla="*/ 462 w 464"/>
                <a:gd name="T11" fmla="*/ 0 h 580"/>
                <a:gd name="T12" fmla="*/ 462 w 464"/>
                <a:gd name="T13" fmla="*/ 0 h 580"/>
                <a:gd name="T14" fmla="*/ 464 w 464"/>
                <a:gd name="T15" fmla="*/ 2 h 580"/>
                <a:gd name="T16" fmla="*/ 464 w 464"/>
                <a:gd name="T17" fmla="*/ 2 h 580"/>
                <a:gd name="T18" fmla="*/ 464 w 464"/>
                <a:gd name="T19" fmla="*/ 2 h 580"/>
                <a:gd name="T20" fmla="*/ 464 w 464"/>
                <a:gd name="T21" fmla="*/ 579 h 580"/>
                <a:gd name="T22" fmla="*/ 464 w 464"/>
                <a:gd name="T23" fmla="*/ 579 h 580"/>
                <a:gd name="T24" fmla="*/ 462 w 464"/>
                <a:gd name="T25" fmla="*/ 580 h 580"/>
                <a:gd name="T26" fmla="*/ 462 w 464"/>
                <a:gd name="T27" fmla="*/ 580 h 580"/>
                <a:gd name="T28" fmla="*/ 462 w 464"/>
                <a:gd name="T29" fmla="*/ 580 h 580"/>
                <a:gd name="T30" fmla="*/ 2 w 464"/>
                <a:gd name="T31" fmla="*/ 580 h 580"/>
                <a:gd name="T32" fmla="*/ 2 w 464"/>
                <a:gd name="T33" fmla="*/ 580 h 580"/>
                <a:gd name="T34" fmla="*/ 0 w 464"/>
                <a:gd name="T35" fmla="*/ 579 h 580"/>
                <a:gd name="T36" fmla="*/ 0 w 464"/>
                <a:gd name="T37" fmla="*/ 579 h 580"/>
                <a:gd name="T38" fmla="*/ 0 w 464"/>
                <a:gd name="T39" fmla="*/ 2 h 5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64" h="580">
                  <a:moveTo>
                    <a:pt x="0" y="2"/>
                  </a:moveTo>
                  <a:lnTo>
                    <a:pt x="0" y="2"/>
                  </a:lnTo>
                  <a:cubicBezTo>
                    <a:pt x="0" y="1"/>
                    <a:pt x="1" y="0"/>
                    <a:pt x="2" y="0"/>
                  </a:cubicBezTo>
                  <a:cubicBezTo>
                    <a:pt x="2" y="0"/>
                    <a:pt x="2" y="0"/>
                    <a:pt x="2" y="0"/>
                  </a:cubicBezTo>
                  <a:lnTo>
                    <a:pt x="2" y="0"/>
                  </a:lnTo>
                  <a:lnTo>
                    <a:pt x="462" y="0"/>
                  </a:lnTo>
                  <a:lnTo>
                    <a:pt x="462" y="0"/>
                  </a:lnTo>
                  <a:cubicBezTo>
                    <a:pt x="463" y="0"/>
                    <a:pt x="464" y="1"/>
                    <a:pt x="464" y="2"/>
                  </a:cubicBezTo>
                  <a:cubicBezTo>
                    <a:pt x="464" y="2"/>
                    <a:pt x="464" y="2"/>
                    <a:pt x="464" y="2"/>
                  </a:cubicBezTo>
                  <a:lnTo>
                    <a:pt x="464" y="2"/>
                  </a:lnTo>
                  <a:lnTo>
                    <a:pt x="464" y="579"/>
                  </a:lnTo>
                  <a:lnTo>
                    <a:pt x="464" y="579"/>
                  </a:lnTo>
                  <a:cubicBezTo>
                    <a:pt x="464" y="580"/>
                    <a:pt x="463" y="580"/>
                    <a:pt x="462" y="580"/>
                  </a:cubicBezTo>
                  <a:cubicBezTo>
                    <a:pt x="462" y="580"/>
                    <a:pt x="462" y="580"/>
                    <a:pt x="462" y="580"/>
                  </a:cubicBezTo>
                  <a:lnTo>
                    <a:pt x="462" y="580"/>
                  </a:lnTo>
                  <a:lnTo>
                    <a:pt x="2" y="580"/>
                  </a:lnTo>
                  <a:lnTo>
                    <a:pt x="2" y="580"/>
                  </a:lnTo>
                  <a:cubicBezTo>
                    <a:pt x="1" y="580"/>
                    <a:pt x="0" y="580"/>
                    <a:pt x="0" y="579"/>
                  </a:cubicBezTo>
                  <a:cubicBezTo>
                    <a:pt x="0" y="579"/>
                    <a:pt x="0" y="579"/>
                    <a:pt x="0" y="579"/>
                  </a:cubicBezTo>
                  <a:lnTo>
                    <a:pt x="0" y="2"/>
                  </a:lnTo>
                  <a:close/>
                </a:path>
              </a:pathLst>
            </a:custGeom>
            <a:solidFill>
              <a:schemeClr val="bg1">
                <a:lumMod val="85000"/>
              </a:schemeClr>
            </a:solidFill>
            <a:ln w="7938"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7" name="Rectangle 315">
              <a:extLst>
                <a:ext uri="{FF2B5EF4-FFF2-40B4-BE49-F238E27FC236}">
                  <a16:creationId xmlns:a16="http://schemas.microsoft.com/office/drawing/2014/main" id="{23F8A1F2-6362-E8F6-1607-DF24455BFED8}"/>
                </a:ext>
              </a:extLst>
            </p:cNvPr>
            <p:cNvSpPr>
              <a:spLocks noChangeArrowheads="1"/>
            </p:cNvSpPr>
            <p:nvPr/>
          </p:nvSpPr>
          <p:spPr bwMode="auto">
            <a:xfrm>
              <a:off x="1527175" y="2071688"/>
              <a:ext cx="277813"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Arial" panose="020B0604020202020204" pitchFamily="34" charset="0"/>
                </a:rPr>
                <a:t>R</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8" name="Rectangle 316">
              <a:extLst>
                <a:ext uri="{FF2B5EF4-FFF2-40B4-BE49-F238E27FC236}">
                  <a16:creationId xmlns:a16="http://schemas.microsoft.com/office/drawing/2014/main" id="{3F76C050-8271-CA6E-E466-FC8C5A3E9BF0}"/>
                </a:ext>
              </a:extLst>
            </p:cNvPr>
            <p:cNvSpPr>
              <a:spLocks noChangeArrowheads="1"/>
            </p:cNvSpPr>
            <p:nvPr/>
          </p:nvSpPr>
          <p:spPr bwMode="auto">
            <a:xfrm>
              <a:off x="1692275" y="2071688"/>
              <a:ext cx="173038"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Arial" panose="020B060402020202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9" name="Freeform 317">
              <a:extLst>
                <a:ext uri="{FF2B5EF4-FFF2-40B4-BE49-F238E27FC236}">
                  <a16:creationId xmlns:a16="http://schemas.microsoft.com/office/drawing/2014/main" id="{3B464316-F2B9-CB3D-A506-D3F55169AF97}"/>
                </a:ext>
              </a:extLst>
            </p:cNvPr>
            <p:cNvSpPr>
              <a:spLocks/>
            </p:cNvSpPr>
            <p:nvPr/>
          </p:nvSpPr>
          <p:spPr bwMode="auto">
            <a:xfrm>
              <a:off x="942975" y="1919288"/>
              <a:ext cx="442913" cy="558800"/>
            </a:xfrm>
            <a:custGeom>
              <a:avLst/>
              <a:gdLst>
                <a:gd name="T0" fmla="*/ 0 w 463"/>
                <a:gd name="T1" fmla="*/ 2 h 580"/>
                <a:gd name="T2" fmla="*/ 0 w 463"/>
                <a:gd name="T3" fmla="*/ 2 h 580"/>
                <a:gd name="T4" fmla="*/ 1 w 463"/>
                <a:gd name="T5" fmla="*/ 0 h 580"/>
                <a:gd name="T6" fmla="*/ 1 w 463"/>
                <a:gd name="T7" fmla="*/ 0 h 580"/>
                <a:gd name="T8" fmla="*/ 1 w 463"/>
                <a:gd name="T9" fmla="*/ 0 h 580"/>
                <a:gd name="T10" fmla="*/ 462 w 463"/>
                <a:gd name="T11" fmla="*/ 0 h 580"/>
                <a:gd name="T12" fmla="*/ 462 w 463"/>
                <a:gd name="T13" fmla="*/ 0 h 580"/>
                <a:gd name="T14" fmla="*/ 463 w 463"/>
                <a:gd name="T15" fmla="*/ 2 h 580"/>
                <a:gd name="T16" fmla="*/ 463 w 463"/>
                <a:gd name="T17" fmla="*/ 2 h 580"/>
                <a:gd name="T18" fmla="*/ 463 w 463"/>
                <a:gd name="T19" fmla="*/ 2 h 580"/>
                <a:gd name="T20" fmla="*/ 463 w 463"/>
                <a:gd name="T21" fmla="*/ 579 h 580"/>
                <a:gd name="T22" fmla="*/ 463 w 463"/>
                <a:gd name="T23" fmla="*/ 579 h 580"/>
                <a:gd name="T24" fmla="*/ 462 w 463"/>
                <a:gd name="T25" fmla="*/ 580 h 580"/>
                <a:gd name="T26" fmla="*/ 462 w 463"/>
                <a:gd name="T27" fmla="*/ 580 h 580"/>
                <a:gd name="T28" fmla="*/ 462 w 463"/>
                <a:gd name="T29" fmla="*/ 580 h 580"/>
                <a:gd name="T30" fmla="*/ 1 w 463"/>
                <a:gd name="T31" fmla="*/ 580 h 580"/>
                <a:gd name="T32" fmla="*/ 1 w 463"/>
                <a:gd name="T33" fmla="*/ 580 h 580"/>
                <a:gd name="T34" fmla="*/ 0 w 463"/>
                <a:gd name="T35" fmla="*/ 579 h 580"/>
                <a:gd name="T36" fmla="*/ 0 w 463"/>
                <a:gd name="T37" fmla="*/ 579 h 580"/>
                <a:gd name="T38" fmla="*/ 0 w 463"/>
                <a:gd name="T39" fmla="*/ 2 h 5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63" h="580">
                  <a:moveTo>
                    <a:pt x="0" y="2"/>
                  </a:moveTo>
                  <a:lnTo>
                    <a:pt x="0" y="2"/>
                  </a:lnTo>
                  <a:cubicBezTo>
                    <a:pt x="0" y="1"/>
                    <a:pt x="1" y="0"/>
                    <a:pt x="1" y="0"/>
                  </a:cubicBezTo>
                  <a:cubicBezTo>
                    <a:pt x="1" y="0"/>
                    <a:pt x="1" y="0"/>
                    <a:pt x="1" y="0"/>
                  </a:cubicBezTo>
                  <a:lnTo>
                    <a:pt x="1" y="0"/>
                  </a:lnTo>
                  <a:lnTo>
                    <a:pt x="462" y="0"/>
                  </a:lnTo>
                  <a:lnTo>
                    <a:pt x="462" y="0"/>
                  </a:lnTo>
                  <a:cubicBezTo>
                    <a:pt x="462" y="0"/>
                    <a:pt x="463" y="1"/>
                    <a:pt x="463" y="2"/>
                  </a:cubicBezTo>
                  <a:cubicBezTo>
                    <a:pt x="463" y="2"/>
                    <a:pt x="463" y="2"/>
                    <a:pt x="463" y="2"/>
                  </a:cubicBezTo>
                  <a:lnTo>
                    <a:pt x="463" y="2"/>
                  </a:lnTo>
                  <a:lnTo>
                    <a:pt x="463" y="579"/>
                  </a:lnTo>
                  <a:lnTo>
                    <a:pt x="463" y="579"/>
                  </a:lnTo>
                  <a:cubicBezTo>
                    <a:pt x="463" y="580"/>
                    <a:pt x="462" y="580"/>
                    <a:pt x="462" y="580"/>
                  </a:cubicBezTo>
                  <a:cubicBezTo>
                    <a:pt x="462" y="580"/>
                    <a:pt x="462" y="580"/>
                    <a:pt x="462" y="580"/>
                  </a:cubicBezTo>
                  <a:lnTo>
                    <a:pt x="462" y="580"/>
                  </a:lnTo>
                  <a:lnTo>
                    <a:pt x="1" y="580"/>
                  </a:lnTo>
                  <a:lnTo>
                    <a:pt x="1" y="580"/>
                  </a:lnTo>
                  <a:cubicBezTo>
                    <a:pt x="1" y="580"/>
                    <a:pt x="0" y="580"/>
                    <a:pt x="0" y="579"/>
                  </a:cubicBezTo>
                  <a:cubicBezTo>
                    <a:pt x="0" y="579"/>
                    <a:pt x="0" y="579"/>
                    <a:pt x="0" y="579"/>
                  </a:cubicBezTo>
                  <a:lnTo>
                    <a:pt x="0" y="2"/>
                  </a:lnTo>
                  <a:close/>
                </a:path>
              </a:pathLst>
            </a:custGeom>
            <a:solidFill>
              <a:srgbClr val="FF8080"/>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0" name="Freeform 318">
              <a:extLst>
                <a:ext uri="{FF2B5EF4-FFF2-40B4-BE49-F238E27FC236}">
                  <a16:creationId xmlns:a16="http://schemas.microsoft.com/office/drawing/2014/main" id="{281326F3-FD0B-BD1F-2ABF-75AA08BA882E}"/>
                </a:ext>
              </a:extLst>
            </p:cNvPr>
            <p:cNvSpPr>
              <a:spLocks/>
            </p:cNvSpPr>
            <p:nvPr/>
          </p:nvSpPr>
          <p:spPr bwMode="auto">
            <a:xfrm>
              <a:off x="942975" y="1919288"/>
              <a:ext cx="442913" cy="558800"/>
            </a:xfrm>
            <a:custGeom>
              <a:avLst/>
              <a:gdLst>
                <a:gd name="T0" fmla="*/ 0 w 463"/>
                <a:gd name="T1" fmla="*/ 2 h 580"/>
                <a:gd name="T2" fmla="*/ 0 w 463"/>
                <a:gd name="T3" fmla="*/ 2 h 580"/>
                <a:gd name="T4" fmla="*/ 1 w 463"/>
                <a:gd name="T5" fmla="*/ 0 h 580"/>
                <a:gd name="T6" fmla="*/ 1 w 463"/>
                <a:gd name="T7" fmla="*/ 0 h 580"/>
                <a:gd name="T8" fmla="*/ 1 w 463"/>
                <a:gd name="T9" fmla="*/ 0 h 580"/>
                <a:gd name="T10" fmla="*/ 462 w 463"/>
                <a:gd name="T11" fmla="*/ 0 h 580"/>
                <a:gd name="T12" fmla="*/ 462 w 463"/>
                <a:gd name="T13" fmla="*/ 0 h 580"/>
                <a:gd name="T14" fmla="*/ 463 w 463"/>
                <a:gd name="T15" fmla="*/ 2 h 580"/>
                <a:gd name="T16" fmla="*/ 463 w 463"/>
                <a:gd name="T17" fmla="*/ 2 h 580"/>
                <a:gd name="T18" fmla="*/ 463 w 463"/>
                <a:gd name="T19" fmla="*/ 2 h 580"/>
                <a:gd name="T20" fmla="*/ 463 w 463"/>
                <a:gd name="T21" fmla="*/ 579 h 580"/>
                <a:gd name="T22" fmla="*/ 463 w 463"/>
                <a:gd name="T23" fmla="*/ 579 h 580"/>
                <a:gd name="T24" fmla="*/ 462 w 463"/>
                <a:gd name="T25" fmla="*/ 580 h 580"/>
                <a:gd name="T26" fmla="*/ 462 w 463"/>
                <a:gd name="T27" fmla="*/ 580 h 580"/>
                <a:gd name="T28" fmla="*/ 462 w 463"/>
                <a:gd name="T29" fmla="*/ 580 h 580"/>
                <a:gd name="T30" fmla="*/ 1 w 463"/>
                <a:gd name="T31" fmla="*/ 580 h 580"/>
                <a:gd name="T32" fmla="*/ 1 w 463"/>
                <a:gd name="T33" fmla="*/ 580 h 580"/>
                <a:gd name="T34" fmla="*/ 0 w 463"/>
                <a:gd name="T35" fmla="*/ 579 h 580"/>
                <a:gd name="T36" fmla="*/ 0 w 463"/>
                <a:gd name="T37" fmla="*/ 579 h 580"/>
                <a:gd name="T38" fmla="*/ 0 w 463"/>
                <a:gd name="T39" fmla="*/ 2 h 5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63" h="580">
                  <a:moveTo>
                    <a:pt x="0" y="2"/>
                  </a:moveTo>
                  <a:lnTo>
                    <a:pt x="0" y="2"/>
                  </a:lnTo>
                  <a:cubicBezTo>
                    <a:pt x="0" y="1"/>
                    <a:pt x="1" y="0"/>
                    <a:pt x="1" y="0"/>
                  </a:cubicBezTo>
                  <a:cubicBezTo>
                    <a:pt x="1" y="0"/>
                    <a:pt x="1" y="0"/>
                    <a:pt x="1" y="0"/>
                  </a:cubicBezTo>
                  <a:lnTo>
                    <a:pt x="1" y="0"/>
                  </a:lnTo>
                  <a:lnTo>
                    <a:pt x="462" y="0"/>
                  </a:lnTo>
                  <a:lnTo>
                    <a:pt x="462" y="0"/>
                  </a:lnTo>
                  <a:cubicBezTo>
                    <a:pt x="462" y="0"/>
                    <a:pt x="463" y="1"/>
                    <a:pt x="463" y="2"/>
                  </a:cubicBezTo>
                  <a:cubicBezTo>
                    <a:pt x="463" y="2"/>
                    <a:pt x="463" y="2"/>
                    <a:pt x="463" y="2"/>
                  </a:cubicBezTo>
                  <a:lnTo>
                    <a:pt x="463" y="2"/>
                  </a:lnTo>
                  <a:lnTo>
                    <a:pt x="463" y="579"/>
                  </a:lnTo>
                  <a:lnTo>
                    <a:pt x="463" y="579"/>
                  </a:lnTo>
                  <a:cubicBezTo>
                    <a:pt x="463" y="580"/>
                    <a:pt x="462" y="580"/>
                    <a:pt x="462" y="580"/>
                  </a:cubicBezTo>
                  <a:cubicBezTo>
                    <a:pt x="462" y="580"/>
                    <a:pt x="462" y="580"/>
                    <a:pt x="462" y="580"/>
                  </a:cubicBezTo>
                  <a:lnTo>
                    <a:pt x="462" y="580"/>
                  </a:lnTo>
                  <a:lnTo>
                    <a:pt x="1" y="580"/>
                  </a:lnTo>
                  <a:lnTo>
                    <a:pt x="1" y="580"/>
                  </a:lnTo>
                  <a:cubicBezTo>
                    <a:pt x="1" y="580"/>
                    <a:pt x="0" y="580"/>
                    <a:pt x="0" y="579"/>
                  </a:cubicBezTo>
                  <a:cubicBezTo>
                    <a:pt x="0" y="579"/>
                    <a:pt x="0" y="579"/>
                    <a:pt x="0" y="579"/>
                  </a:cubicBezTo>
                  <a:lnTo>
                    <a:pt x="0" y="2"/>
                  </a:lnTo>
                  <a:close/>
                </a:path>
              </a:pathLst>
            </a:custGeom>
            <a:noFill/>
            <a:ln w="793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1" name="Freeform 319">
              <a:extLst>
                <a:ext uri="{FF2B5EF4-FFF2-40B4-BE49-F238E27FC236}">
                  <a16:creationId xmlns:a16="http://schemas.microsoft.com/office/drawing/2014/main" id="{9844BEC1-02EB-5BDB-0264-06961246F233}"/>
                </a:ext>
              </a:extLst>
            </p:cNvPr>
            <p:cNvSpPr>
              <a:spLocks/>
            </p:cNvSpPr>
            <p:nvPr/>
          </p:nvSpPr>
          <p:spPr bwMode="auto">
            <a:xfrm>
              <a:off x="942975" y="1919288"/>
              <a:ext cx="442913" cy="558800"/>
            </a:xfrm>
            <a:custGeom>
              <a:avLst/>
              <a:gdLst>
                <a:gd name="T0" fmla="*/ 0 w 463"/>
                <a:gd name="T1" fmla="*/ 2 h 580"/>
                <a:gd name="T2" fmla="*/ 0 w 463"/>
                <a:gd name="T3" fmla="*/ 2 h 580"/>
                <a:gd name="T4" fmla="*/ 1 w 463"/>
                <a:gd name="T5" fmla="*/ 0 h 580"/>
                <a:gd name="T6" fmla="*/ 1 w 463"/>
                <a:gd name="T7" fmla="*/ 0 h 580"/>
                <a:gd name="T8" fmla="*/ 1 w 463"/>
                <a:gd name="T9" fmla="*/ 0 h 580"/>
                <a:gd name="T10" fmla="*/ 462 w 463"/>
                <a:gd name="T11" fmla="*/ 0 h 580"/>
                <a:gd name="T12" fmla="*/ 462 w 463"/>
                <a:gd name="T13" fmla="*/ 0 h 580"/>
                <a:gd name="T14" fmla="*/ 463 w 463"/>
                <a:gd name="T15" fmla="*/ 2 h 580"/>
                <a:gd name="T16" fmla="*/ 463 w 463"/>
                <a:gd name="T17" fmla="*/ 2 h 580"/>
                <a:gd name="T18" fmla="*/ 463 w 463"/>
                <a:gd name="T19" fmla="*/ 2 h 580"/>
                <a:gd name="T20" fmla="*/ 463 w 463"/>
                <a:gd name="T21" fmla="*/ 579 h 580"/>
                <a:gd name="T22" fmla="*/ 463 w 463"/>
                <a:gd name="T23" fmla="*/ 579 h 580"/>
                <a:gd name="T24" fmla="*/ 462 w 463"/>
                <a:gd name="T25" fmla="*/ 580 h 580"/>
                <a:gd name="T26" fmla="*/ 462 w 463"/>
                <a:gd name="T27" fmla="*/ 580 h 580"/>
                <a:gd name="T28" fmla="*/ 462 w 463"/>
                <a:gd name="T29" fmla="*/ 580 h 580"/>
                <a:gd name="T30" fmla="*/ 1 w 463"/>
                <a:gd name="T31" fmla="*/ 580 h 580"/>
                <a:gd name="T32" fmla="*/ 1 w 463"/>
                <a:gd name="T33" fmla="*/ 580 h 580"/>
                <a:gd name="T34" fmla="*/ 0 w 463"/>
                <a:gd name="T35" fmla="*/ 579 h 580"/>
                <a:gd name="T36" fmla="*/ 0 w 463"/>
                <a:gd name="T37" fmla="*/ 579 h 580"/>
                <a:gd name="T38" fmla="*/ 0 w 463"/>
                <a:gd name="T39" fmla="*/ 2 h 5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63" h="580">
                  <a:moveTo>
                    <a:pt x="0" y="2"/>
                  </a:moveTo>
                  <a:lnTo>
                    <a:pt x="0" y="2"/>
                  </a:lnTo>
                  <a:cubicBezTo>
                    <a:pt x="0" y="1"/>
                    <a:pt x="1" y="0"/>
                    <a:pt x="1" y="0"/>
                  </a:cubicBezTo>
                  <a:cubicBezTo>
                    <a:pt x="1" y="0"/>
                    <a:pt x="1" y="0"/>
                    <a:pt x="1" y="0"/>
                  </a:cubicBezTo>
                  <a:lnTo>
                    <a:pt x="1" y="0"/>
                  </a:lnTo>
                  <a:lnTo>
                    <a:pt x="462" y="0"/>
                  </a:lnTo>
                  <a:lnTo>
                    <a:pt x="462" y="0"/>
                  </a:lnTo>
                  <a:cubicBezTo>
                    <a:pt x="462" y="0"/>
                    <a:pt x="463" y="1"/>
                    <a:pt x="463" y="2"/>
                  </a:cubicBezTo>
                  <a:cubicBezTo>
                    <a:pt x="463" y="2"/>
                    <a:pt x="463" y="2"/>
                    <a:pt x="463" y="2"/>
                  </a:cubicBezTo>
                  <a:lnTo>
                    <a:pt x="463" y="2"/>
                  </a:lnTo>
                  <a:lnTo>
                    <a:pt x="463" y="579"/>
                  </a:lnTo>
                  <a:lnTo>
                    <a:pt x="463" y="579"/>
                  </a:lnTo>
                  <a:cubicBezTo>
                    <a:pt x="463" y="580"/>
                    <a:pt x="462" y="580"/>
                    <a:pt x="462" y="580"/>
                  </a:cubicBezTo>
                  <a:cubicBezTo>
                    <a:pt x="462" y="580"/>
                    <a:pt x="462" y="580"/>
                    <a:pt x="462" y="580"/>
                  </a:cubicBezTo>
                  <a:lnTo>
                    <a:pt x="462" y="580"/>
                  </a:lnTo>
                  <a:lnTo>
                    <a:pt x="1" y="580"/>
                  </a:lnTo>
                  <a:lnTo>
                    <a:pt x="1" y="580"/>
                  </a:lnTo>
                  <a:cubicBezTo>
                    <a:pt x="1" y="580"/>
                    <a:pt x="0" y="580"/>
                    <a:pt x="0" y="579"/>
                  </a:cubicBezTo>
                  <a:cubicBezTo>
                    <a:pt x="0" y="579"/>
                    <a:pt x="0" y="579"/>
                    <a:pt x="0" y="579"/>
                  </a:cubicBezTo>
                  <a:lnTo>
                    <a:pt x="0" y="2"/>
                  </a:lnTo>
                  <a:close/>
                </a:path>
              </a:pathLst>
            </a:custGeom>
            <a:solidFill>
              <a:srgbClr val="FF8080"/>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2" name="Freeform 320">
              <a:extLst>
                <a:ext uri="{FF2B5EF4-FFF2-40B4-BE49-F238E27FC236}">
                  <a16:creationId xmlns:a16="http://schemas.microsoft.com/office/drawing/2014/main" id="{1764F65D-029C-8D89-5D96-7B78C6622775}"/>
                </a:ext>
              </a:extLst>
            </p:cNvPr>
            <p:cNvSpPr>
              <a:spLocks/>
            </p:cNvSpPr>
            <p:nvPr/>
          </p:nvSpPr>
          <p:spPr bwMode="auto">
            <a:xfrm>
              <a:off x="942975" y="1919288"/>
              <a:ext cx="442913" cy="558800"/>
            </a:xfrm>
            <a:custGeom>
              <a:avLst/>
              <a:gdLst>
                <a:gd name="T0" fmla="*/ 0 w 463"/>
                <a:gd name="T1" fmla="*/ 2 h 580"/>
                <a:gd name="T2" fmla="*/ 0 w 463"/>
                <a:gd name="T3" fmla="*/ 2 h 580"/>
                <a:gd name="T4" fmla="*/ 1 w 463"/>
                <a:gd name="T5" fmla="*/ 0 h 580"/>
                <a:gd name="T6" fmla="*/ 1 w 463"/>
                <a:gd name="T7" fmla="*/ 0 h 580"/>
                <a:gd name="T8" fmla="*/ 1 w 463"/>
                <a:gd name="T9" fmla="*/ 0 h 580"/>
                <a:gd name="T10" fmla="*/ 462 w 463"/>
                <a:gd name="T11" fmla="*/ 0 h 580"/>
                <a:gd name="T12" fmla="*/ 462 w 463"/>
                <a:gd name="T13" fmla="*/ 0 h 580"/>
                <a:gd name="T14" fmla="*/ 463 w 463"/>
                <a:gd name="T15" fmla="*/ 2 h 580"/>
                <a:gd name="T16" fmla="*/ 463 w 463"/>
                <a:gd name="T17" fmla="*/ 2 h 580"/>
                <a:gd name="T18" fmla="*/ 463 w 463"/>
                <a:gd name="T19" fmla="*/ 2 h 580"/>
                <a:gd name="T20" fmla="*/ 463 w 463"/>
                <a:gd name="T21" fmla="*/ 579 h 580"/>
                <a:gd name="T22" fmla="*/ 463 w 463"/>
                <a:gd name="T23" fmla="*/ 579 h 580"/>
                <a:gd name="T24" fmla="*/ 462 w 463"/>
                <a:gd name="T25" fmla="*/ 580 h 580"/>
                <a:gd name="T26" fmla="*/ 462 w 463"/>
                <a:gd name="T27" fmla="*/ 580 h 580"/>
                <a:gd name="T28" fmla="*/ 462 w 463"/>
                <a:gd name="T29" fmla="*/ 580 h 580"/>
                <a:gd name="T30" fmla="*/ 1 w 463"/>
                <a:gd name="T31" fmla="*/ 580 h 580"/>
                <a:gd name="T32" fmla="*/ 1 w 463"/>
                <a:gd name="T33" fmla="*/ 580 h 580"/>
                <a:gd name="T34" fmla="*/ 0 w 463"/>
                <a:gd name="T35" fmla="*/ 579 h 580"/>
                <a:gd name="T36" fmla="*/ 0 w 463"/>
                <a:gd name="T37" fmla="*/ 579 h 580"/>
                <a:gd name="T38" fmla="*/ 0 w 463"/>
                <a:gd name="T39" fmla="*/ 2 h 5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63" h="580">
                  <a:moveTo>
                    <a:pt x="0" y="2"/>
                  </a:moveTo>
                  <a:lnTo>
                    <a:pt x="0" y="2"/>
                  </a:lnTo>
                  <a:cubicBezTo>
                    <a:pt x="0" y="1"/>
                    <a:pt x="1" y="0"/>
                    <a:pt x="1" y="0"/>
                  </a:cubicBezTo>
                  <a:cubicBezTo>
                    <a:pt x="1" y="0"/>
                    <a:pt x="1" y="0"/>
                    <a:pt x="1" y="0"/>
                  </a:cubicBezTo>
                  <a:lnTo>
                    <a:pt x="1" y="0"/>
                  </a:lnTo>
                  <a:lnTo>
                    <a:pt x="462" y="0"/>
                  </a:lnTo>
                  <a:lnTo>
                    <a:pt x="462" y="0"/>
                  </a:lnTo>
                  <a:cubicBezTo>
                    <a:pt x="462" y="0"/>
                    <a:pt x="463" y="1"/>
                    <a:pt x="463" y="2"/>
                  </a:cubicBezTo>
                  <a:cubicBezTo>
                    <a:pt x="463" y="2"/>
                    <a:pt x="463" y="2"/>
                    <a:pt x="463" y="2"/>
                  </a:cubicBezTo>
                  <a:lnTo>
                    <a:pt x="463" y="2"/>
                  </a:lnTo>
                  <a:lnTo>
                    <a:pt x="463" y="579"/>
                  </a:lnTo>
                  <a:lnTo>
                    <a:pt x="463" y="579"/>
                  </a:lnTo>
                  <a:cubicBezTo>
                    <a:pt x="463" y="580"/>
                    <a:pt x="462" y="580"/>
                    <a:pt x="462" y="580"/>
                  </a:cubicBezTo>
                  <a:cubicBezTo>
                    <a:pt x="462" y="580"/>
                    <a:pt x="462" y="580"/>
                    <a:pt x="462" y="580"/>
                  </a:cubicBezTo>
                  <a:lnTo>
                    <a:pt x="462" y="580"/>
                  </a:lnTo>
                  <a:lnTo>
                    <a:pt x="1" y="580"/>
                  </a:lnTo>
                  <a:lnTo>
                    <a:pt x="1" y="580"/>
                  </a:lnTo>
                  <a:cubicBezTo>
                    <a:pt x="1" y="580"/>
                    <a:pt x="0" y="580"/>
                    <a:pt x="0" y="579"/>
                  </a:cubicBezTo>
                  <a:cubicBezTo>
                    <a:pt x="0" y="579"/>
                    <a:pt x="0" y="579"/>
                    <a:pt x="0" y="579"/>
                  </a:cubicBezTo>
                  <a:lnTo>
                    <a:pt x="0" y="2"/>
                  </a:lnTo>
                  <a:close/>
                </a:path>
              </a:pathLst>
            </a:custGeom>
            <a:solidFill>
              <a:schemeClr val="bg1">
                <a:lumMod val="75000"/>
              </a:schemeClr>
            </a:solidFill>
            <a:ln w="7938" cap="flat">
              <a:solidFill>
                <a:srgbClr val="0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43" name="Rectangle 321">
              <a:extLst>
                <a:ext uri="{FF2B5EF4-FFF2-40B4-BE49-F238E27FC236}">
                  <a16:creationId xmlns:a16="http://schemas.microsoft.com/office/drawing/2014/main" id="{E11246B9-A3BE-1ABA-66DA-062FA65C7D8B}"/>
                </a:ext>
              </a:extLst>
            </p:cNvPr>
            <p:cNvSpPr>
              <a:spLocks noChangeArrowheads="1"/>
            </p:cNvSpPr>
            <p:nvPr/>
          </p:nvSpPr>
          <p:spPr bwMode="auto">
            <a:xfrm>
              <a:off x="1069975" y="2071688"/>
              <a:ext cx="306388"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Arial" panose="020B0604020202020204" pitchFamily="34" charset="0"/>
                </a:rPr>
                <a:t>M</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4" name="Rectangle 322">
              <a:extLst>
                <a:ext uri="{FF2B5EF4-FFF2-40B4-BE49-F238E27FC236}">
                  <a16:creationId xmlns:a16="http://schemas.microsoft.com/office/drawing/2014/main" id="{7CAD070D-39FE-C883-9B58-6A5E2003BC66}"/>
                </a:ext>
              </a:extLst>
            </p:cNvPr>
            <p:cNvSpPr>
              <a:spLocks noChangeArrowheads="1"/>
            </p:cNvSpPr>
            <p:nvPr/>
          </p:nvSpPr>
          <p:spPr bwMode="auto">
            <a:xfrm>
              <a:off x="1260475" y="2071688"/>
              <a:ext cx="173038"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Arial" panose="020B060402020202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5" name="Rectangle 323">
              <a:extLst>
                <a:ext uri="{FF2B5EF4-FFF2-40B4-BE49-F238E27FC236}">
                  <a16:creationId xmlns:a16="http://schemas.microsoft.com/office/drawing/2014/main" id="{88BC900D-115C-6A25-0E22-E5E250C8CF2F}"/>
                </a:ext>
              </a:extLst>
            </p:cNvPr>
            <p:cNvSpPr>
              <a:spLocks noChangeArrowheads="1"/>
            </p:cNvSpPr>
            <p:nvPr/>
          </p:nvSpPr>
          <p:spPr bwMode="auto">
            <a:xfrm>
              <a:off x="6062663" y="1607186"/>
              <a:ext cx="314325" cy="271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Arial" panose="020B0604020202020204" pitchFamily="34" charset="0"/>
                </a:rPr>
                <a:t>20</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6" name="Rectangle 324">
              <a:extLst>
                <a:ext uri="{FF2B5EF4-FFF2-40B4-BE49-F238E27FC236}">
                  <a16:creationId xmlns:a16="http://schemas.microsoft.com/office/drawing/2014/main" id="{0B0AC32D-31BD-82CB-5184-806D45A3C817}"/>
                </a:ext>
              </a:extLst>
            </p:cNvPr>
            <p:cNvSpPr>
              <a:spLocks noChangeArrowheads="1"/>
            </p:cNvSpPr>
            <p:nvPr/>
          </p:nvSpPr>
          <p:spPr bwMode="auto">
            <a:xfrm>
              <a:off x="6289675" y="1546226"/>
              <a:ext cx="144463" cy="271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a:ln>
                    <a:noFill/>
                  </a:ln>
                  <a:solidFill>
                    <a:srgbClr val="000000"/>
                  </a:solidFill>
                  <a:effectLst/>
                  <a:latin typeface="Arial" panose="020B060402020202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7" name="Rectangle 325">
              <a:extLst>
                <a:ext uri="{FF2B5EF4-FFF2-40B4-BE49-F238E27FC236}">
                  <a16:creationId xmlns:a16="http://schemas.microsoft.com/office/drawing/2014/main" id="{6DA6F326-A6F7-56EF-4291-F72ABF1DBFBB}"/>
                </a:ext>
              </a:extLst>
            </p:cNvPr>
            <p:cNvSpPr>
              <a:spLocks noChangeArrowheads="1"/>
            </p:cNvSpPr>
            <p:nvPr/>
          </p:nvSpPr>
          <p:spPr bwMode="auto">
            <a:xfrm>
              <a:off x="2878138" y="1607186"/>
              <a:ext cx="201613" cy="271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Arial" panose="020B0604020202020204" pitchFamily="34" charset="0"/>
                </a:rPr>
                <a:t>2</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9" name="Rectangle 327">
              <a:extLst>
                <a:ext uri="{FF2B5EF4-FFF2-40B4-BE49-F238E27FC236}">
                  <a16:creationId xmlns:a16="http://schemas.microsoft.com/office/drawing/2014/main" id="{09AA0D81-84C4-5466-9ECB-9585E7291628}"/>
                </a:ext>
              </a:extLst>
            </p:cNvPr>
            <p:cNvSpPr>
              <a:spLocks noChangeArrowheads="1"/>
            </p:cNvSpPr>
            <p:nvPr/>
          </p:nvSpPr>
          <p:spPr bwMode="auto">
            <a:xfrm>
              <a:off x="1990725" y="1607186"/>
              <a:ext cx="201613" cy="271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Arial" panose="020B0604020202020204" pitchFamily="34" charset="0"/>
                </a:rPr>
                <a:t>1</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0" name="Rectangle 328">
              <a:extLst>
                <a:ext uri="{FF2B5EF4-FFF2-40B4-BE49-F238E27FC236}">
                  <a16:creationId xmlns:a16="http://schemas.microsoft.com/office/drawing/2014/main" id="{0A36BE00-6A70-6058-A3BF-3491C08406EF}"/>
                </a:ext>
              </a:extLst>
            </p:cNvPr>
            <p:cNvSpPr>
              <a:spLocks noChangeArrowheads="1"/>
            </p:cNvSpPr>
            <p:nvPr/>
          </p:nvSpPr>
          <p:spPr bwMode="auto">
            <a:xfrm>
              <a:off x="2103438" y="1546226"/>
              <a:ext cx="144463" cy="271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a:ln>
                    <a:noFill/>
                  </a:ln>
                  <a:solidFill>
                    <a:srgbClr val="000000"/>
                  </a:solidFill>
                  <a:effectLst/>
                  <a:latin typeface="Arial" panose="020B060402020202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1" name="Rectangle 329">
              <a:extLst>
                <a:ext uri="{FF2B5EF4-FFF2-40B4-BE49-F238E27FC236}">
                  <a16:creationId xmlns:a16="http://schemas.microsoft.com/office/drawing/2014/main" id="{4E8C7C64-B56B-E1AF-39D7-EF86DA2E44BC}"/>
                </a:ext>
              </a:extLst>
            </p:cNvPr>
            <p:cNvSpPr>
              <a:spLocks noChangeArrowheads="1"/>
            </p:cNvSpPr>
            <p:nvPr/>
          </p:nvSpPr>
          <p:spPr bwMode="auto">
            <a:xfrm>
              <a:off x="1547813" y="1607186"/>
              <a:ext cx="201613" cy="271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Arial" panose="020B0604020202020204" pitchFamily="34" charset="0"/>
                </a:rPr>
                <a:t>1</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2" name="Rectangle 330">
              <a:extLst>
                <a:ext uri="{FF2B5EF4-FFF2-40B4-BE49-F238E27FC236}">
                  <a16:creationId xmlns:a16="http://schemas.microsoft.com/office/drawing/2014/main" id="{EEC9045C-8802-E225-36C7-4588963F92D8}"/>
                </a:ext>
              </a:extLst>
            </p:cNvPr>
            <p:cNvSpPr>
              <a:spLocks noChangeArrowheads="1"/>
            </p:cNvSpPr>
            <p:nvPr/>
          </p:nvSpPr>
          <p:spPr bwMode="auto">
            <a:xfrm>
              <a:off x="1662113" y="1546226"/>
              <a:ext cx="144463" cy="271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a:ln>
                    <a:noFill/>
                  </a:ln>
                  <a:solidFill>
                    <a:srgbClr val="000000"/>
                  </a:solidFill>
                  <a:effectLst/>
                  <a:latin typeface="Arial" panose="020B060402020202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3" name="Rectangle 331">
              <a:extLst>
                <a:ext uri="{FF2B5EF4-FFF2-40B4-BE49-F238E27FC236}">
                  <a16:creationId xmlns:a16="http://schemas.microsoft.com/office/drawing/2014/main" id="{DF526CEE-3F6B-9887-91B6-E407B61EE939}"/>
                </a:ext>
              </a:extLst>
            </p:cNvPr>
            <p:cNvSpPr>
              <a:spLocks noChangeArrowheads="1"/>
            </p:cNvSpPr>
            <p:nvPr/>
          </p:nvSpPr>
          <p:spPr bwMode="auto">
            <a:xfrm>
              <a:off x="1103313" y="1607186"/>
              <a:ext cx="201613" cy="271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Arial" panose="020B0604020202020204" pitchFamily="34" charset="0"/>
                </a:rPr>
                <a:t>1</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4" name="Rectangle 332">
              <a:extLst>
                <a:ext uri="{FF2B5EF4-FFF2-40B4-BE49-F238E27FC236}">
                  <a16:creationId xmlns:a16="http://schemas.microsoft.com/office/drawing/2014/main" id="{E606DA69-794F-147D-F76D-5F06A0C863D5}"/>
                </a:ext>
              </a:extLst>
            </p:cNvPr>
            <p:cNvSpPr>
              <a:spLocks noChangeArrowheads="1"/>
            </p:cNvSpPr>
            <p:nvPr/>
          </p:nvSpPr>
          <p:spPr bwMode="auto">
            <a:xfrm>
              <a:off x="1216025" y="1546226"/>
              <a:ext cx="144463" cy="271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a:ln>
                    <a:noFill/>
                  </a:ln>
                  <a:solidFill>
                    <a:srgbClr val="000000"/>
                  </a:solidFill>
                  <a:effectLst/>
                  <a:latin typeface="Arial" panose="020B060402020202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spTree>
    <p:extLst>
      <p:ext uri="{BB962C8B-B14F-4D97-AF65-F5344CB8AC3E}">
        <p14:creationId xmlns:p14="http://schemas.microsoft.com/office/powerpoint/2010/main" val="689774703"/>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Rectangle 3"/>
          <p:cNvSpPr>
            <a:spLocks noGrp="1"/>
          </p:cNvSpPr>
          <p:nvPr>
            <p:ph type="body" idx="1"/>
          </p:nvPr>
        </p:nvSpPr>
        <p:spPr>
          <a:xfrm>
            <a:off x="508000" y="1036319"/>
            <a:ext cx="8239760" cy="5363753"/>
          </a:xfrm>
        </p:spPr>
        <p:txBody>
          <a:bodyPr>
            <a:noAutofit/>
          </a:bodyPr>
          <a:lstStyle/>
          <a:p>
            <a:pPr>
              <a:spcBef>
                <a:spcPts val="600"/>
              </a:spcBef>
              <a:spcAft>
                <a:spcPts val="0"/>
              </a:spcAft>
              <a:buNone/>
            </a:pPr>
            <a:r>
              <a:rPr lang="en-US" sz="2100" b="1" u="sng" dirty="0">
                <a:solidFill>
                  <a:srgbClr val="C00000"/>
                </a:solidFill>
              </a:rPr>
              <a:t>Problem 1</a:t>
            </a:r>
          </a:p>
          <a:p>
            <a:pPr>
              <a:spcBef>
                <a:spcPts val="600"/>
              </a:spcBef>
              <a:spcAft>
                <a:spcPts val="0"/>
              </a:spcAft>
            </a:pPr>
            <a:r>
              <a:rPr lang="en-US" sz="2100" dirty="0"/>
              <a:t>Let 14000 be a logical address, </a:t>
            </a:r>
            <a:r>
              <a:rPr kumimoji="1" lang="en-US" sz="2100" dirty="0"/>
              <a:t>in decimal</a:t>
            </a:r>
            <a:r>
              <a:rPr lang="en-US" sz="2100" dirty="0"/>
              <a:t>. If page size is 1 KB, in which page does this address exist; also find its offset from the start of page. (need to find the values for p &amp; d)</a:t>
            </a:r>
            <a:endParaRPr kumimoji="1" lang="en-US" sz="2100" b="1" u="sng" dirty="0">
              <a:solidFill>
                <a:srgbClr val="C00000"/>
              </a:solidFill>
            </a:endParaRPr>
          </a:p>
          <a:p>
            <a:pPr marL="609600" indent="-609600">
              <a:spcBef>
                <a:spcPts val="600"/>
              </a:spcBef>
              <a:spcAft>
                <a:spcPts val="0"/>
              </a:spcAft>
              <a:buNone/>
            </a:pPr>
            <a:endParaRPr kumimoji="1" lang="en-US" sz="2100" b="1" u="sng" dirty="0">
              <a:solidFill>
                <a:srgbClr val="C00000"/>
              </a:solidFill>
            </a:endParaRPr>
          </a:p>
          <a:p>
            <a:pPr marL="609600" indent="-609600">
              <a:spcBef>
                <a:spcPts val="600"/>
              </a:spcBef>
              <a:spcAft>
                <a:spcPts val="0"/>
              </a:spcAft>
              <a:buNone/>
            </a:pPr>
            <a:r>
              <a:rPr kumimoji="1" lang="en-US" sz="2100" b="1" u="sng" dirty="0">
                <a:solidFill>
                  <a:srgbClr val="C00000"/>
                </a:solidFill>
              </a:rPr>
              <a:t>Problem 2</a:t>
            </a:r>
          </a:p>
          <a:p>
            <a:pPr marL="396875" indent="-396875">
              <a:spcBef>
                <a:spcPts val="600"/>
              </a:spcBef>
              <a:spcAft>
                <a:spcPts val="0"/>
              </a:spcAft>
            </a:pPr>
            <a:r>
              <a:rPr kumimoji="1" lang="en-US" sz="2100" dirty="0"/>
              <a:t>For each of the following logical addresses (in decimal), compute the page number and offset within the page, if the page size is 4 KB.</a:t>
            </a:r>
          </a:p>
          <a:p>
            <a:pPr marL="0" indent="0">
              <a:spcBef>
                <a:spcPts val="600"/>
              </a:spcBef>
              <a:spcAft>
                <a:spcPts val="0"/>
              </a:spcAft>
              <a:buNone/>
            </a:pPr>
            <a:r>
              <a:rPr lang="en-US" sz="2100" dirty="0"/>
              <a:t>	(a) </a:t>
            </a:r>
            <a:r>
              <a:rPr kumimoji="1" lang="en-US" sz="2100" dirty="0"/>
              <a:t>20000</a:t>
            </a:r>
            <a:r>
              <a:rPr lang="en-US" sz="2100" dirty="0"/>
              <a:t> 	(b) </a:t>
            </a:r>
            <a:r>
              <a:rPr kumimoji="1" lang="en-US" sz="2100" dirty="0"/>
              <a:t>32768</a:t>
            </a:r>
            <a:r>
              <a:rPr lang="en-US" sz="2100" dirty="0"/>
              <a:t>	(c) </a:t>
            </a:r>
            <a:r>
              <a:rPr kumimoji="1" lang="en-US" sz="2100" dirty="0"/>
              <a:t>60000</a:t>
            </a:r>
          </a:p>
          <a:p>
            <a:pPr marL="396875" indent="0">
              <a:spcBef>
                <a:spcPts val="600"/>
              </a:spcBef>
              <a:spcAft>
                <a:spcPts val="0"/>
              </a:spcAft>
              <a:buNone/>
            </a:pPr>
            <a:r>
              <a:rPr kumimoji="1" lang="en-US" sz="2100" dirty="0"/>
              <a:t>Repeat for an 8 KB page</a:t>
            </a:r>
            <a:endParaRPr lang="en-US" altLang="ko-KR" sz="2100" b="1" u="sng" dirty="0">
              <a:solidFill>
                <a:srgbClr val="C00000"/>
              </a:solidFill>
            </a:endParaRPr>
          </a:p>
          <a:p>
            <a:pPr>
              <a:spcBef>
                <a:spcPts val="600"/>
              </a:spcBef>
              <a:spcAft>
                <a:spcPts val="0"/>
              </a:spcAft>
              <a:buNone/>
            </a:pPr>
            <a:endParaRPr lang="en-US" altLang="ko-KR" sz="2100" b="1" u="sng" dirty="0">
              <a:solidFill>
                <a:srgbClr val="C00000"/>
              </a:solidFill>
            </a:endParaRPr>
          </a:p>
          <a:p>
            <a:pPr>
              <a:spcBef>
                <a:spcPts val="600"/>
              </a:spcBef>
              <a:spcAft>
                <a:spcPts val="0"/>
              </a:spcAft>
              <a:buNone/>
            </a:pPr>
            <a:r>
              <a:rPr lang="en-US" altLang="ko-KR" sz="2100" b="1" u="sng" dirty="0">
                <a:solidFill>
                  <a:srgbClr val="C00000"/>
                </a:solidFill>
              </a:rPr>
              <a:t>Problem 3</a:t>
            </a:r>
          </a:p>
          <a:p>
            <a:pPr>
              <a:spcBef>
                <a:spcPts val="600"/>
              </a:spcBef>
              <a:spcAft>
                <a:spcPts val="0"/>
              </a:spcAft>
            </a:pPr>
            <a:r>
              <a:rPr kumimoji="1" lang="en-US" altLang="ko-KR" sz="2100" dirty="0">
                <a:ea typeface="굴림" charset="-127"/>
              </a:rPr>
              <a:t>Consider a virtual address 40808. Compute the virtual page number and offset for a 4 KB page.</a:t>
            </a:r>
            <a:endParaRPr lang="en-US" sz="2100" dirty="0"/>
          </a:p>
          <a:p>
            <a:pPr marL="609600" indent="-609600">
              <a:spcBef>
                <a:spcPts val="600"/>
              </a:spcBef>
              <a:spcAft>
                <a:spcPts val="0"/>
              </a:spcAft>
              <a:buNone/>
            </a:pPr>
            <a:endParaRPr lang="en-US" sz="2100" b="1" u="sng" dirty="0">
              <a:solidFill>
                <a:srgbClr val="C00000"/>
              </a:solidFill>
            </a:endParaRPr>
          </a:p>
        </p:txBody>
      </p:sp>
      <p:sp>
        <p:nvSpPr>
          <p:cNvPr id="3" name="Rectangle 2">
            <a:extLst>
              <a:ext uri="{FF2B5EF4-FFF2-40B4-BE49-F238E27FC236}">
                <a16:creationId xmlns:a16="http://schemas.microsoft.com/office/drawing/2014/main" id="{C784D14F-B65F-DD57-C142-352D55DF60BA}"/>
              </a:ext>
            </a:extLst>
          </p:cNvPr>
          <p:cNvSpPr>
            <a:spLocks noGrp="1"/>
          </p:cNvSpPr>
          <p:nvPr>
            <p:ph type="title"/>
          </p:nvPr>
        </p:nvSpPr>
        <p:spPr>
          <a:xfrm>
            <a:off x="904240" y="40640"/>
            <a:ext cx="8239760" cy="721360"/>
          </a:xfrm>
        </p:spPr>
        <p:txBody>
          <a:bodyPr>
            <a:noAutofit/>
          </a:bodyPr>
          <a:lstStyle/>
          <a:p>
            <a:r>
              <a:rPr lang="en-US" dirty="0"/>
              <a:t>Paging - Sample Problems</a:t>
            </a:r>
          </a:p>
        </p:txBody>
      </p:sp>
      <p:sp>
        <p:nvSpPr>
          <p:cNvPr id="4" name="Slide Number Placeholder 3">
            <a:extLst>
              <a:ext uri="{FF2B5EF4-FFF2-40B4-BE49-F238E27FC236}">
                <a16:creationId xmlns:a16="http://schemas.microsoft.com/office/drawing/2014/main" id="{B5B0A12C-4D85-B517-E939-F925727E2882}"/>
              </a:ext>
            </a:extLst>
          </p:cNvPr>
          <p:cNvSpPr txBox="1">
            <a:spLocks/>
          </p:cNvSpPr>
          <p:nvPr/>
        </p:nvSpPr>
        <p:spPr bwMode="auto">
          <a:xfrm>
            <a:off x="8588829" y="6389912"/>
            <a:ext cx="413657" cy="3751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E2418860-B345-4524-9314-FE51DF6E4AD1}" type="slidenum">
              <a:rPr lang="en-US" altLang="en-PK" sz="1400" smtClean="0">
                <a:solidFill>
                  <a:schemeClr val="tx1"/>
                </a:solidFill>
              </a:rPr>
              <a:pPr/>
              <a:t>41</a:t>
            </a:fld>
            <a:endParaRPr lang="en-US" altLang="en-US" sz="1400" dirty="0">
              <a:solidFill>
                <a:schemeClr val="tx1"/>
              </a:solidFill>
              <a:latin typeface="Tahoma" panose="020B0604030504040204" pitchFamily="34" charset="0"/>
              <a:ea typeface="MS PGothic" panose="020B0600070205080204" pitchFamily="34" charset="-128"/>
            </a:endParaRPr>
          </a:p>
        </p:txBody>
      </p:sp>
    </p:spTree>
    <p:extLst>
      <p:ext uri="{BB962C8B-B14F-4D97-AF65-F5344CB8AC3E}">
        <p14:creationId xmlns:p14="http://schemas.microsoft.com/office/powerpoint/2010/main" val="386811"/>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Rectangle 3"/>
          <p:cNvSpPr>
            <a:spLocks noGrp="1"/>
          </p:cNvSpPr>
          <p:nvPr>
            <p:ph type="body" idx="1"/>
          </p:nvPr>
        </p:nvSpPr>
        <p:spPr>
          <a:xfrm>
            <a:off x="508000" y="1036319"/>
            <a:ext cx="8239760" cy="5363753"/>
          </a:xfrm>
        </p:spPr>
        <p:txBody>
          <a:bodyPr>
            <a:noAutofit/>
          </a:bodyPr>
          <a:lstStyle/>
          <a:p>
            <a:pPr marL="609600" indent="-609600">
              <a:spcBef>
                <a:spcPts val="600"/>
              </a:spcBef>
              <a:spcAft>
                <a:spcPts val="0"/>
              </a:spcAft>
              <a:buNone/>
            </a:pPr>
            <a:r>
              <a:rPr lang="en-US" sz="2100" b="1" u="sng" dirty="0">
                <a:solidFill>
                  <a:srgbClr val="C00000"/>
                </a:solidFill>
              </a:rPr>
              <a:t>Problem 4</a:t>
            </a:r>
            <a:endParaRPr lang="en-US" altLang="ko-KR" sz="2100" b="1" u="sng" dirty="0">
              <a:solidFill>
                <a:srgbClr val="C00000"/>
              </a:solidFill>
            </a:endParaRPr>
          </a:p>
          <a:p>
            <a:pPr marL="396875" indent="-396875">
              <a:spcBef>
                <a:spcPts val="600"/>
              </a:spcBef>
              <a:spcAft>
                <a:spcPts val="0"/>
              </a:spcAft>
            </a:pPr>
            <a:r>
              <a:rPr kumimoji="1" lang="en-US" altLang="ko-KR" sz="2100" dirty="0">
                <a:ea typeface="굴림" charset="-127"/>
              </a:rPr>
              <a:t>A machine has a 48 bit virtual addresses and 32 bit physical addresses. Page size is 8 KB. Compute the number of pages and frames. </a:t>
            </a:r>
          </a:p>
          <a:p>
            <a:pPr marL="0" indent="0">
              <a:spcBef>
                <a:spcPts val="600"/>
              </a:spcBef>
              <a:spcAft>
                <a:spcPts val="0"/>
              </a:spcAft>
              <a:buNone/>
            </a:pPr>
            <a:endParaRPr lang="en-US" altLang="ko-KR" sz="2100" b="1" u="sng" dirty="0">
              <a:solidFill>
                <a:srgbClr val="C00000"/>
              </a:solidFill>
            </a:endParaRPr>
          </a:p>
          <a:p>
            <a:pPr>
              <a:spcBef>
                <a:spcPts val="600"/>
              </a:spcBef>
              <a:spcAft>
                <a:spcPts val="0"/>
              </a:spcAft>
              <a:buNone/>
            </a:pPr>
            <a:r>
              <a:rPr lang="en-US" altLang="ko-KR" sz="2100" b="1" u="sng" dirty="0">
                <a:solidFill>
                  <a:srgbClr val="C00000"/>
                </a:solidFill>
              </a:rPr>
              <a:t>Problem 5</a:t>
            </a:r>
          </a:p>
          <a:p>
            <a:pPr>
              <a:spcBef>
                <a:spcPts val="600"/>
              </a:spcBef>
              <a:spcAft>
                <a:spcPts val="0"/>
              </a:spcAft>
            </a:pPr>
            <a:r>
              <a:rPr lang="en-US" altLang="ko-KR" sz="2100" dirty="0">
                <a:ea typeface="굴림" charset="-127"/>
              </a:rPr>
              <a:t>A system has 48 bit L.A and main memory of 64 GB. The page size is 4096 bytes. Compute the number of pages and frames that exist in the system. </a:t>
            </a:r>
            <a:br>
              <a:rPr lang="en-US" altLang="ko-KR" sz="2100" dirty="0">
                <a:ea typeface="굴림" charset="-127"/>
              </a:rPr>
            </a:br>
            <a:r>
              <a:rPr lang="en-US" altLang="ko-KR" sz="2100" dirty="0">
                <a:ea typeface="굴림" charset="-127"/>
              </a:rPr>
              <a:t>Also give the format of L.A and P.A, along with the number of bits needed to represent p, d &amp; f.</a:t>
            </a:r>
          </a:p>
          <a:p>
            <a:pPr marL="0" indent="0">
              <a:spcBef>
                <a:spcPts val="600"/>
              </a:spcBef>
              <a:spcAft>
                <a:spcPts val="0"/>
              </a:spcAft>
              <a:buNone/>
            </a:pPr>
            <a:endParaRPr lang="en-US" altLang="ko-KR" sz="2100" b="1" u="sng" dirty="0">
              <a:solidFill>
                <a:srgbClr val="C00000"/>
              </a:solidFill>
            </a:endParaRPr>
          </a:p>
          <a:p>
            <a:pPr marL="0" indent="0">
              <a:spcBef>
                <a:spcPts val="600"/>
              </a:spcBef>
              <a:spcAft>
                <a:spcPts val="0"/>
              </a:spcAft>
              <a:buNone/>
            </a:pPr>
            <a:r>
              <a:rPr lang="en-US" altLang="ko-KR" sz="2100" b="1" u="sng" dirty="0">
                <a:solidFill>
                  <a:srgbClr val="C00000"/>
                </a:solidFill>
              </a:rPr>
              <a:t>Problem 6</a:t>
            </a:r>
          </a:p>
          <a:p>
            <a:pPr>
              <a:spcBef>
                <a:spcPts val="600"/>
              </a:spcBef>
              <a:spcAft>
                <a:spcPts val="0"/>
              </a:spcAft>
            </a:pPr>
            <a:r>
              <a:rPr lang="en-US" altLang="ko-KR" sz="2100" dirty="0">
                <a:ea typeface="굴림" charset="-127"/>
              </a:rPr>
              <a:t>A</a:t>
            </a:r>
            <a:r>
              <a:rPr kumimoji="1" lang="en-US" altLang="ko-KR" sz="2100" dirty="0">
                <a:ea typeface="굴림" charset="-127"/>
              </a:rPr>
              <a:t> system has 34 bit logical address, 32 bit physical address, and 16 KB page size. How many entries will be there in the page table. Also compute the page table entry size.</a:t>
            </a:r>
            <a:endParaRPr lang="en-US" altLang="ko-KR" sz="2100" b="1" u="sng" dirty="0">
              <a:solidFill>
                <a:srgbClr val="C00000"/>
              </a:solidFill>
            </a:endParaRPr>
          </a:p>
          <a:p>
            <a:pPr>
              <a:spcBef>
                <a:spcPts val="600"/>
              </a:spcBef>
              <a:spcAft>
                <a:spcPts val="0"/>
              </a:spcAft>
              <a:buNone/>
            </a:pPr>
            <a:endParaRPr lang="en-US" altLang="ko-KR" sz="2100" b="1" u="sng" dirty="0">
              <a:solidFill>
                <a:srgbClr val="C00000"/>
              </a:solidFill>
            </a:endParaRPr>
          </a:p>
          <a:p>
            <a:pPr marL="0" indent="0">
              <a:spcBef>
                <a:spcPts val="600"/>
              </a:spcBef>
              <a:spcAft>
                <a:spcPts val="0"/>
              </a:spcAft>
              <a:buNone/>
            </a:pPr>
            <a:endParaRPr kumimoji="1" lang="en-US" altLang="ko-KR" sz="2100" dirty="0">
              <a:ea typeface="굴림" charset="-127"/>
            </a:endParaRPr>
          </a:p>
        </p:txBody>
      </p:sp>
      <p:sp>
        <p:nvSpPr>
          <p:cNvPr id="3" name="Rectangle 2">
            <a:extLst>
              <a:ext uri="{FF2B5EF4-FFF2-40B4-BE49-F238E27FC236}">
                <a16:creationId xmlns:a16="http://schemas.microsoft.com/office/drawing/2014/main" id="{C784D14F-B65F-DD57-C142-352D55DF60BA}"/>
              </a:ext>
            </a:extLst>
          </p:cNvPr>
          <p:cNvSpPr>
            <a:spLocks noGrp="1"/>
          </p:cNvSpPr>
          <p:nvPr>
            <p:ph type="title"/>
          </p:nvPr>
        </p:nvSpPr>
        <p:spPr>
          <a:xfrm>
            <a:off x="904240" y="40640"/>
            <a:ext cx="8239760" cy="721360"/>
          </a:xfrm>
        </p:spPr>
        <p:txBody>
          <a:bodyPr>
            <a:noAutofit/>
          </a:bodyPr>
          <a:lstStyle/>
          <a:p>
            <a:r>
              <a:rPr lang="en-US" dirty="0"/>
              <a:t>Paging - Sample Problems</a:t>
            </a:r>
          </a:p>
        </p:txBody>
      </p:sp>
      <p:sp>
        <p:nvSpPr>
          <p:cNvPr id="4" name="Slide Number Placeholder 3">
            <a:extLst>
              <a:ext uri="{FF2B5EF4-FFF2-40B4-BE49-F238E27FC236}">
                <a16:creationId xmlns:a16="http://schemas.microsoft.com/office/drawing/2014/main" id="{B5B0A12C-4D85-B517-E939-F925727E2882}"/>
              </a:ext>
            </a:extLst>
          </p:cNvPr>
          <p:cNvSpPr txBox="1">
            <a:spLocks/>
          </p:cNvSpPr>
          <p:nvPr/>
        </p:nvSpPr>
        <p:spPr bwMode="auto">
          <a:xfrm>
            <a:off x="8588829" y="6389912"/>
            <a:ext cx="413657" cy="3751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E2418860-B345-4524-9314-FE51DF6E4AD1}" type="slidenum">
              <a:rPr lang="en-US" altLang="en-PK" sz="1400" smtClean="0">
                <a:solidFill>
                  <a:schemeClr val="tx1"/>
                </a:solidFill>
              </a:rPr>
              <a:pPr/>
              <a:t>42</a:t>
            </a:fld>
            <a:endParaRPr lang="en-US" altLang="en-US" sz="1400" dirty="0">
              <a:solidFill>
                <a:schemeClr val="tx1"/>
              </a:solidFill>
              <a:latin typeface="Tahoma" panose="020B0604030504040204" pitchFamily="34" charset="0"/>
              <a:ea typeface="MS PGothic" panose="020B0600070205080204" pitchFamily="34" charset="-128"/>
            </a:endParaRPr>
          </a:p>
        </p:txBody>
      </p:sp>
    </p:spTree>
    <p:extLst>
      <p:ext uri="{BB962C8B-B14F-4D97-AF65-F5344CB8AC3E}">
        <p14:creationId xmlns:p14="http://schemas.microsoft.com/office/powerpoint/2010/main" val="332079862"/>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Rectangle 3"/>
          <p:cNvSpPr>
            <a:spLocks noGrp="1"/>
          </p:cNvSpPr>
          <p:nvPr>
            <p:ph type="body" idx="1"/>
          </p:nvPr>
        </p:nvSpPr>
        <p:spPr>
          <a:xfrm>
            <a:off x="467360" y="990600"/>
            <a:ext cx="8534400" cy="5642339"/>
          </a:xfrm>
        </p:spPr>
        <p:txBody>
          <a:bodyPr>
            <a:noAutofit/>
          </a:bodyPr>
          <a:lstStyle/>
          <a:p>
            <a:pPr>
              <a:spcBef>
                <a:spcPts val="600"/>
              </a:spcBef>
              <a:spcAft>
                <a:spcPts val="0"/>
              </a:spcAft>
              <a:buNone/>
            </a:pPr>
            <a:r>
              <a:rPr lang="en-US" sz="2100" b="1" u="sng" dirty="0">
                <a:solidFill>
                  <a:srgbClr val="C00000"/>
                </a:solidFill>
              </a:rPr>
              <a:t>Problem 7</a:t>
            </a:r>
          </a:p>
          <a:p>
            <a:pPr>
              <a:spcBef>
                <a:spcPts val="600"/>
              </a:spcBef>
              <a:spcAft>
                <a:spcPts val="0"/>
              </a:spcAft>
            </a:pPr>
            <a:r>
              <a:rPr lang="en-US" sz="2100" dirty="0"/>
              <a:t>Consider a logical address space of 16 pages, each of 1024 words, mapped into a physical memory of 32 frames. Give the Logical and Physical address format. Also give the total Logical and Physical address space. Compute the required page table size for this situation.</a:t>
            </a:r>
          </a:p>
          <a:p>
            <a:pPr marL="0" indent="0">
              <a:spcBef>
                <a:spcPts val="600"/>
              </a:spcBef>
              <a:spcAft>
                <a:spcPts val="0"/>
              </a:spcAft>
              <a:buNone/>
            </a:pPr>
            <a:endParaRPr lang="en-US" sz="2100" b="1" u="sng" dirty="0">
              <a:solidFill>
                <a:srgbClr val="C00000"/>
              </a:solidFill>
            </a:endParaRPr>
          </a:p>
          <a:p>
            <a:pPr marL="0" indent="0">
              <a:spcBef>
                <a:spcPts val="600"/>
              </a:spcBef>
              <a:spcAft>
                <a:spcPts val="0"/>
              </a:spcAft>
              <a:buNone/>
            </a:pPr>
            <a:r>
              <a:rPr lang="en-US" sz="2100" b="1" u="sng" dirty="0">
                <a:solidFill>
                  <a:srgbClr val="C00000"/>
                </a:solidFill>
              </a:rPr>
              <a:t>Problem 8</a:t>
            </a:r>
            <a:endParaRPr lang="en-US" altLang="ko-KR" sz="2100" b="1" u="sng" dirty="0">
              <a:solidFill>
                <a:srgbClr val="C00000"/>
              </a:solidFill>
            </a:endParaRPr>
          </a:p>
          <a:p>
            <a:pPr marL="396875" indent="-396875">
              <a:spcBef>
                <a:spcPts val="600"/>
              </a:spcBef>
              <a:spcAft>
                <a:spcPts val="0"/>
              </a:spcAft>
            </a:pPr>
            <a:r>
              <a:rPr kumimoji="1" lang="en-US" altLang="ko-KR" sz="2100" dirty="0">
                <a:ea typeface="굴림" charset="-127"/>
              </a:rPr>
              <a:t>A machine has 32 bit logical address space and 8 KB page. </a:t>
            </a:r>
            <a:r>
              <a:rPr lang="en-US" altLang="ko-KR" sz="2100" dirty="0">
                <a:ea typeface="굴림" charset="-127"/>
              </a:rPr>
              <a:t>P</a:t>
            </a:r>
            <a:r>
              <a:rPr kumimoji="1" lang="en-US" altLang="ko-KR" sz="2100" dirty="0">
                <a:ea typeface="굴림" charset="-127"/>
              </a:rPr>
              <a:t>age table is entirely in hardware, with one 32 bit word per entry. When a process starts, page table is copied to the hardware from memory, at one word every 100 </a:t>
            </a:r>
            <a:r>
              <a:rPr kumimoji="1" lang="en-US" altLang="ko-KR" sz="2100" dirty="0" err="1">
                <a:ea typeface="굴림" charset="-127"/>
              </a:rPr>
              <a:t>nsec</a:t>
            </a:r>
            <a:r>
              <a:rPr kumimoji="1" lang="en-US" altLang="ko-KR" sz="2100" dirty="0">
                <a:ea typeface="굴림" charset="-127"/>
              </a:rPr>
              <a:t>. If each process runs for 100 msec (including the time to load the page table), what fraction of CPU time is devoted to loading the page tables.</a:t>
            </a:r>
          </a:p>
          <a:p>
            <a:pPr>
              <a:spcBef>
                <a:spcPts val="600"/>
              </a:spcBef>
              <a:spcAft>
                <a:spcPts val="0"/>
              </a:spcAft>
              <a:buNone/>
            </a:pPr>
            <a:endParaRPr kumimoji="1" lang="en-US" sz="2100" b="1" u="sng" dirty="0">
              <a:solidFill>
                <a:srgbClr val="C00000"/>
              </a:solidFill>
            </a:endParaRPr>
          </a:p>
          <a:p>
            <a:pPr>
              <a:spcBef>
                <a:spcPts val="600"/>
              </a:spcBef>
              <a:spcAft>
                <a:spcPts val="0"/>
              </a:spcAft>
              <a:buNone/>
            </a:pPr>
            <a:endParaRPr kumimoji="1" lang="en-US" sz="2100" b="1" u="sng" dirty="0"/>
          </a:p>
        </p:txBody>
      </p:sp>
      <p:sp>
        <p:nvSpPr>
          <p:cNvPr id="4" name="Slide Number Placeholder 3">
            <a:extLst>
              <a:ext uri="{FF2B5EF4-FFF2-40B4-BE49-F238E27FC236}">
                <a16:creationId xmlns:a16="http://schemas.microsoft.com/office/drawing/2014/main" id="{B5B0A12C-4D85-B517-E939-F925727E2882}"/>
              </a:ext>
            </a:extLst>
          </p:cNvPr>
          <p:cNvSpPr txBox="1">
            <a:spLocks/>
          </p:cNvSpPr>
          <p:nvPr/>
        </p:nvSpPr>
        <p:spPr bwMode="auto">
          <a:xfrm>
            <a:off x="8588829" y="6389912"/>
            <a:ext cx="413657" cy="3751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E2418860-B345-4524-9314-FE51DF6E4AD1}" type="slidenum">
              <a:rPr lang="en-US" altLang="en-PK" sz="1400" smtClean="0">
                <a:solidFill>
                  <a:schemeClr val="tx1"/>
                </a:solidFill>
              </a:rPr>
              <a:pPr/>
              <a:t>43</a:t>
            </a:fld>
            <a:endParaRPr lang="en-US" altLang="en-US" sz="1400" dirty="0">
              <a:solidFill>
                <a:schemeClr val="tx1"/>
              </a:solidFill>
              <a:latin typeface="Tahoma" panose="020B0604030504040204" pitchFamily="34" charset="0"/>
              <a:ea typeface="MS PGothic" panose="020B0600070205080204" pitchFamily="34" charset="-128"/>
            </a:endParaRPr>
          </a:p>
        </p:txBody>
      </p:sp>
      <p:sp>
        <p:nvSpPr>
          <p:cNvPr id="5" name="Rectangle 2">
            <a:extLst>
              <a:ext uri="{FF2B5EF4-FFF2-40B4-BE49-F238E27FC236}">
                <a16:creationId xmlns:a16="http://schemas.microsoft.com/office/drawing/2014/main" id="{6115B102-13E7-8132-1122-B9CDEFC96BB7}"/>
              </a:ext>
            </a:extLst>
          </p:cNvPr>
          <p:cNvSpPr>
            <a:spLocks noGrp="1"/>
          </p:cNvSpPr>
          <p:nvPr>
            <p:ph type="title"/>
          </p:nvPr>
        </p:nvSpPr>
        <p:spPr>
          <a:xfrm>
            <a:off x="904240" y="40640"/>
            <a:ext cx="8239760" cy="721360"/>
          </a:xfrm>
        </p:spPr>
        <p:txBody>
          <a:bodyPr>
            <a:noAutofit/>
          </a:bodyPr>
          <a:lstStyle/>
          <a:p>
            <a:r>
              <a:rPr lang="en-US" dirty="0"/>
              <a:t>Paging - Sample Problems</a:t>
            </a:r>
          </a:p>
        </p:txBody>
      </p:sp>
    </p:spTree>
    <p:extLst>
      <p:ext uri="{BB962C8B-B14F-4D97-AF65-F5344CB8AC3E}">
        <p14:creationId xmlns:p14="http://schemas.microsoft.com/office/powerpoint/2010/main" val="1276598885"/>
      </p:ext>
    </p:extLst>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a:extLst>
              <a:ext uri="{FF2B5EF4-FFF2-40B4-BE49-F238E27FC236}">
                <a16:creationId xmlns:a16="http://schemas.microsoft.com/office/drawing/2014/main" id="{F3E9582F-73D2-4BB5-8C85-155733606EC2}"/>
              </a:ext>
            </a:extLst>
          </p:cNvPr>
          <p:cNvSpPr>
            <a:spLocks noGrp="1" noChangeArrowheads="1"/>
          </p:cNvSpPr>
          <p:nvPr>
            <p:ph type="body" idx="4294967295"/>
          </p:nvPr>
        </p:nvSpPr>
        <p:spPr>
          <a:xfrm>
            <a:off x="233680" y="2479040"/>
            <a:ext cx="8580119" cy="1615439"/>
          </a:xfrm>
        </p:spPr>
        <p:txBody>
          <a:bodyPr/>
          <a:lstStyle/>
          <a:p>
            <a:pPr marL="457200" lvl="1" indent="0" algn="ctr">
              <a:spcBef>
                <a:spcPts val="600"/>
              </a:spcBef>
              <a:buNone/>
            </a:pPr>
            <a:r>
              <a:rPr lang="en-US" sz="3200" b="1" dirty="0">
                <a:solidFill>
                  <a:srgbClr val="006699"/>
                </a:solidFill>
                <a:latin typeface="+mj-lt"/>
              </a:rPr>
              <a:t>Implementation of </a:t>
            </a:r>
          </a:p>
          <a:p>
            <a:pPr marL="457200" lvl="1" indent="0" algn="ctr">
              <a:spcBef>
                <a:spcPts val="600"/>
              </a:spcBef>
              <a:buNone/>
            </a:pPr>
            <a:r>
              <a:rPr lang="en-US" sz="3200" b="1" dirty="0">
                <a:solidFill>
                  <a:srgbClr val="006699"/>
                </a:solidFill>
                <a:latin typeface="+mj-lt"/>
              </a:rPr>
              <a:t>Page Table</a:t>
            </a:r>
          </a:p>
          <a:p>
            <a:pPr marL="457200" lvl="1" indent="0" algn="ctr">
              <a:spcBef>
                <a:spcPts val="600"/>
              </a:spcBef>
              <a:buNone/>
            </a:pPr>
            <a:endParaRPr lang="en-US" altLang="en-US" sz="3200" b="1" dirty="0">
              <a:solidFill>
                <a:srgbClr val="006699"/>
              </a:solidFill>
              <a:latin typeface="+mj-lt"/>
            </a:endParaRPr>
          </a:p>
        </p:txBody>
      </p:sp>
      <p:sp>
        <p:nvSpPr>
          <p:cNvPr id="2" name="Slide Number Placeholder 3">
            <a:extLst>
              <a:ext uri="{FF2B5EF4-FFF2-40B4-BE49-F238E27FC236}">
                <a16:creationId xmlns:a16="http://schemas.microsoft.com/office/drawing/2014/main" id="{9C740614-1FBB-D246-96C3-BF4C6DE71AD8}"/>
              </a:ext>
            </a:extLst>
          </p:cNvPr>
          <p:cNvSpPr txBox="1">
            <a:spLocks/>
          </p:cNvSpPr>
          <p:nvPr/>
        </p:nvSpPr>
        <p:spPr bwMode="auto">
          <a:xfrm>
            <a:off x="8588829" y="6389912"/>
            <a:ext cx="413657" cy="3751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E2418860-B345-4524-9314-FE51DF6E4AD1}" type="slidenum">
              <a:rPr lang="en-US" altLang="en-PK" sz="1400" smtClean="0">
                <a:solidFill>
                  <a:schemeClr val="tx1"/>
                </a:solidFill>
              </a:rPr>
              <a:pPr/>
              <a:t>44</a:t>
            </a:fld>
            <a:endParaRPr lang="en-US" altLang="en-US" sz="1400" dirty="0">
              <a:solidFill>
                <a:schemeClr val="tx1"/>
              </a:solidFill>
              <a:latin typeface="Tahoma" panose="020B0604030504040204" pitchFamily="34" charset="0"/>
              <a:ea typeface="MS PGothic" panose="020B0600070205080204" pitchFamily="34" charset="-128"/>
            </a:endParaRPr>
          </a:p>
        </p:txBody>
      </p:sp>
    </p:spTree>
    <p:extLst>
      <p:ext uri="{BB962C8B-B14F-4D97-AF65-F5344CB8AC3E}">
        <p14:creationId xmlns:p14="http://schemas.microsoft.com/office/powerpoint/2010/main" val="416567000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Rectangle 3"/>
          <p:cNvSpPr>
            <a:spLocks noGrp="1"/>
          </p:cNvSpPr>
          <p:nvPr>
            <p:ph type="body" idx="1"/>
          </p:nvPr>
        </p:nvSpPr>
        <p:spPr>
          <a:xfrm>
            <a:off x="448790" y="1197300"/>
            <a:ext cx="8411431" cy="4825124"/>
          </a:xfrm>
        </p:spPr>
        <p:txBody>
          <a:bodyPr>
            <a:noAutofit/>
          </a:bodyPr>
          <a:lstStyle/>
          <a:p>
            <a:pPr>
              <a:lnSpc>
                <a:spcPct val="110000"/>
              </a:lnSpc>
              <a:spcBef>
                <a:spcPts val="1800"/>
              </a:spcBef>
            </a:pPr>
            <a:r>
              <a:rPr lang="en-US" b="1" dirty="0">
                <a:solidFill>
                  <a:srgbClr val="C00000"/>
                </a:solidFill>
              </a:rPr>
              <a:t>Page Table implementation options</a:t>
            </a:r>
          </a:p>
          <a:p>
            <a:pPr lvl="1">
              <a:lnSpc>
                <a:spcPct val="110000"/>
              </a:lnSpc>
              <a:spcBef>
                <a:spcPts val="1800"/>
              </a:spcBef>
            </a:pPr>
            <a:r>
              <a:rPr lang="en-US" sz="2300" dirty="0"/>
              <a:t>Page Table in CPU Registers</a:t>
            </a:r>
          </a:p>
          <a:p>
            <a:pPr lvl="1">
              <a:lnSpc>
                <a:spcPct val="110000"/>
              </a:lnSpc>
              <a:spcBef>
                <a:spcPts val="1800"/>
              </a:spcBef>
            </a:pPr>
            <a:r>
              <a:rPr lang="en-US" sz="2300" dirty="0"/>
              <a:t>Page Table in Main Memory</a:t>
            </a:r>
          </a:p>
          <a:p>
            <a:pPr lvl="1">
              <a:lnSpc>
                <a:spcPct val="110000"/>
              </a:lnSpc>
              <a:spcBef>
                <a:spcPts val="1800"/>
              </a:spcBef>
            </a:pPr>
            <a:r>
              <a:rPr lang="en-US" sz="2300" dirty="0"/>
              <a:t>Page Table in Associative Cache / TLB</a:t>
            </a:r>
            <a:br>
              <a:rPr lang="en-US" sz="2300" dirty="0"/>
            </a:br>
            <a:r>
              <a:rPr lang="en-US" sz="2300" dirty="0"/>
              <a:t>     </a:t>
            </a:r>
            <a:r>
              <a:rPr lang="en-US" sz="2300" i="1" dirty="0"/>
              <a:t>(Translation Look Aside Buffer)</a:t>
            </a:r>
          </a:p>
          <a:p>
            <a:pPr>
              <a:lnSpc>
                <a:spcPct val="110000"/>
              </a:lnSpc>
              <a:spcBef>
                <a:spcPts val="1800"/>
              </a:spcBef>
              <a:buNone/>
            </a:pPr>
            <a:endParaRPr lang="en-US" sz="2200" dirty="0"/>
          </a:p>
        </p:txBody>
      </p:sp>
      <p:sp>
        <p:nvSpPr>
          <p:cNvPr id="2" name="Slide Number Placeholder 3">
            <a:extLst>
              <a:ext uri="{FF2B5EF4-FFF2-40B4-BE49-F238E27FC236}">
                <a16:creationId xmlns:a16="http://schemas.microsoft.com/office/drawing/2014/main" id="{2A2FE4C1-EB2E-A361-57EF-8E9D7F07B751}"/>
              </a:ext>
            </a:extLst>
          </p:cNvPr>
          <p:cNvSpPr txBox="1">
            <a:spLocks/>
          </p:cNvSpPr>
          <p:nvPr/>
        </p:nvSpPr>
        <p:spPr bwMode="auto">
          <a:xfrm>
            <a:off x="8588829" y="6389912"/>
            <a:ext cx="413657" cy="3751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E2418860-B345-4524-9314-FE51DF6E4AD1}" type="slidenum">
              <a:rPr lang="en-US" altLang="en-PK" sz="1400" smtClean="0">
                <a:solidFill>
                  <a:schemeClr val="tx1"/>
                </a:solidFill>
              </a:rPr>
              <a:pPr/>
              <a:t>45</a:t>
            </a:fld>
            <a:endParaRPr lang="en-US" altLang="en-US" sz="1400" dirty="0">
              <a:solidFill>
                <a:schemeClr val="tx1"/>
              </a:solidFill>
              <a:latin typeface="Tahoma" panose="020B0604030504040204" pitchFamily="34" charset="0"/>
              <a:ea typeface="MS PGothic" panose="020B0600070205080204" pitchFamily="34" charset="-128"/>
            </a:endParaRPr>
          </a:p>
        </p:txBody>
      </p:sp>
      <p:sp>
        <p:nvSpPr>
          <p:cNvPr id="3" name="Rectangle 2">
            <a:extLst>
              <a:ext uri="{FF2B5EF4-FFF2-40B4-BE49-F238E27FC236}">
                <a16:creationId xmlns:a16="http://schemas.microsoft.com/office/drawing/2014/main" id="{7C46A61C-CC5D-149D-A004-03775A9339FD}"/>
              </a:ext>
            </a:extLst>
          </p:cNvPr>
          <p:cNvSpPr txBox="1">
            <a:spLocks/>
          </p:cNvSpPr>
          <p:nvPr/>
        </p:nvSpPr>
        <p:spPr bwMode="auto">
          <a:xfrm>
            <a:off x="904240" y="40640"/>
            <a:ext cx="7782560" cy="721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noAutofit/>
          </a:bodyPr>
          <a:lstStyle>
            <a:lvl1pPr algn="ctr" rtl="0" eaLnBrk="0" fontAlgn="base" hangingPunct="0">
              <a:spcBef>
                <a:spcPct val="0"/>
              </a:spcBef>
              <a:spcAft>
                <a:spcPct val="0"/>
              </a:spcAft>
              <a:defRPr sz="3200" b="1">
                <a:solidFill>
                  <a:srgbClr val="006699"/>
                </a:solidFill>
                <a:latin typeface="+mj-lt"/>
                <a:ea typeface="MS PGothic" pitchFamily="34" charset="-128"/>
                <a:cs typeface="ＭＳ Ｐゴシック" charset="-128"/>
              </a:defRPr>
            </a:lvl1pPr>
            <a:lvl2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2pPr>
            <a:lvl3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3pPr>
            <a:lvl4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4pPr>
            <a:lvl5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5pPr>
            <a:lvl6pPr marL="457200" algn="ctr" rtl="0" fontAlgn="base">
              <a:spcBef>
                <a:spcPct val="0"/>
              </a:spcBef>
              <a:spcAft>
                <a:spcPct val="0"/>
              </a:spcAft>
              <a:defRPr sz="3200" b="1">
                <a:solidFill>
                  <a:srgbClr val="006699"/>
                </a:solidFill>
                <a:latin typeface="Arial" charset="0"/>
              </a:defRPr>
            </a:lvl6pPr>
            <a:lvl7pPr marL="914400" algn="ctr" rtl="0" fontAlgn="base">
              <a:spcBef>
                <a:spcPct val="0"/>
              </a:spcBef>
              <a:spcAft>
                <a:spcPct val="0"/>
              </a:spcAft>
              <a:defRPr sz="3200" b="1">
                <a:solidFill>
                  <a:srgbClr val="006699"/>
                </a:solidFill>
                <a:latin typeface="Arial" charset="0"/>
              </a:defRPr>
            </a:lvl7pPr>
            <a:lvl8pPr marL="1371600" algn="ctr" rtl="0" fontAlgn="base">
              <a:spcBef>
                <a:spcPct val="0"/>
              </a:spcBef>
              <a:spcAft>
                <a:spcPct val="0"/>
              </a:spcAft>
              <a:defRPr sz="3200" b="1">
                <a:solidFill>
                  <a:srgbClr val="006699"/>
                </a:solidFill>
                <a:latin typeface="Arial" charset="0"/>
              </a:defRPr>
            </a:lvl8pPr>
            <a:lvl9pPr marL="1828800" algn="ctr" rtl="0" fontAlgn="base">
              <a:spcBef>
                <a:spcPct val="0"/>
              </a:spcBef>
              <a:spcAft>
                <a:spcPct val="0"/>
              </a:spcAft>
              <a:defRPr sz="3200" b="1">
                <a:solidFill>
                  <a:srgbClr val="006699"/>
                </a:solidFill>
                <a:latin typeface="Arial" charset="0"/>
              </a:defRPr>
            </a:lvl9pPr>
          </a:lstStyle>
          <a:p>
            <a:r>
              <a:rPr lang="en-US" kern="0" dirty="0"/>
              <a:t>Implementation of Page Table</a:t>
            </a:r>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Rectangle 3"/>
          <p:cNvSpPr>
            <a:spLocks noGrp="1"/>
          </p:cNvSpPr>
          <p:nvPr>
            <p:ph type="body" idx="1"/>
          </p:nvPr>
        </p:nvSpPr>
        <p:spPr>
          <a:xfrm>
            <a:off x="396240" y="1092200"/>
            <a:ext cx="8606246" cy="5399312"/>
          </a:xfrm>
        </p:spPr>
        <p:txBody>
          <a:bodyPr>
            <a:noAutofit/>
          </a:bodyPr>
          <a:lstStyle/>
          <a:p>
            <a:pPr>
              <a:lnSpc>
                <a:spcPct val="110000"/>
              </a:lnSpc>
              <a:spcBef>
                <a:spcPts val="1800"/>
              </a:spcBef>
              <a:buFont typeface="Arial" charset="0"/>
              <a:buNone/>
            </a:pPr>
            <a:r>
              <a:rPr lang="en-US" b="1" dirty="0">
                <a:solidFill>
                  <a:srgbClr val="C00000"/>
                </a:solidFill>
              </a:rPr>
              <a:t>Page Table in CPU Registers:</a:t>
            </a:r>
          </a:p>
          <a:p>
            <a:pPr>
              <a:lnSpc>
                <a:spcPct val="110000"/>
              </a:lnSpc>
              <a:spcBef>
                <a:spcPts val="1800"/>
              </a:spcBef>
            </a:pPr>
            <a:r>
              <a:rPr lang="en-US" sz="2200" dirty="0"/>
              <a:t>Design CPU in such a way that page table can be kept within the CPU, using CPU registers </a:t>
            </a:r>
            <a:r>
              <a:rPr lang="en-US" sz="2200" dirty="0">
                <a:solidFill>
                  <a:srgbClr val="FF0000"/>
                </a:solidFill>
              </a:rPr>
              <a:t>(costly affair)</a:t>
            </a:r>
          </a:p>
          <a:p>
            <a:pPr>
              <a:lnSpc>
                <a:spcPct val="110000"/>
              </a:lnSpc>
              <a:spcBef>
                <a:spcPts val="1800"/>
              </a:spcBef>
            </a:pPr>
            <a:r>
              <a:rPr lang="en-US" sz="2200" dirty="0"/>
              <a:t>Feasible for process with small logical address space with </a:t>
            </a:r>
            <a:r>
              <a:rPr lang="en-US" sz="2200" dirty="0">
                <a:solidFill>
                  <a:srgbClr val="FF0000"/>
                </a:solidFill>
              </a:rPr>
              <a:t>less</a:t>
            </a:r>
            <a:r>
              <a:rPr lang="en-US" sz="2200" dirty="0"/>
              <a:t> </a:t>
            </a:r>
            <a:r>
              <a:rPr lang="en-US" sz="2200" dirty="0">
                <a:solidFill>
                  <a:srgbClr val="FF0000"/>
                </a:solidFill>
              </a:rPr>
              <a:t>number</a:t>
            </a:r>
            <a:r>
              <a:rPr lang="en-US" sz="2200" dirty="0"/>
              <a:t> of pages, which may be of </a:t>
            </a:r>
            <a:r>
              <a:rPr lang="en-US" sz="2200" dirty="0">
                <a:solidFill>
                  <a:srgbClr val="FF0000"/>
                </a:solidFill>
              </a:rPr>
              <a:t>large size</a:t>
            </a:r>
            <a:endParaRPr lang="en-US" sz="2200" dirty="0"/>
          </a:p>
          <a:p>
            <a:pPr>
              <a:lnSpc>
                <a:spcPct val="110000"/>
              </a:lnSpc>
              <a:spcBef>
                <a:spcPts val="1800"/>
              </a:spcBef>
            </a:pPr>
            <a:r>
              <a:rPr lang="en-US" sz="2200" dirty="0">
                <a:solidFill>
                  <a:srgbClr val="FF0000"/>
                </a:solidFill>
              </a:rPr>
              <a:t>Effective Memory Access Time </a:t>
            </a:r>
            <a:r>
              <a:rPr lang="en-US" sz="2200" dirty="0"/>
              <a:t>is almost the same as Physical memory access time </a:t>
            </a:r>
            <a:br>
              <a:rPr lang="en-US" sz="2200" dirty="0"/>
            </a:br>
            <a:r>
              <a:rPr lang="en-US" sz="2200" dirty="0"/>
              <a:t>    </a:t>
            </a:r>
            <a:r>
              <a:rPr lang="en-US" sz="2100" i="1" dirty="0"/>
              <a:t>(includes time to convert L.A to P.A, and then access physical memory) </a:t>
            </a:r>
          </a:p>
          <a:p>
            <a:pPr>
              <a:lnSpc>
                <a:spcPct val="110000"/>
              </a:lnSpc>
              <a:spcBef>
                <a:spcPts val="1800"/>
              </a:spcBef>
            </a:pPr>
            <a:r>
              <a:rPr lang="en-US" sz="2200" b="1" dirty="0"/>
              <a:t>Example :   </a:t>
            </a:r>
            <a:r>
              <a:rPr lang="en-US" sz="2200" dirty="0"/>
              <a:t>PDP-11, which has eight pages each of size 8 KB</a:t>
            </a:r>
          </a:p>
          <a:p>
            <a:pPr>
              <a:lnSpc>
                <a:spcPct val="110000"/>
              </a:lnSpc>
              <a:spcBef>
                <a:spcPts val="1800"/>
              </a:spcBef>
              <a:buFont typeface="Arial" charset="0"/>
              <a:buNone/>
            </a:pPr>
            <a:endParaRPr lang="en-US" sz="2200" u="sng" dirty="0"/>
          </a:p>
          <a:p>
            <a:pPr>
              <a:lnSpc>
                <a:spcPct val="110000"/>
              </a:lnSpc>
              <a:spcBef>
                <a:spcPts val="1800"/>
              </a:spcBef>
              <a:buNone/>
            </a:pPr>
            <a:endParaRPr lang="en-US" sz="2200" dirty="0"/>
          </a:p>
        </p:txBody>
      </p:sp>
      <p:sp>
        <p:nvSpPr>
          <p:cNvPr id="2" name="Slide Number Placeholder 3">
            <a:extLst>
              <a:ext uri="{FF2B5EF4-FFF2-40B4-BE49-F238E27FC236}">
                <a16:creationId xmlns:a16="http://schemas.microsoft.com/office/drawing/2014/main" id="{2A2FE4C1-EB2E-A361-57EF-8E9D7F07B751}"/>
              </a:ext>
            </a:extLst>
          </p:cNvPr>
          <p:cNvSpPr txBox="1">
            <a:spLocks/>
          </p:cNvSpPr>
          <p:nvPr/>
        </p:nvSpPr>
        <p:spPr bwMode="auto">
          <a:xfrm>
            <a:off x="8588829" y="6389912"/>
            <a:ext cx="413657" cy="3751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E2418860-B345-4524-9314-FE51DF6E4AD1}" type="slidenum">
              <a:rPr lang="en-US" altLang="en-PK" sz="1400" smtClean="0">
                <a:solidFill>
                  <a:schemeClr val="tx1"/>
                </a:solidFill>
              </a:rPr>
              <a:pPr/>
              <a:t>46</a:t>
            </a:fld>
            <a:endParaRPr lang="en-US" altLang="en-US" sz="1400" dirty="0">
              <a:solidFill>
                <a:schemeClr val="tx1"/>
              </a:solidFill>
              <a:latin typeface="Tahoma" panose="020B0604030504040204" pitchFamily="34" charset="0"/>
              <a:ea typeface="MS PGothic" panose="020B0600070205080204" pitchFamily="34" charset="-128"/>
            </a:endParaRPr>
          </a:p>
        </p:txBody>
      </p:sp>
      <p:sp>
        <p:nvSpPr>
          <p:cNvPr id="3" name="Rectangle 2">
            <a:extLst>
              <a:ext uri="{FF2B5EF4-FFF2-40B4-BE49-F238E27FC236}">
                <a16:creationId xmlns:a16="http://schemas.microsoft.com/office/drawing/2014/main" id="{7C46A61C-CC5D-149D-A004-03775A9339FD}"/>
              </a:ext>
            </a:extLst>
          </p:cNvPr>
          <p:cNvSpPr txBox="1">
            <a:spLocks/>
          </p:cNvSpPr>
          <p:nvPr/>
        </p:nvSpPr>
        <p:spPr bwMode="auto">
          <a:xfrm>
            <a:off x="904240" y="40640"/>
            <a:ext cx="7782560" cy="721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noAutofit/>
          </a:bodyPr>
          <a:lstStyle>
            <a:lvl1pPr algn="ctr" rtl="0" eaLnBrk="0" fontAlgn="base" hangingPunct="0">
              <a:spcBef>
                <a:spcPct val="0"/>
              </a:spcBef>
              <a:spcAft>
                <a:spcPct val="0"/>
              </a:spcAft>
              <a:defRPr sz="3200" b="1">
                <a:solidFill>
                  <a:srgbClr val="006699"/>
                </a:solidFill>
                <a:latin typeface="+mj-lt"/>
                <a:ea typeface="MS PGothic" pitchFamily="34" charset="-128"/>
                <a:cs typeface="ＭＳ Ｐゴシック" charset="-128"/>
              </a:defRPr>
            </a:lvl1pPr>
            <a:lvl2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2pPr>
            <a:lvl3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3pPr>
            <a:lvl4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4pPr>
            <a:lvl5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5pPr>
            <a:lvl6pPr marL="457200" algn="ctr" rtl="0" fontAlgn="base">
              <a:spcBef>
                <a:spcPct val="0"/>
              </a:spcBef>
              <a:spcAft>
                <a:spcPct val="0"/>
              </a:spcAft>
              <a:defRPr sz="3200" b="1">
                <a:solidFill>
                  <a:srgbClr val="006699"/>
                </a:solidFill>
                <a:latin typeface="Arial" charset="0"/>
              </a:defRPr>
            </a:lvl6pPr>
            <a:lvl7pPr marL="914400" algn="ctr" rtl="0" fontAlgn="base">
              <a:spcBef>
                <a:spcPct val="0"/>
              </a:spcBef>
              <a:spcAft>
                <a:spcPct val="0"/>
              </a:spcAft>
              <a:defRPr sz="3200" b="1">
                <a:solidFill>
                  <a:srgbClr val="006699"/>
                </a:solidFill>
                <a:latin typeface="Arial" charset="0"/>
              </a:defRPr>
            </a:lvl7pPr>
            <a:lvl8pPr marL="1371600" algn="ctr" rtl="0" fontAlgn="base">
              <a:spcBef>
                <a:spcPct val="0"/>
              </a:spcBef>
              <a:spcAft>
                <a:spcPct val="0"/>
              </a:spcAft>
              <a:defRPr sz="3200" b="1">
                <a:solidFill>
                  <a:srgbClr val="006699"/>
                </a:solidFill>
                <a:latin typeface="Arial" charset="0"/>
              </a:defRPr>
            </a:lvl8pPr>
            <a:lvl9pPr marL="1828800" algn="ctr" rtl="0" fontAlgn="base">
              <a:spcBef>
                <a:spcPct val="0"/>
              </a:spcBef>
              <a:spcAft>
                <a:spcPct val="0"/>
              </a:spcAft>
              <a:defRPr sz="3200" b="1">
                <a:solidFill>
                  <a:srgbClr val="006699"/>
                </a:solidFill>
                <a:latin typeface="Arial" charset="0"/>
              </a:defRPr>
            </a:lvl9pPr>
          </a:lstStyle>
          <a:p>
            <a:r>
              <a:rPr lang="en-US" kern="0" dirty="0"/>
              <a:t>Implementation of Page Table</a:t>
            </a:r>
          </a:p>
        </p:txBody>
      </p:sp>
    </p:spTree>
    <p:extLst>
      <p:ext uri="{BB962C8B-B14F-4D97-AF65-F5344CB8AC3E}">
        <p14:creationId xmlns:p14="http://schemas.microsoft.com/office/powerpoint/2010/main" val="3639400449"/>
      </p:ext>
    </p:extLst>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Rectangle 3"/>
          <p:cNvSpPr>
            <a:spLocks noGrp="1"/>
          </p:cNvSpPr>
          <p:nvPr>
            <p:ph type="body" idx="1"/>
          </p:nvPr>
        </p:nvSpPr>
        <p:spPr>
          <a:xfrm>
            <a:off x="436881" y="1117600"/>
            <a:ext cx="8349768" cy="5151120"/>
          </a:xfrm>
        </p:spPr>
        <p:txBody>
          <a:bodyPr>
            <a:noAutofit/>
          </a:bodyPr>
          <a:lstStyle/>
          <a:p>
            <a:pPr>
              <a:lnSpc>
                <a:spcPct val="110000"/>
              </a:lnSpc>
              <a:spcBef>
                <a:spcPts val="1200"/>
              </a:spcBef>
              <a:buFont typeface="Arial" charset="0"/>
              <a:buNone/>
            </a:pPr>
            <a:r>
              <a:rPr lang="en-US" b="1" dirty="0">
                <a:solidFill>
                  <a:srgbClr val="C00000"/>
                </a:solidFill>
              </a:rPr>
              <a:t>Page Table in Main Memory:</a:t>
            </a:r>
          </a:p>
          <a:p>
            <a:pPr>
              <a:lnSpc>
                <a:spcPct val="110000"/>
              </a:lnSpc>
              <a:spcBef>
                <a:spcPts val="1200"/>
              </a:spcBef>
            </a:pPr>
            <a:r>
              <a:rPr lang="en-US" sz="2200" dirty="0"/>
              <a:t>Page table is kept in main memory</a:t>
            </a:r>
          </a:p>
          <a:p>
            <a:pPr lvl="1">
              <a:lnSpc>
                <a:spcPct val="110000"/>
              </a:lnSpc>
              <a:spcBef>
                <a:spcPts val="1200"/>
              </a:spcBef>
            </a:pPr>
            <a:r>
              <a:rPr lang="en-US" dirty="0">
                <a:solidFill>
                  <a:srgbClr val="FF0000"/>
                </a:solidFill>
              </a:rPr>
              <a:t>PTBR – </a:t>
            </a:r>
            <a:r>
              <a:rPr lang="en-US" dirty="0"/>
              <a:t>page table base register points to starting address of page table</a:t>
            </a:r>
          </a:p>
          <a:p>
            <a:pPr lvl="1">
              <a:lnSpc>
                <a:spcPct val="110000"/>
              </a:lnSpc>
              <a:spcBef>
                <a:spcPts val="1200"/>
              </a:spcBef>
            </a:pPr>
            <a:r>
              <a:rPr lang="en-US" dirty="0">
                <a:solidFill>
                  <a:srgbClr val="FF0000"/>
                </a:solidFill>
              </a:rPr>
              <a:t>PTLR – </a:t>
            </a:r>
            <a:r>
              <a:rPr lang="en-US" dirty="0"/>
              <a:t>page table length register indicates size of page table</a:t>
            </a:r>
          </a:p>
          <a:p>
            <a:pPr>
              <a:lnSpc>
                <a:spcPct val="110000"/>
              </a:lnSpc>
              <a:spcBef>
                <a:spcPts val="2400"/>
              </a:spcBef>
            </a:pPr>
            <a:r>
              <a:rPr lang="en-US" sz="2200" dirty="0"/>
              <a:t>In this scheme, every data/instruction access requires two memory accesses </a:t>
            </a:r>
          </a:p>
          <a:p>
            <a:pPr lvl="1">
              <a:lnSpc>
                <a:spcPct val="110000"/>
              </a:lnSpc>
              <a:spcBef>
                <a:spcPts val="600"/>
              </a:spcBef>
            </a:pPr>
            <a:r>
              <a:rPr lang="en-US" dirty="0"/>
              <a:t>one for page table, that resides inside the main memory</a:t>
            </a:r>
          </a:p>
          <a:p>
            <a:pPr lvl="1">
              <a:lnSpc>
                <a:spcPct val="110000"/>
              </a:lnSpc>
              <a:spcBef>
                <a:spcPts val="600"/>
              </a:spcBef>
            </a:pPr>
            <a:r>
              <a:rPr lang="en-US" dirty="0"/>
              <a:t>second for accessing data / instructions in memory</a:t>
            </a:r>
          </a:p>
          <a:p>
            <a:pPr marL="457200" lvl="1" indent="0">
              <a:lnSpc>
                <a:spcPct val="110000"/>
              </a:lnSpc>
              <a:spcBef>
                <a:spcPts val="1200"/>
              </a:spcBef>
              <a:buNone/>
            </a:pPr>
            <a:r>
              <a:rPr lang="en-US" dirty="0">
                <a:solidFill>
                  <a:srgbClr val="FF0000"/>
                </a:solidFill>
              </a:rPr>
              <a:t>			</a:t>
            </a:r>
            <a:r>
              <a:rPr lang="en-US" b="1" dirty="0">
                <a:solidFill>
                  <a:srgbClr val="FF0000"/>
                </a:solidFill>
              </a:rPr>
              <a:t>T</a:t>
            </a:r>
            <a:r>
              <a:rPr lang="en-US" b="1" baseline="-40000" dirty="0">
                <a:solidFill>
                  <a:srgbClr val="FF0000"/>
                </a:solidFill>
              </a:rPr>
              <a:t>EFFECTIVE</a:t>
            </a:r>
            <a:r>
              <a:rPr lang="en-US" b="1" baseline="-25000" dirty="0">
                <a:solidFill>
                  <a:srgbClr val="FF0000"/>
                </a:solidFill>
              </a:rPr>
              <a:t>    </a:t>
            </a:r>
            <a:r>
              <a:rPr lang="en-US" b="1" dirty="0">
                <a:solidFill>
                  <a:srgbClr val="FF0000"/>
                </a:solidFill>
              </a:rPr>
              <a:t>=    2 T</a:t>
            </a:r>
            <a:r>
              <a:rPr lang="en-US" b="1" baseline="-40000" dirty="0">
                <a:solidFill>
                  <a:srgbClr val="FF0000"/>
                </a:solidFill>
              </a:rPr>
              <a:t>MEM </a:t>
            </a:r>
            <a:r>
              <a:rPr lang="en-US" b="1" baseline="-25000" dirty="0">
                <a:solidFill>
                  <a:srgbClr val="FF0000"/>
                </a:solidFill>
              </a:rPr>
              <a:t> </a:t>
            </a:r>
          </a:p>
          <a:p>
            <a:pPr>
              <a:lnSpc>
                <a:spcPct val="110000"/>
              </a:lnSpc>
              <a:spcBef>
                <a:spcPts val="1200"/>
              </a:spcBef>
            </a:pPr>
            <a:endParaRPr lang="en-US" sz="2200" b="1" dirty="0"/>
          </a:p>
          <a:p>
            <a:pPr>
              <a:lnSpc>
                <a:spcPct val="110000"/>
              </a:lnSpc>
              <a:spcBef>
                <a:spcPts val="1200"/>
              </a:spcBef>
              <a:buNone/>
            </a:pPr>
            <a:endParaRPr lang="en-US" sz="2200" dirty="0"/>
          </a:p>
        </p:txBody>
      </p:sp>
      <p:sp>
        <p:nvSpPr>
          <p:cNvPr id="2" name="Slide Number Placeholder 3">
            <a:extLst>
              <a:ext uri="{FF2B5EF4-FFF2-40B4-BE49-F238E27FC236}">
                <a16:creationId xmlns:a16="http://schemas.microsoft.com/office/drawing/2014/main" id="{2A2FE4C1-EB2E-A361-57EF-8E9D7F07B751}"/>
              </a:ext>
            </a:extLst>
          </p:cNvPr>
          <p:cNvSpPr txBox="1">
            <a:spLocks/>
          </p:cNvSpPr>
          <p:nvPr/>
        </p:nvSpPr>
        <p:spPr bwMode="auto">
          <a:xfrm>
            <a:off x="8588829" y="6389912"/>
            <a:ext cx="413657" cy="3751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E2418860-B345-4524-9314-FE51DF6E4AD1}" type="slidenum">
              <a:rPr lang="en-US" altLang="en-PK" sz="1400" smtClean="0">
                <a:solidFill>
                  <a:schemeClr val="tx1"/>
                </a:solidFill>
              </a:rPr>
              <a:pPr/>
              <a:t>47</a:t>
            </a:fld>
            <a:endParaRPr lang="en-US" altLang="en-US" sz="1400" dirty="0">
              <a:solidFill>
                <a:schemeClr val="tx1"/>
              </a:solidFill>
              <a:latin typeface="Tahoma" panose="020B0604030504040204" pitchFamily="34" charset="0"/>
              <a:ea typeface="MS PGothic" panose="020B0600070205080204" pitchFamily="34" charset="-128"/>
            </a:endParaRPr>
          </a:p>
        </p:txBody>
      </p:sp>
      <p:sp>
        <p:nvSpPr>
          <p:cNvPr id="3" name="Rectangle 2">
            <a:extLst>
              <a:ext uri="{FF2B5EF4-FFF2-40B4-BE49-F238E27FC236}">
                <a16:creationId xmlns:a16="http://schemas.microsoft.com/office/drawing/2014/main" id="{7C46A61C-CC5D-149D-A004-03775A9339FD}"/>
              </a:ext>
            </a:extLst>
          </p:cNvPr>
          <p:cNvSpPr txBox="1">
            <a:spLocks/>
          </p:cNvSpPr>
          <p:nvPr/>
        </p:nvSpPr>
        <p:spPr bwMode="auto">
          <a:xfrm>
            <a:off x="904240" y="40640"/>
            <a:ext cx="7782560" cy="721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noAutofit/>
          </a:bodyPr>
          <a:lstStyle>
            <a:lvl1pPr algn="ctr" rtl="0" eaLnBrk="0" fontAlgn="base" hangingPunct="0">
              <a:spcBef>
                <a:spcPct val="0"/>
              </a:spcBef>
              <a:spcAft>
                <a:spcPct val="0"/>
              </a:spcAft>
              <a:defRPr sz="3200" b="1">
                <a:solidFill>
                  <a:srgbClr val="006699"/>
                </a:solidFill>
                <a:latin typeface="+mj-lt"/>
                <a:ea typeface="MS PGothic" pitchFamily="34" charset="-128"/>
                <a:cs typeface="ＭＳ Ｐゴシック" charset="-128"/>
              </a:defRPr>
            </a:lvl1pPr>
            <a:lvl2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2pPr>
            <a:lvl3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3pPr>
            <a:lvl4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4pPr>
            <a:lvl5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5pPr>
            <a:lvl6pPr marL="457200" algn="ctr" rtl="0" fontAlgn="base">
              <a:spcBef>
                <a:spcPct val="0"/>
              </a:spcBef>
              <a:spcAft>
                <a:spcPct val="0"/>
              </a:spcAft>
              <a:defRPr sz="3200" b="1">
                <a:solidFill>
                  <a:srgbClr val="006699"/>
                </a:solidFill>
                <a:latin typeface="Arial" charset="0"/>
              </a:defRPr>
            </a:lvl6pPr>
            <a:lvl7pPr marL="914400" algn="ctr" rtl="0" fontAlgn="base">
              <a:spcBef>
                <a:spcPct val="0"/>
              </a:spcBef>
              <a:spcAft>
                <a:spcPct val="0"/>
              </a:spcAft>
              <a:defRPr sz="3200" b="1">
                <a:solidFill>
                  <a:srgbClr val="006699"/>
                </a:solidFill>
                <a:latin typeface="Arial" charset="0"/>
              </a:defRPr>
            </a:lvl7pPr>
            <a:lvl8pPr marL="1371600" algn="ctr" rtl="0" fontAlgn="base">
              <a:spcBef>
                <a:spcPct val="0"/>
              </a:spcBef>
              <a:spcAft>
                <a:spcPct val="0"/>
              </a:spcAft>
              <a:defRPr sz="3200" b="1">
                <a:solidFill>
                  <a:srgbClr val="006699"/>
                </a:solidFill>
                <a:latin typeface="Arial" charset="0"/>
              </a:defRPr>
            </a:lvl8pPr>
            <a:lvl9pPr marL="1828800" algn="ctr" rtl="0" fontAlgn="base">
              <a:spcBef>
                <a:spcPct val="0"/>
              </a:spcBef>
              <a:spcAft>
                <a:spcPct val="0"/>
              </a:spcAft>
              <a:defRPr sz="3200" b="1">
                <a:solidFill>
                  <a:srgbClr val="006699"/>
                </a:solidFill>
                <a:latin typeface="Arial" charset="0"/>
              </a:defRPr>
            </a:lvl9pPr>
          </a:lstStyle>
          <a:p>
            <a:r>
              <a:rPr lang="en-US" kern="0" dirty="0"/>
              <a:t>Implementation of Page Table</a:t>
            </a:r>
          </a:p>
        </p:txBody>
      </p:sp>
    </p:spTree>
    <p:extLst>
      <p:ext uri="{BB962C8B-B14F-4D97-AF65-F5344CB8AC3E}">
        <p14:creationId xmlns:p14="http://schemas.microsoft.com/office/powerpoint/2010/main" val="2111874453"/>
      </p:ext>
    </p:extLst>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3"/>
          <p:cNvSpPr>
            <a:spLocks noGrp="1"/>
          </p:cNvSpPr>
          <p:nvPr>
            <p:ph type="body" idx="1"/>
          </p:nvPr>
        </p:nvSpPr>
        <p:spPr>
          <a:xfrm>
            <a:off x="426720" y="1066800"/>
            <a:ext cx="8432800" cy="5323112"/>
          </a:xfrm>
        </p:spPr>
        <p:txBody>
          <a:bodyPr/>
          <a:lstStyle/>
          <a:p>
            <a:pPr>
              <a:lnSpc>
                <a:spcPct val="110000"/>
              </a:lnSpc>
              <a:spcBef>
                <a:spcPts val="1200"/>
              </a:spcBef>
              <a:buFont typeface="Arial" charset="0"/>
              <a:buNone/>
            </a:pPr>
            <a:r>
              <a:rPr lang="en-US" b="1" dirty="0">
                <a:solidFill>
                  <a:srgbClr val="C00000"/>
                </a:solidFill>
              </a:rPr>
              <a:t>Page Table in Associative Cache / TLB:</a:t>
            </a:r>
          </a:p>
          <a:p>
            <a:pPr>
              <a:lnSpc>
                <a:spcPct val="110000"/>
              </a:lnSpc>
              <a:spcBef>
                <a:spcPts val="1200"/>
              </a:spcBef>
            </a:pPr>
            <a:r>
              <a:rPr lang="en-US" sz="2200" dirty="0"/>
              <a:t>Associative Cache, or </a:t>
            </a:r>
            <a:r>
              <a:rPr lang="en-US" sz="2200" dirty="0">
                <a:solidFill>
                  <a:srgbClr val="0000CC"/>
                </a:solidFill>
              </a:rPr>
              <a:t>Translation Look Aside Buffer </a:t>
            </a:r>
            <a:r>
              <a:rPr lang="en-US" sz="2200" dirty="0"/>
              <a:t>(TLB), stores recently translated virtual-to-physical address mappings</a:t>
            </a:r>
          </a:p>
          <a:p>
            <a:pPr>
              <a:lnSpc>
                <a:spcPct val="110000"/>
              </a:lnSpc>
              <a:spcBef>
                <a:spcPts val="1200"/>
              </a:spcBef>
            </a:pPr>
            <a:r>
              <a:rPr lang="en-US" sz="2200" dirty="0"/>
              <a:t>Complete page table resides in main memory</a:t>
            </a:r>
          </a:p>
          <a:p>
            <a:pPr lvl="1">
              <a:lnSpc>
                <a:spcPct val="110000"/>
              </a:lnSpc>
              <a:spcBef>
                <a:spcPts val="600"/>
              </a:spcBef>
            </a:pPr>
            <a:r>
              <a:rPr lang="en-US" sz="2100" dirty="0"/>
              <a:t>but TLB contains subset of most recently used PTEs for currently running process</a:t>
            </a:r>
          </a:p>
          <a:p>
            <a:pPr lvl="1">
              <a:lnSpc>
                <a:spcPct val="110000"/>
              </a:lnSpc>
              <a:spcBef>
                <a:spcPts val="600"/>
              </a:spcBef>
            </a:pPr>
            <a:r>
              <a:rPr lang="en-US" sz="2100" dirty="0"/>
              <a:t>reduces address translation time, for faster memory access </a:t>
            </a:r>
          </a:p>
          <a:p>
            <a:pPr>
              <a:lnSpc>
                <a:spcPct val="110000"/>
              </a:lnSpc>
              <a:spcBef>
                <a:spcPts val="1800"/>
              </a:spcBef>
            </a:pPr>
            <a:r>
              <a:rPr lang="en-US" sz="2200" dirty="0"/>
              <a:t>If mapping found in TLB </a:t>
            </a:r>
            <a:r>
              <a:rPr lang="en-US" sz="2200" dirty="0">
                <a:latin typeface="Abadi" panose="020B0604020104020204" pitchFamily="34" charset="0"/>
              </a:rPr>
              <a:t>→</a:t>
            </a:r>
            <a:r>
              <a:rPr lang="en-US" sz="2200" dirty="0"/>
              <a:t> </a:t>
            </a:r>
            <a:r>
              <a:rPr lang="en-US" sz="2200" dirty="0">
                <a:solidFill>
                  <a:srgbClr val="FF0000"/>
                </a:solidFill>
              </a:rPr>
              <a:t>page hit;     </a:t>
            </a:r>
            <a:r>
              <a:rPr lang="en-US" sz="2200" dirty="0"/>
              <a:t>else</a:t>
            </a:r>
            <a:r>
              <a:rPr lang="en-US" sz="2200" dirty="0">
                <a:latin typeface="Abadi" panose="020B0604020104020204" pitchFamily="34" charset="0"/>
              </a:rPr>
              <a:t> →</a:t>
            </a:r>
            <a:r>
              <a:rPr lang="en-US" sz="2200" dirty="0"/>
              <a:t> </a:t>
            </a:r>
            <a:r>
              <a:rPr lang="en-US" sz="2200" dirty="0">
                <a:solidFill>
                  <a:srgbClr val="FF0000"/>
                </a:solidFill>
              </a:rPr>
              <a:t>page fault</a:t>
            </a:r>
          </a:p>
          <a:p>
            <a:pPr lvl="1">
              <a:spcBef>
                <a:spcPts val="600"/>
              </a:spcBef>
            </a:pPr>
            <a:r>
              <a:rPr lang="en-US" sz="2100" dirty="0"/>
              <a:t>probability of </a:t>
            </a:r>
            <a:r>
              <a:rPr lang="en-US" sz="2100" i="1" dirty="0">
                <a:solidFill>
                  <a:srgbClr val="FF0000"/>
                </a:solidFill>
              </a:rPr>
              <a:t>Hit</a:t>
            </a:r>
            <a:r>
              <a:rPr lang="en-US" sz="2100" dirty="0"/>
              <a:t> or </a:t>
            </a:r>
            <a:r>
              <a:rPr lang="en-US" sz="2100" i="1" dirty="0">
                <a:solidFill>
                  <a:srgbClr val="FF0000"/>
                </a:solidFill>
              </a:rPr>
              <a:t>Miss</a:t>
            </a:r>
          </a:p>
          <a:p>
            <a:pPr>
              <a:spcBef>
                <a:spcPts val="1800"/>
              </a:spcBef>
            </a:pPr>
            <a:r>
              <a:rPr lang="en-US" sz="2200" dirty="0"/>
              <a:t>Upon context switch…</a:t>
            </a:r>
          </a:p>
          <a:p>
            <a:pPr lvl="1">
              <a:spcBef>
                <a:spcPts val="600"/>
              </a:spcBef>
            </a:pPr>
            <a:r>
              <a:rPr lang="en-US" sz="2100" dirty="0"/>
              <a:t>TLB is flushed, &amp; loaded with values for newly scheduled process</a:t>
            </a:r>
          </a:p>
          <a:p>
            <a:pPr>
              <a:lnSpc>
                <a:spcPct val="110000"/>
              </a:lnSpc>
              <a:spcBef>
                <a:spcPts val="1200"/>
              </a:spcBef>
              <a:buFont typeface="Arial" charset="0"/>
              <a:buNone/>
            </a:pPr>
            <a:endParaRPr lang="en-US" sz="2000" baseline="-25000" dirty="0"/>
          </a:p>
          <a:p>
            <a:pPr>
              <a:lnSpc>
                <a:spcPct val="110000"/>
              </a:lnSpc>
              <a:spcBef>
                <a:spcPts val="1200"/>
              </a:spcBef>
            </a:pPr>
            <a:endParaRPr lang="en-US" sz="2000" dirty="0"/>
          </a:p>
        </p:txBody>
      </p:sp>
      <p:sp>
        <p:nvSpPr>
          <p:cNvPr id="2" name="Slide Number Placeholder 3">
            <a:extLst>
              <a:ext uri="{FF2B5EF4-FFF2-40B4-BE49-F238E27FC236}">
                <a16:creationId xmlns:a16="http://schemas.microsoft.com/office/drawing/2014/main" id="{AEEC04FB-7783-F7A0-DC4C-72816237B85B}"/>
              </a:ext>
            </a:extLst>
          </p:cNvPr>
          <p:cNvSpPr txBox="1">
            <a:spLocks/>
          </p:cNvSpPr>
          <p:nvPr/>
        </p:nvSpPr>
        <p:spPr bwMode="auto">
          <a:xfrm>
            <a:off x="8588829" y="6389912"/>
            <a:ext cx="413657" cy="3751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E2418860-B345-4524-9314-FE51DF6E4AD1}" type="slidenum">
              <a:rPr lang="en-US" altLang="en-PK" sz="1400" smtClean="0">
                <a:solidFill>
                  <a:schemeClr val="tx1"/>
                </a:solidFill>
              </a:rPr>
              <a:pPr/>
              <a:t>48</a:t>
            </a:fld>
            <a:endParaRPr lang="en-US" altLang="en-US" sz="1400" dirty="0">
              <a:solidFill>
                <a:schemeClr val="tx1"/>
              </a:solidFill>
              <a:latin typeface="Tahoma" panose="020B0604030504040204" pitchFamily="34" charset="0"/>
              <a:ea typeface="MS PGothic" panose="020B0600070205080204" pitchFamily="34" charset="-128"/>
            </a:endParaRPr>
          </a:p>
        </p:txBody>
      </p:sp>
      <p:sp>
        <p:nvSpPr>
          <p:cNvPr id="4" name="Rectangle 2">
            <a:extLst>
              <a:ext uri="{FF2B5EF4-FFF2-40B4-BE49-F238E27FC236}">
                <a16:creationId xmlns:a16="http://schemas.microsoft.com/office/drawing/2014/main" id="{35B28BA2-00E8-F09F-263A-635E92B33A28}"/>
              </a:ext>
            </a:extLst>
          </p:cNvPr>
          <p:cNvSpPr txBox="1">
            <a:spLocks/>
          </p:cNvSpPr>
          <p:nvPr/>
        </p:nvSpPr>
        <p:spPr bwMode="auto">
          <a:xfrm>
            <a:off x="904240" y="40640"/>
            <a:ext cx="7782560" cy="721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noAutofit/>
          </a:bodyPr>
          <a:lstStyle>
            <a:lvl1pPr algn="ctr" rtl="0" eaLnBrk="0" fontAlgn="base" hangingPunct="0">
              <a:spcBef>
                <a:spcPct val="0"/>
              </a:spcBef>
              <a:spcAft>
                <a:spcPct val="0"/>
              </a:spcAft>
              <a:defRPr sz="3200" b="1">
                <a:solidFill>
                  <a:srgbClr val="006699"/>
                </a:solidFill>
                <a:latin typeface="+mj-lt"/>
                <a:ea typeface="MS PGothic" pitchFamily="34" charset="-128"/>
                <a:cs typeface="ＭＳ Ｐゴシック" charset="-128"/>
              </a:defRPr>
            </a:lvl1pPr>
            <a:lvl2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2pPr>
            <a:lvl3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3pPr>
            <a:lvl4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4pPr>
            <a:lvl5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5pPr>
            <a:lvl6pPr marL="457200" algn="ctr" rtl="0" fontAlgn="base">
              <a:spcBef>
                <a:spcPct val="0"/>
              </a:spcBef>
              <a:spcAft>
                <a:spcPct val="0"/>
              </a:spcAft>
              <a:defRPr sz="3200" b="1">
                <a:solidFill>
                  <a:srgbClr val="006699"/>
                </a:solidFill>
                <a:latin typeface="Arial" charset="0"/>
              </a:defRPr>
            </a:lvl6pPr>
            <a:lvl7pPr marL="914400" algn="ctr" rtl="0" fontAlgn="base">
              <a:spcBef>
                <a:spcPct val="0"/>
              </a:spcBef>
              <a:spcAft>
                <a:spcPct val="0"/>
              </a:spcAft>
              <a:defRPr sz="3200" b="1">
                <a:solidFill>
                  <a:srgbClr val="006699"/>
                </a:solidFill>
                <a:latin typeface="Arial" charset="0"/>
              </a:defRPr>
            </a:lvl7pPr>
            <a:lvl8pPr marL="1371600" algn="ctr" rtl="0" fontAlgn="base">
              <a:spcBef>
                <a:spcPct val="0"/>
              </a:spcBef>
              <a:spcAft>
                <a:spcPct val="0"/>
              </a:spcAft>
              <a:defRPr sz="3200" b="1">
                <a:solidFill>
                  <a:srgbClr val="006699"/>
                </a:solidFill>
                <a:latin typeface="Arial" charset="0"/>
              </a:defRPr>
            </a:lvl8pPr>
            <a:lvl9pPr marL="1828800" algn="ctr" rtl="0" fontAlgn="base">
              <a:spcBef>
                <a:spcPct val="0"/>
              </a:spcBef>
              <a:spcAft>
                <a:spcPct val="0"/>
              </a:spcAft>
              <a:defRPr sz="3200" b="1">
                <a:solidFill>
                  <a:srgbClr val="006699"/>
                </a:solidFill>
                <a:latin typeface="Arial" charset="0"/>
              </a:defRPr>
            </a:lvl9pPr>
          </a:lstStyle>
          <a:p>
            <a:r>
              <a:rPr lang="en-US" kern="0" dirty="0"/>
              <a:t>Implementation of Page Table</a:t>
            </a:r>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C4C88863-D229-3FB8-FCFB-043E0E52FAE2}"/>
              </a:ext>
            </a:extLst>
          </p:cNvPr>
          <p:cNvSpPr>
            <a:spLocks noGrp="1" noChangeArrowheads="1"/>
          </p:cNvSpPr>
          <p:nvPr>
            <p:ph type="title"/>
          </p:nvPr>
        </p:nvSpPr>
        <p:spPr>
          <a:xfrm>
            <a:off x="488950" y="182563"/>
            <a:ext cx="8229600" cy="576262"/>
          </a:xfrm>
        </p:spPr>
        <p:txBody>
          <a:bodyPr/>
          <a:lstStyle/>
          <a:p>
            <a:pPr eaLnBrk="1" hangingPunct="1"/>
            <a:r>
              <a:rPr lang="en-US" altLang="en-US"/>
              <a:t>Paging Hardware With TLB</a:t>
            </a:r>
            <a:endParaRPr lang="en-US" altLang="en-US" sz="2400"/>
          </a:p>
        </p:txBody>
      </p:sp>
      <p:pic>
        <p:nvPicPr>
          <p:cNvPr id="46083" name="Picture 5">
            <a:extLst>
              <a:ext uri="{FF2B5EF4-FFF2-40B4-BE49-F238E27FC236}">
                <a16:creationId xmlns:a16="http://schemas.microsoft.com/office/drawing/2014/main" id="{A6004E2C-35D7-F108-0607-6D89E1F62B4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3575" y="1146174"/>
            <a:ext cx="7494905" cy="54472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5" name="Rectangle 3"/>
          <p:cNvSpPr>
            <a:spLocks noGrp="1"/>
          </p:cNvSpPr>
          <p:nvPr>
            <p:ph type="body" idx="1"/>
          </p:nvPr>
        </p:nvSpPr>
        <p:spPr>
          <a:xfrm>
            <a:off x="436880" y="1148080"/>
            <a:ext cx="8565606" cy="5221512"/>
          </a:xfrm>
        </p:spPr>
        <p:txBody>
          <a:bodyPr>
            <a:normAutofit/>
          </a:bodyPr>
          <a:lstStyle/>
          <a:p>
            <a:pPr>
              <a:spcBef>
                <a:spcPts val="1800"/>
              </a:spcBef>
              <a:buFont typeface="Arial" charset="0"/>
              <a:buNone/>
            </a:pPr>
            <a:r>
              <a:rPr lang="en-US" b="1" dirty="0">
                <a:solidFill>
                  <a:srgbClr val="C00000"/>
                </a:solidFill>
              </a:rPr>
              <a:t>Paging performance using TLB:</a:t>
            </a:r>
          </a:p>
          <a:p>
            <a:pPr>
              <a:spcBef>
                <a:spcPts val="1800"/>
              </a:spcBef>
            </a:pPr>
            <a:r>
              <a:rPr lang="en-US" dirty="0"/>
              <a:t>Page Access Time  </a:t>
            </a:r>
            <a:r>
              <a:rPr lang="en-US" dirty="0">
                <a:latin typeface="Abadi" panose="020B0604020104020204" pitchFamily="34" charset="0"/>
              </a:rPr>
              <a:t>→</a:t>
            </a:r>
            <a:r>
              <a:rPr lang="en-US" dirty="0"/>
              <a:t>  </a:t>
            </a:r>
            <a:r>
              <a:rPr lang="en-US" dirty="0">
                <a:solidFill>
                  <a:srgbClr val="FF0000"/>
                </a:solidFill>
              </a:rPr>
              <a:t>Page Hit    </a:t>
            </a:r>
            <a:br>
              <a:rPr lang="en-US" dirty="0">
                <a:solidFill>
                  <a:srgbClr val="FF0000"/>
                </a:solidFill>
              </a:rPr>
            </a:br>
            <a:r>
              <a:rPr lang="en-US" dirty="0">
                <a:solidFill>
                  <a:srgbClr val="FF0000"/>
                </a:solidFill>
              </a:rPr>
              <a:t>       	</a:t>
            </a:r>
            <a:r>
              <a:rPr lang="en-US" sz="2300" dirty="0"/>
              <a:t>=  Time to access TLB + Time to access memory</a:t>
            </a:r>
            <a:br>
              <a:rPr lang="en-US" sz="2300" dirty="0"/>
            </a:br>
            <a:r>
              <a:rPr lang="en-US" sz="2300" dirty="0"/>
              <a:t>	=  T</a:t>
            </a:r>
            <a:r>
              <a:rPr lang="en-US" sz="2300" baseline="-25000" dirty="0"/>
              <a:t>TLB  </a:t>
            </a:r>
            <a:r>
              <a:rPr lang="en-US" sz="2300" dirty="0"/>
              <a:t>+</a:t>
            </a:r>
            <a:r>
              <a:rPr lang="en-US" sz="2300" baseline="-25000" dirty="0"/>
              <a:t> </a:t>
            </a:r>
            <a:r>
              <a:rPr lang="en-US" sz="2300" dirty="0"/>
              <a:t>T</a:t>
            </a:r>
            <a:r>
              <a:rPr lang="en-US" sz="2300" baseline="-25000" dirty="0"/>
              <a:t>MEM </a:t>
            </a:r>
            <a:endParaRPr lang="en-US" sz="2300" dirty="0"/>
          </a:p>
          <a:p>
            <a:pPr>
              <a:spcBef>
                <a:spcPts val="1800"/>
              </a:spcBef>
            </a:pPr>
            <a:r>
              <a:rPr lang="en-US" dirty="0"/>
              <a:t>Page Access Time </a:t>
            </a:r>
            <a:r>
              <a:rPr lang="en-US" dirty="0">
                <a:latin typeface="Abadi" panose="020B0604020104020204" pitchFamily="34" charset="0"/>
              </a:rPr>
              <a:t>→</a:t>
            </a:r>
            <a:r>
              <a:rPr lang="en-US" dirty="0"/>
              <a:t>  </a:t>
            </a:r>
            <a:r>
              <a:rPr lang="en-US" dirty="0">
                <a:solidFill>
                  <a:srgbClr val="FF0000"/>
                </a:solidFill>
              </a:rPr>
              <a:t>Page Fault</a:t>
            </a:r>
            <a:br>
              <a:rPr lang="en-US" dirty="0">
                <a:solidFill>
                  <a:srgbClr val="FF0000"/>
                </a:solidFill>
              </a:rPr>
            </a:br>
            <a:r>
              <a:rPr lang="en-US" dirty="0">
                <a:solidFill>
                  <a:srgbClr val="FF0000"/>
                </a:solidFill>
              </a:rPr>
              <a:t>       	</a:t>
            </a:r>
            <a:r>
              <a:rPr lang="en-US" sz="2300" dirty="0"/>
              <a:t>=  Time to access TLB + 2 x Time to access memory</a:t>
            </a:r>
            <a:br>
              <a:rPr lang="en-US" sz="2300" dirty="0"/>
            </a:br>
            <a:r>
              <a:rPr lang="en-US" sz="2300" dirty="0"/>
              <a:t>	=  T</a:t>
            </a:r>
            <a:r>
              <a:rPr lang="en-US" sz="2300" baseline="-25000" dirty="0"/>
              <a:t>TLB  </a:t>
            </a:r>
            <a:r>
              <a:rPr lang="en-US" sz="2300" dirty="0"/>
              <a:t>+ 2</a:t>
            </a:r>
            <a:r>
              <a:rPr lang="en-US" sz="2300" baseline="-25000" dirty="0"/>
              <a:t> </a:t>
            </a:r>
            <a:r>
              <a:rPr lang="en-US" sz="2300" dirty="0"/>
              <a:t>T</a:t>
            </a:r>
            <a:r>
              <a:rPr lang="en-US" sz="2300" baseline="-25000" dirty="0"/>
              <a:t>MEM </a:t>
            </a:r>
            <a:endParaRPr lang="en-US" sz="2300" dirty="0"/>
          </a:p>
          <a:p>
            <a:pPr>
              <a:spcBef>
                <a:spcPts val="2400"/>
              </a:spcBef>
            </a:pPr>
            <a:r>
              <a:rPr lang="en-US" dirty="0"/>
              <a:t>Effective Memory Access Time</a:t>
            </a:r>
          </a:p>
          <a:p>
            <a:pPr lvl="1">
              <a:spcBef>
                <a:spcPts val="600"/>
              </a:spcBef>
            </a:pPr>
            <a:r>
              <a:rPr lang="en-US" dirty="0"/>
              <a:t>If </a:t>
            </a:r>
            <a:r>
              <a:rPr lang="en-US" dirty="0">
                <a:solidFill>
                  <a:srgbClr val="FF0000"/>
                </a:solidFill>
              </a:rPr>
              <a:t>HR</a:t>
            </a:r>
            <a:r>
              <a:rPr lang="en-US" dirty="0"/>
              <a:t> is hit ratio, and </a:t>
            </a:r>
            <a:r>
              <a:rPr lang="en-US" dirty="0">
                <a:solidFill>
                  <a:srgbClr val="FF0000"/>
                </a:solidFill>
              </a:rPr>
              <a:t>MR</a:t>
            </a:r>
            <a:r>
              <a:rPr lang="en-US" dirty="0"/>
              <a:t> is miss ratio, then:</a:t>
            </a:r>
          </a:p>
          <a:p>
            <a:pPr lvl="1">
              <a:spcBef>
                <a:spcPts val="1200"/>
              </a:spcBef>
              <a:buFont typeface="Arial" charset="0"/>
              <a:buNone/>
            </a:pPr>
            <a:r>
              <a:rPr lang="en-US" sz="2300" dirty="0"/>
              <a:t>        T</a:t>
            </a:r>
            <a:r>
              <a:rPr lang="en-US" sz="2300" baseline="-25000" dirty="0"/>
              <a:t>EFFECTIVE      </a:t>
            </a:r>
            <a:r>
              <a:rPr lang="en-US" sz="2300" dirty="0"/>
              <a:t>=    HR (T</a:t>
            </a:r>
            <a:r>
              <a:rPr lang="en-US" sz="2300" baseline="-25000" dirty="0"/>
              <a:t>TLB  </a:t>
            </a:r>
            <a:r>
              <a:rPr lang="en-US" sz="2300" dirty="0"/>
              <a:t>+</a:t>
            </a:r>
            <a:r>
              <a:rPr lang="en-US" sz="2300" baseline="-25000" dirty="0"/>
              <a:t> </a:t>
            </a:r>
            <a:r>
              <a:rPr lang="en-US" sz="2300" dirty="0"/>
              <a:t>T</a:t>
            </a:r>
            <a:r>
              <a:rPr lang="en-US" sz="2300" baseline="-25000" dirty="0"/>
              <a:t>MEM </a:t>
            </a:r>
            <a:r>
              <a:rPr lang="en-US" sz="2300" dirty="0"/>
              <a:t>)</a:t>
            </a:r>
            <a:r>
              <a:rPr lang="en-US" sz="2300" baseline="-25000" dirty="0"/>
              <a:t>    </a:t>
            </a:r>
            <a:r>
              <a:rPr lang="en-US" sz="2300" dirty="0"/>
              <a:t>+  MR ( T</a:t>
            </a:r>
            <a:r>
              <a:rPr lang="en-US" sz="2300" baseline="-25000" dirty="0"/>
              <a:t>TLB  </a:t>
            </a:r>
            <a:r>
              <a:rPr lang="en-US" sz="2300" dirty="0"/>
              <a:t>+ 2 T</a:t>
            </a:r>
            <a:r>
              <a:rPr lang="en-US" sz="2300" baseline="-25000" dirty="0"/>
              <a:t>MEM </a:t>
            </a:r>
            <a:r>
              <a:rPr lang="en-US" sz="2300" dirty="0"/>
              <a:t>)</a:t>
            </a:r>
            <a:r>
              <a:rPr lang="en-US" sz="2300" baseline="-25000" dirty="0"/>
              <a:t> </a:t>
            </a:r>
          </a:p>
          <a:p>
            <a:pPr>
              <a:spcBef>
                <a:spcPts val="1800"/>
              </a:spcBef>
              <a:buFont typeface="Arial" charset="0"/>
              <a:buNone/>
            </a:pPr>
            <a:endParaRPr lang="en-US" sz="2300" b="1" dirty="0"/>
          </a:p>
          <a:p>
            <a:pPr>
              <a:spcBef>
                <a:spcPts val="1800"/>
              </a:spcBef>
            </a:pPr>
            <a:endParaRPr lang="en-US" dirty="0"/>
          </a:p>
        </p:txBody>
      </p:sp>
      <p:sp>
        <p:nvSpPr>
          <p:cNvPr id="2" name="Rectangle 2">
            <a:extLst>
              <a:ext uri="{FF2B5EF4-FFF2-40B4-BE49-F238E27FC236}">
                <a16:creationId xmlns:a16="http://schemas.microsoft.com/office/drawing/2014/main" id="{8891CEAF-0947-A45F-9E57-AD72EFA0C59D}"/>
              </a:ext>
            </a:extLst>
          </p:cNvPr>
          <p:cNvSpPr txBox="1">
            <a:spLocks/>
          </p:cNvSpPr>
          <p:nvPr/>
        </p:nvSpPr>
        <p:spPr bwMode="auto">
          <a:xfrm>
            <a:off x="904240" y="40640"/>
            <a:ext cx="7782560" cy="721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noAutofit/>
          </a:bodyPr>
          <a:lstStyle>
            <a:lvl1pPr algn="ctr" rtl="0" eaLnBrk="0" fontAlgn="base" hangingPunct="0">
              <a:spcBef>
                <a:spcPct val="0"/>
              </a:spcBef>
              <a:spcAft>
                <a:spcPct val="0"/>
              </a:spcAft>
              <a:defRPr sz="3200" b="1">
                <a:solidFill>
                  <a:srgbClr val="006699"/>
                </a:solidFill>
                <a:latin typeface="+mj-lt"/>
                <a:ea typeface="MS PGothic" pitchFamily="34" charset="-128"/>
                <a:cs typeface="ＭＳ Ｐゴシック" charset="-128"/>
              </a:defRPr>
            </a:lvl1pPr>
            <a:lvl2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2pPr>
            <a:lvl3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3pPr>
            <a:lvl4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4pPr>
            <a:lvl5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5pPr>
            <a:lvl6pPr marL="457200" algn="ctr" rtl="0" fontAlgn="base">
              <a:spcBef>
                <a:spcPct val="0"/>
              </a:spcBef>
              <a:spcAft>
                <a:spcPct val="0"/>
              </a:spcAft>
              <a:defRPr sz="3200" b="1">
                <a:solidFill>
                  <a:srgbClr val="006699"/>
                </a:solidFill>
                <a:latin typeface="Arial" charset="0"/>
              </a:defRPr>
            </a:lvl6pPr>
            <a:lvl7pPr marL="914400" algn="ctr" rtl="0" fontAlgn="base">
              <a:spcBef>
                <a:spcPct val="0"/>
              </a:spcBef>
              <a:spcAft>
                <a:spcPct val="0"/>
              </a:spcAft>
              <a:defRPr sz="3200" b="1">
                <a:solidFill>
                  <a:srgbClr val="006699"/>
                </a:solidFill>
                <a:latin typeface="Arial" charset="0"/>
              </a:defRPr>
            </a:lvl7pPr>
            <a:lvl8pPr marL="1371600" algn="ctr" rtl="0" fontAlgn="base">
              <a:spcBef>
                <a:spcPct val="0"/>
              </a:spcBef>
              <a:spcAft>
                <a:spcPct val="0"/>
              </a:spcAft>
              <a:defRPr sz="3200" b="1">
                <a:solidFill>
                  <a:srgbClr val="006699"/>
                </a:solidFill>
                <a:latin typeface="Arial" charset="0"/>
              </a:defRPr>
            </a:lvl8pPr>
            <a:lvl9pPr marL="1828800" algn="ctr" rtl="0" fontAlgn="base">
              <a:spcBef>
                <a:spcPct val="0"/>
              </a:spcBef>
              <a:spcAft>
                <a:spcPct val="0"/>
              </a:spcAft>
              <a:defRPr sz="3200" b="1">
                <a:solidFill>
                  <a:srgbClr val="006699"/>
                </a:solidFill>
                <a:latin typeface="Arial" charset="0"/>
              </a:defRPr>
            </a:lvl9pPr>
          </a:lstStyle>
          <a:p>
            <a:r>
              <a:rPr lang="en-US" kern="0" dirty="0"/>
              <a:t>Implementation of Page Table</a:t>
            </a:r>
          </a:p>
        </p:txBody>
      </p:sp>
      <p:sp>
        <p:nvSpPr>
          <p:cNvPr id="4" name="Slide Number Placeholder 3">
            <a:extLst>
              <a:ext uri="{FF2B5EF4-FFF2-40B4-BE49-F238E27FC236}">
                <a16:creationId xmlns:a16="http://schemas.microsoft.com/office/drawing/2014/main" id="{AC5AAA9A-7190-2073-D590-86F18C14454F}"/>
              </a:ext>
            </a:extLst>
          </p:cNvPr>
          <p:cNvSpPr txBox="1">
            <a:spLocks/>
          </p:cNvSpPr>
          <p:nvPr/>
        </p:nvSpPr>
        <p:spPr bwMode="auto">
          <a:xfrm>
            <a:off x="8588829" y="6389912"/>
            <a:ext cx="413657" cy="3751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E2418860-B345-4524-9314-FE51DF6E4AD1}" type="slidenum">
              <a:rPr lang="en-US" altLang="en-PK" sz="1400" smtClean="0">
                <a:solidFill>
                  <a:schemeClr val="tx1"/>
                </a:solidFill>
              </a:rPr>
              <a:pPr/>
              <a:t>50</a:t>
            </a:fld>
            <a:endParaRPr lang="en-US" altLang="en-US" sz="1400" dirty="0">
              <a:solidFill>
                <a:schemeClr val="tx1"/>
              </a:solidFill>
              <a:latin typeface="Tahoma" panose="020B0604030504040204" pitchFamily="34" charset="0"/>
              <a:ea typeface="MS PGothic" panose="020B0600070205080204" pitchFamily="34" charset="-128"/>
            </a:endParaRPr>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3"/>
          <p:cNvSpPr>
            <a:spLocks noGrp="1"/>
          </p:cNvSpPr>
          <p:nvPr>
            <p:ph type="body" idx="1"/>
          </p:nvPr>
        </p:nvSpPr>
        <p:spPr>
          <a:xfrm>
            <a:off x="477520" y="1005840"/>
            <a:ext cx="8432800" cy="5577840"/>
          </a:xfrm>
        </p:spPr>
        <p:txBody>
          <a:bodyPr>
            <a:noAutofit/>
          </a:bodyPr>
          <a:lstStyle/>
          <a:p>
            <a:pPr>
              <a:lnSpc>
                <a:spcPct val="110000"/>
              </a:lnSpc>
              <a:spcBef>
                <a:spcPts val="600"/>
              </a:spcBef>
              <a:buFont typeface="Arial" charset="0"/>
              <a:buNone/>
            </a:pPr>
            <a:r>
              <a:rPr lang="en-US" sz="2100" b="1" u="sng" dirty="0">
                <a:solidFill>
                  <a:srgbClr val="C00000"/>
                </a:solidFill>
              </a:rPr>
              <a:t>Problem 1</a:t>
            </a:r>
          </a:p>
          <a:p>
            <a:pPr>
              <a:lnSpc>
                <a:spcPct val="110000"/>
              </a:lnSpc>
              <a:spcBef>
                <a:spcPts val="600"/>
              </a:spcBef>
            </a:pPr>
            <a:r>
              <a:rPr lang="en-US" sz="2100" dirty="0"/>
              <a:t>Consider a system with 80% hit ratio, 50 </a:t>
            </a:r>
            <a:r>
              <a:rPr lang="en-US" sz="2100" dirty="0" err="1"/>
              <a:t>nsec</a:t>
            </a:r>
            <a:r>
              <a:rPr lang="en-US" sz="2100" dirty="0"/>
              <a:t> time to search CPU registers, 750 </a:t>
            </a:r>
            <a:r>
              <a:rPr lang="en-US" sz="2100" dirty="0" err="1"/>
              <a:t>nsec</a:t>
            </a:r>
            <a:r>
              <a:rPr lang="en-US" sz="2100" dirty="0"/>
              <a:t> time to access main memory.</a:t>
            </a:r>
          </a:p>
          <a:p>
            <a:pPr lvl="1">
              <a:lnSpc>
                <a:spcPct val="110000"/>
              </a:lnSpc>
              <a:spcBef>
                <a:spcPts val="600"/>
              </a:spcBef>
            </a:pPr>
            <a:r>
              <a:rPr lang="en-US" sz="2100" dirty="0"/>
              <a:t>Find the time to access a page…</a:t>
            </a:r>
          </a:p>
          <a:p>
            <a:pPr lvl="2">
              <a:lnSpc>
                <a:spcPct val="110000"/>
              </a:lnSpc>
              <a:spcBef>
                <a:spcPts val="600"/>
              </a:spcBef>
            </a:pPr>
            <a:r>
              <a:rPr lang="en-US" sz="2100" dirty="0"/>
              <a:t>when page number is found in CPU registers</a:t>
            </a:r>
          </a:p>
          <a:p>
            <a:pPr lvl="2">
              <a:lnSpc>
                <a:spcPct val="110000"/>
              </a:lnSpc>
              <a:spcBef>
                <a:spcPts val="600"/>
              </a:spcBef>
            </a:pPr>
            <a:r>
              <a:rPr lang="en-US" sz="2100" dirty="0"/>
              <a:t>when page number is not found in CPU registers</a:t>
            </a:r>
          </a:p>
          <a:p>
            <a:pPr lvl="1">
              <a:lnSpc>
                <a:spcPct val="110000"/>
              </a:lnSpc>
              <a:spcBef>
                <a:spcPts val="600"/>
              </a:spcBef>
            </a:pPr>
            <a:r>
              <a:rPr lang="en-US" sz="2100" dirty="0"/>
              <a:t>Also find the Effective memory access time</a:t>
            </a:r>
          </a:p>
          <a:p>
            <a:pPr>
              <a:lnSpc>
                <a:spcPct val="110000"/>
              </a:lnSpc>
              <a:spcBef>
                <a:spcPts val="600"/>
              </a:spcBef>
              <a:buFont typeface="Arial" charset="0"/>
              <a:buNone/>
            </a:pPr>
            <a:endParaRPr lang="en-US" sz="2100" b="1" u="sng" dirty="0">
              <a:solidFill>
                <a:srgbClr val="C00000"/>
              </a:solidFill>
            </a:endParaRPr>
          </a:p>
          <a:p>
            <a:pPr>
              <a:lnSpc>
                <a:spcPct val="110000"/>
              </a:lnSpc>
              <a:spcBef>
                <a:spcPts val="600"/>
              </a:spcBef>
              <a:buFont typeface="Arial" charset="0"/>
              <a:buNone/>
            </a:pPr>
            <a:r>
              <a:rPr lang="en-US" sz="2100" b="1" u="sng" dirty="0">
                <a:solidFill>
                  <a:srgbClr val="C00000"/>
                </a:solidFill>
              </a:rPr>
              <a:t>Problem 2</a:t>
            </a:r>
          </a:p>
          <a:p>
            <a:pPr>
              <a:lnSpc>
                <a:spcPct val="110000"/>
              </a:lnSpc>
              <a:spcBef>
                <a:spcPts val="600"/>
              </a:spcBef>
            </a:pPr>
            <a:r>
              <a:rPr lang="en-US" sz="2100" dirty="0"/>
              <a:t>If hit ratio to TLB is 80%, and it takes 15 nanoseconds to search TLB, </a:t>
            </a:r>
            <a:br>
              <a:rPr lang="en-US" sz="2100" dirty="0"/>
            </a:br>
            <a:r>
              <a:rPr lang="en-US" sz="2100" dirty="0"/>
              <a:t>and 150 nanoseconds to access main memory.</a:t>
            </a:r>
          </a:p>
          <a:p>
            <a:pPr lvl="1">
              <a:lnSpc>
                <a:spcPct val="110000"/>
              </a:lnSpc>
              <a:spcBef>
                <a:spcPts val="600"/>
              </a:spcBef>
            </a:pPr>
            <a:r>
              <a:rPr lang="en-US" sz="2100" dirty="0"/>
              <a:t>What is the Effective memory access time in nanoseconds</a:t>
            </a:r>
          </a:p>
          <a:p>
            <a:pPr>
              <a:lnSpc>
                <a:spcPct val="110000"/>
              </a:lnSpc>
              <a:spcBef>
                <a:spcPts val="600"/>
              </a:spcBef>
              <a:buFont typeface="Arial" charset="0"/>
              <a:buNone/>
            </a:pPr>
            <a:endParaRPr lang="en-US" sz="2100" b="1" u="sng" dirty="0">
              <a:solidFill>
                <a:srgbClr val="C00000"/>
              </a:solidFill>
            </a:endParaRPr>
          </a:p>
        </p:txBody>
      </p:sp>
      <p:sp>
        <p:nvSpPr>
          <p:cNvPr id="2" name="Slide Number Placeholder 3">
            <a:extLst>
              <a:ext uri="{FF2B5EF4-FFF2-40B4-BE49-F238E27FC236}">
                <a16:creationId xmlns:a16="http://schemas.microsoft.com/office/drawing/2014/main" id="{72BB9D5F-A9FF-46BC-604E-D74EE3B6C85A}"/>
              </a:ext>
            </a:extLst>
          </p:cNvPr>
          <p:cNvSpPr txBox="1">
            <a:spLocks/>
          </p:cNvSpPr>
          <p:nvPr/>
        </p:nvSpPr>
        <p:spPr bwMode="auto">
          <a:xfrm>
            <a:off x="8588829" y="6389912"/>
            <a:ext cx="413657" cy="3751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E2418860-B345-4524-9314-FE51DF6E4AD1}" type="slidenum">
              <a:rPr lang="en-US" altLang="en-PK" sz="1400" smtClean="0">
                <a:solidFill>
                  <a:schemeClr val="tx1"/>
                </a:solidFill>
              </a:rPr>
              <a:pPr/>
              <a:t>51</a:t>
            </a:fld>
            <a:endParaRPr lang="en-US" altLang="en-US" sz="1400" dirty="0">
              <a:solidFill>
                <a:schemeClr val="tx1"/>
              </a:solidFill>
              <a:latin typeface="Tahoma" panose="020B0604030504040204" pitchFamily="34" charset="0"/>
              <a:ea typeface="MS PGothic" panose="020B0600070205080204" pitchFamily="34" charset="-128"/>
            </a:endParaRPr>
          </a:p>
        </p:txBody>
      </p:sp>
      <p:sp>
        <p:nvSpPr>
          <p:cNvPr id="4" name="Rectangle 2">
            <a:extLst>
              <a:ext uri="{FF2B5EF4-FFF2-40B4-BE49-F238E27FC236}">
                <a16:creationId xmlns:a16="http://schemas.microsoft.com/office/drawing/2014/main" id="{E869B57C-77DC-05E7-7C74-74D0B66801C5}"/>
              </a:ext>
            </a:extLst>
          </p:cNvPr>
          <p:cNvSpPr txBox="1">
            <a:spLocks/>
          </p:cNvSpPr>
          <p:nvPr/>
        </p:nvSpPr>
        <p:spPr bwMode="auto">
          <a:xfrm>
            <a:off x="904240" y="40640"/>
            <a:ext cx="7782560" cy="721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noAutofit/>
          </a:bodyPr>
          <a:lstStyle>
            <a:lvl1pPr algn="ctr" rtl="0" eaLnBrk="0" fontAlgn="base" hangingPunct="0">
              <a:spcBef>
                <a:spcPct val="0"/>
              </a:spcBef>
              <a:spcAft>
                <a:spcPct val="0"/>
              </a:spcAft>
              <a:defRPr sz="3200" b="1">
                <a:solidFill>
                  <a:srgbClr val="006699"/>
                </a:solidFill>
                <a:latin typeface="+mj-lt"/>
                <a:ea typeface="MS PGothic" pitchFamily="34" charset="-128"/>
                <a:cs typeface="ＭＳ Ｐゴシック" charset="-128"/>
              </a:defRPr>
            </a:lvl1pPr>
            <a:lvl2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2pPr>
            <a:lvl3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3pPr>
            <a:lvl4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4pPr>
            <a:lvl5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5pPr>
            <a:lvl6pPr marL="457200" algn="ctr" rtl="0" fontAlgn="base">
              <a:spcBef>
                <a:spcPct val="0"/>
              </a:spcBef>
              <a:spcAft>
                <a:spcPct val="0"/>
              </a:spcAft>
              <a:defRPr sz="3200" b="1">
                <a:solidFill>
                  <a:srgbClr val="006699"/>
                </a:solidFill>
                <a:latin typeface="Arial" charset="0"/>
              </a:defRPr>
            </a:lvl6pPr>
            <a:lvl7pPr marL="914400" algn="ctr" rtl="0" fontAlgn="base">
              <a:spcBef>
                <a:spcPct val="0"/>
              </a:spcBef>
              <a:spcAft>
                <a:spcPct val="0"/>
              </a:spcAft>
              <a:defRPr sz="3200" b="1">
                <a:solidFill>
                  <a:srgbClr val="006699"/>
                </a:solidFill>
                <a:latin typeface="Arial" charset="0"/>
              </a:defRPr>
            </a:lvl7pPr>
            <a:lvl8pPr marL="1371600" algn="ctr" rtl="0" fontAlgn="base">
              <a:spcBef>
                <a:spcPct val="0"/>
              </a:spcBef>
              <a:spcAft>
                <a:spcPct val="0"/>
              </a:spcAft>
              <a:defRPr sz="3200" b="1">
                <a:solidFill>
                  <a:srgbClr val="006699"/>
                </a:solidFill>
                <a:latin typeface="Arial" charset="0"/>
              </a:defRPr>
            </a:lvl8pPr>
            <a:lvl9pPr marL="1828800" algn="ctr" rtl="0" fontAlgn="base">
              <a:spcBef>
                <a:spcPct val="0"/>
              </a:spcBef>
              <a:spcAft>
                <a:spcPct val="0"/>
              </a:spcAft>
              <a:defRPr sz="3200" b="1">
                <a:solidFill>
                  <a:srgbClr val="006699"/>
                </a:solidFill>
                <a:latin typeface="Arial" charset="0"/>
              </a:defRPr>
            </a:lvl9pPr>
          </a:lstStyle>
          <a:p>
            <a:r>
              <a:rPr lang="en-US" kern="0" dirty="0"/>
              <a:t>Implementation of Page Table</a:t>
            </a:r>
          </a:p>
        </p:txBody>
      </p:sp>
    </p:spTree>
    <p:extLst>
      <p:ext uri="{BB962C8B-B14F-4D97-AF65-F5344CB8AC3E}">
        <p14:creationId xmlns:p14="http://schemas.microsoft.com/office/powerpoint/2010/main" val="827824805"/>
      </p:ext>
    </p:extLst>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3"/>
          <p:cNvSpPr>
            <a:spLocks noGrp="1"/>
          </p:cNvSpPr>
          <p:nvPr>
            <p:ph type="body" idx="1"/>
          </p:nvPr>
        </p:nvSpPr>
        <p:spPr>
          <a:xfrm>
            <a:off x="426720" y="1124606"/>
            <a:ext cx="8473440" cy="5520033"/>
          </a:xfrm>
        </p:spPr>
        <p:txBody>
          <a:bodyPr>
            <a:normAutofit/>
          </a:bodyPr>
          <a:lstStyle/>
          <a:p>
            <a:pPr>
              <a:lnSpc>
                <a:spcPct val="110000"/>
              </a:lnSpc>
              <a:spcBef>
                <a:spcPts val="600"/>
              </a:spcBef>
              <a:buFont typeface="Arial" charset="0"/>
              <a:buNone/>
            </a:pPr>
            <a:r>
              <a:rPr lang="en-US" sz="2100" b="1" u="sng" dirty="0">
                <a:solidFill>
                  <a:srgbClr val="C00000"/>
                </a:solidFill>
              </a:rPr>
              <a:t>Problem 3</a:t>
            </a:r>
          </a:p>
          <a:p>
            <a:pPr>
              <a:lnSpc>
                <a:spcPct val="110000"/>
              </a:lnSpc>
              <a:spcBef>
                <a:spcPts val="600"/>
              </a:spcBef>
            </a:pPr>
            <a:r>
              <a:rPr lang="en-US" sz="2100" dirty="0"/>
              <a:t>Consider a system with memory access time of 100 </a:t>
            </a:r>
            <a:r>
              <a:rPr lang="en-US" sz="2100" dirty="0" err="1"/>
              <a:t>nsec</a:t>
            </a:r>
            <a:r>
              <a:rPr lang="en-US" sz="2100" dirty="0"/>
              <a:t>. Page table is implemented using associative memory, and TLB access time is 20 ns. </a:t>
            </a:r>
          </a:p>
          <a:p>
            <a:pPr lvl="1">
              <a:lnSpc>
                <a:spcPct val="110000"/>
              </a:lnSpc>
              <a:spcBef>
                <a:spcPts val="600"/>
              </a:spcBef>
            </a:pPr>
            <a:r>
              <a:rPr lang="en-US" sz="2100" dirty="0"/>
              <a:t>If Hit ratio is 80%, calculate the Effective memory access time </a:t>
            </a:r>
          </a:p>
          <a:p>
            <a:pPr lvl="1">
              <a:lnSpc>
                <a:spcPct val="110000"/>
              </a:lnSpc>
              <a:spcBef>
                <a:spcPts val="600"/>
              </a:spcBef>
            </a:pPr>
            <a:r>
              <a:rPr lang="en-US" sz="2100" dirty="0"/>
              <a:t>Also calculate Effective memory access time if there is no TLB, </a:t>
            </a:r>
            <a:br>
              <a:rPr lang="en-US" sz="2100" dirty="0"/>
            </a:br>
            <a:r>
              <a:rPr lang="en-US" sz="2100" dirty="0"/>
              <a:t>i.e. entire page table is kept in main memory</a:t>
            </a:r>
          </a:p>
          <a:p>
            <a:pPr>
              <a:lnSpc>
                <a:spcPct val="110000"/>
              </a:lnSpc>
              <a:spcBef>
                <a:spcPts val="600"/>
              </a:spcBef>
              <a:buFont typeface="Arial" charset="0"/>
              <a:buNone/>
            </a:pPr>
            <a:endParaRPr lang="en-US" sz="2100" b="1" u="sng" dirty="0">
              <a:solidFill>
                <a:srgbClr val="C00000"/>
              </a:solidFill>
            </a:endParaRPr>
          </a:p>
          <a:p>
            <a:pPr marL="517525" indent="0">
              <a:lnSpc>
                <a:spcPct val="110000"/>
              </a:lnSpc>
              <a:spcBef>
                <a:spcPts val="600"/>
              </a:spcBef>
              <a:buNone/>
            </a:pPr>
            <a:endParaRPr lang="en-US" sz="2100" dirty="0"/>
          </a:p>
          <a:p>
            <a:pPr marL="517525" indent="0">
              <a:lnSpc>
                <a:spcPct val="110000"/>
              </a:lnSpc>
              <a:spcBef>
                <a:spcPts val="600"/>
              </a:spcBef>
              <a:buNone/>
            </a:pPr>
            <a:endParaRPr lang="en-US" sz="2100" dirty="0"/>
          </a:p>
        </p:txBody>
      </p:sp>
      <p:sp>
        <p:nvSpPr>
          <p:cNvPr id="2" name="Slide Number Placeholder 3">
            <a:extLst>
              <a:ext uri="{FF2B5EF4-FFF2-40B4-BE49-F238E27FC236}">
                <a16:creationId xmlns:a16="http://schemas.microsoft.com/office/drawing/2014/main" id="{4A5235A5-9E4E-7B44-26BF-6D78774455AF}"/>
              </a:ext>
            </a:extLst>
          </p:cNvPr>
          <p:cNvSpPr txBox="1">
            <a:spLocks/>
          </p:cNvSpPr>
          <p:nvPr/>
        </p:nvSpPr>
        <p:spPr bwMode="auto">
          <a:xfrm>
            <a:off x="8588829" y="6389912"/>
            <a:ext cx="413657" cy="3751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E2418860-B345-4524-9314-FE51DF6E4AD1}" type="slidenum">
              <a:rPr lang="en-US" altLang="en-PK" sz="1400" smtClean="0">
                <a:solidFill>
                  <a:schemeClr val="tx1"/>
                </a:solidFill>
              </a:rPr>
              <a:pPr/>
              <a:t>52</a:t>
            </a:fld>
            <a:endParaRPr lang="en-US" altLang="en-US" sz="1400" dirty="0">
              <a:solidFill>
                <a:schemeClr val="tx1"/>
              </a:solidFill>
              <a:latin typeface="Tahoma" panose="020B0604030504040204" pitchFamily="34" charset="0"/>
              <a:ea typeface="MS PGothic" panose="020B0600070205080204" pitchFamily="34" charset="-128"/>
            </a:endParaRPr>
          </a:p>
        </p:txBody>
      </p:sp>
      <p:sp>
        <p:nvSpPr>
          <p:cNvPr id="4" name="Rectangle 2">
            <a:extLst>
              <a:ext uri="{FF2B5EF4-FFF2-40B4-BE49-F238E27FC236}">
                <a16:creationId xmlns:a16="http://schemas.microsoft.com/office/drawing/2014/main" id="{B3DE7751-C104-4778-F997-27E8D327C1C4}"/>
              </a:ext>
            </a:extLst>
          </p:cNvPr>
          <p:cNvSpPr txBox="1">
            <a:spLocks/>
          </p:cNvSpPr>
          <p:nvPr/>
        </p:nvSpPr>
        <p:spPr bwMode="auto">
          <a:xfrm>
            <a:off x="904240" y="40640"/>
            <a:ext cx="7782560" cy="721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noAutofit/>
          </a:bodyPr>
          <a:lstStyle>
            <a:lvl1pPr algn="ctr" rtl="0" eaLnBrk="0" fontAlgn="base" hangingPunct="0">
              <a:spcBef>
                <a:spcPct val="0"/>
              </a:spcBef>
              <a:spcAft>
                <a:spcPct val="0"/>
              </a:spcAft>
              <a:defRPr sz="3200" b="1">
                <a:solidFill>
                  <a:srgbClr val="006699"/>
                </a:solidFill>
                <a:latin typeface="+mj-lt"/>
                <a:ea typeface="MS PGothic" pitchFamily="34" charset="-128"/>
                <a:cs typeface="ＭＳ Ｐゴシック" charset="-128"/>
              </a:defRPr>
            </a:lvl1pPr>
            <a:lvl2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2pPr>
            <a:lvl3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3pPr>
            <a:lvl4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4pPr>
            <a:lvl5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5pPr>
            <a:lvl6pPr marL="457200" algn="ctr" rtl="0" fontAlgn="base">
              <a:spcBef>
                <a:spcPct val="0"/>
              </a:spcBef>
              <a:spcAft>
                <a:spcPct val="0"/>
              </a:spcAft>
              <a:defRPr sz="3200" b="1">
                <a:solidFill>
                  <a:srgbClr val="006699"/>
                </a:solidFill>
                <a:latin typeface="Arial" charset="0"/>
              </a:defRPr>
            </a:lvl6pPr>
            <a:lvl7pPr marL="914400" algn="ctr" rtl="0" fontAlgn="base">
              <a:spcBef>
                <a:spcPct val="0"/>
              </a:spcBef>
              <a:spcAft>
                <a:spcPct val="0"/>
              </a:spcAft>
              <a:defRPr sz="3200" b="1">
                <a:solidFill>
                  <a:srgbClr val="006699"/>
                </a:solidFill>
                <a:latin typeface="Arial" charset="0"/>
              </a:defRPr>
            </a:lvl7pPr>
            <a:lvl8pPr marL="1371600" algn="ctr" rtl="0" fontAlgn="base">
              <a:spcBef>
                <a:spcPct val="0"/>
              </a:spcBef>
              <a:spcAft>
                <a:spcPct val="0"/>
              </a:spcAft>
              <a:defRPr sz="3200" b="1">
                <a:solidFill>
                  <a:srgbClr val="006699"/>
                </a:solidFill>
                <a:latin typeface="Arial" charset="0"/>
              </a:defRPr>
            </a:lvl8pPr>
            <a:lvl9pPr marL="1828800" algn="ctr" rtl="0" fontAlgn="base">
              <a:spcBef>
                <a:spcPct val="0"/>
              </a:spcBef>
              <a:spcAft>
                <a:spcPct val="0"/>
              </a:spcAft>
              <a:defRPr sz="3200" b="1">
                <a:solidFill>
                  <a:srgbClr val="006699"/>
                </a:solidFill>
                <a:latin typeface="Arial" charset="0"/>
              </a:defRPr>
            </a:lvl9pPr>
          </a:lstStyle>
          <a:p>
            <a:r>
              <a:rPr lang="en-US" kern="0" dirty="0"/>
              <a:t>Implementation of Page Table</a:t>
            </a:r>
          </a:p>
        </p:txBody>
      </p:sp>
    </p:spTree>
  </p:cSld>
  <p:clrMapOvr>
    <a:masterClrMapping/>
  </p:clrMapOvr>
  <p:transition/>
</p:sld>
</file>

<file path=ppt/theme/theme1.xml><?xml version="1.0" encoding="utf-8"?>
<a:theme xmlns:a="http://schemas.openxmlformats.org/drawingml/2006/main" name="os-8">
  <a:themeElements>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os-8">
      <a:majorFont>
        <a:latin typeface="Arial"/>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lnDef>
  </a:objectDefaults>
  <a:extraClrSchemeLst>
    <a:extraClrScheme>
      <a:clrScheme name="os-8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os-8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os-8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os-8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os-8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OS8</Template>
  <TotalTime>38075</TotalTime>
  <Words>3945</Words>
  <Application>Microsoft Office PowerPoint</Application>
  <PresentationFormat>On-screen Show (4:3)</PresentationFormat>
  <Paragraphs>576</Paragraphs>
  <Slides>52</Slides>
  <Notes>48</Notes>
  <HiddenSlides>0</HiddenSlides>
  <MMClips>0</MMClips>
  <ScaleCrop>false</ScaleCrop>
  <HeadingPairs>
    <vt:vector size="6" baseType="variant">
      <vt:variant>
        <vt:lpstr>Fonts Used</vt:lpstr>
      </vt:variant>
      <vt:variant>
        <vt:i4>15</vt:i4>
      </vt:variant>
      <vt:variant>
        <vt:lpstr>Theme</vt:lpstr>
      </vt:variant>
      <vt:variant>
        <vt:i4>1</vt:i4>
      </vt:variant>
      <vt:variant>
        <vt:lpstr>Slide Titles</vt:lpstr>
      </vt:variant>
      <vt:variant>
        <vt:i4>52</vt:i4>
      </vt:variant>
    </vt:vector>
  </HeadingPairs>
  <TitlesOfParts>
    <vt:vector size="68" baseType="lpstr">
      <vt:lpstr>굴림</vt:lpstr>
      <vt:lpstr>新細明體</vt:lpstr>
      <vt:lpstr>Abadi</vt:lpstr>
      <vt:lpstr>Arial</vt:lpstr>
      <vt:lpstr>Calibri</vt:lpstr>
      <vt:lpstr>Comic Sans MS</vt:lpstr>
      <vt:lpstr>Gill Sans MT</vt:lpstr>
      <vt:lpstr>Helvetica</vt:lpstr>
      <vt:lpstr>Monotype Sorts</vt:lpstr>
      <vt:lpstr>Tahoma</vt:lpstr>
      <vt:lpstr>Times New Roman</vt:lpstr>
      <vt:lpstr>Verdana</vt:lpstr>
      <vt:lpstr>Webdings</vt:lpstr>
      <vt:lpstr>Wingdings</vt:lpstr>
      <vt:lpstr>Wingdings 2</vt:lpstr>
      <vt:lpstr>os-8</vt:lpstr>
      <vt:lpstr>PowerPoint Presentation</vt:lpstr>
      <vt:lpstr>Agenda</vt:lpstr>
      <vt:lpstr>Purpose of Memory Management</vt:lpstr>
      <vt:lpstr>Memory Hierarchy</vt:lpstr>
      <vt:lpstr>Background</vt:lpstr>
      <vt:lpstr>Memory Protection</vt:lpstr>
      <vt:lpstr>Memory Protection</vt:lpstr>
      <vt:lpstr>Program Lifetime</vt:lpstr>
      <vt:lpstr>Address Binding</vt:lpstr>
      <vt:lpstr>Address Binding</vt:lpstr>
      <vt:lpstr>Static &amp; Dynamic Linking</vt:lpstr>
      <vt:lpstr>Static &amp; Dynamic Linking</vt:lpstr>
      <vt:lpstr>PowerPoint Presentation</vt:lpstr>
      <vt:lpstr>PowerPoint Presentation</vt:lpstr>
      <vt:lpstr>Memory Management Unit</vt:lpstr>
      <vt:lpstr>Use of Relocation Register</vt:lpstr>
      <vt:lpstr>Swapping</vt:lpstr>
      <vt:lpstr>Schematic View of Swapping</vt:lpstr>
      <vt:lpstr>PowerPoint Presentation</vt:lpstr>
      <vt:lpstr>Contiguous Allocation</vt:lpstr>
      <vt:lpstr>Hardware Support – Relocation &amp; Limit Register</vt:lpstr>
      <vt:lpstr>Contiguous Allocation</vt:lpstr>
      <vt:lpstr>M F T  –  Fixed Partitioning</vt:lpstr>
      <vt:lpstr>M F T</vt:lpstr>
      <vt:lpstr>M F T</vt:lpstr>
      <vt:lpstr>MVT –  Dynamic Partitioning</vt:lpstr>
      <vt:lpstr>M V T</vt:lpstr>
      <vt:lpstr>M V T</vt:lpstr>
      <vt:lpstr>Sample Problem</vt:lpstr>
      <vt:lpstr>PowerPoint Presentation</vt:lpstr>
      <vt:lpstr>PowerPoint Presentation</vt:lpstr>
      <vt:lpstr>PowerPoint Presentation</vt:lpstr>
      <vt:lpstr>PowerPoint Presentation</vt:lpstr>
      <vt:lpstr>PowerPoint Presentation</vt:lpstr>
      <vt:lpstr>Use of Page Tables</vt:lpstr>
      <vt:lpstr>PowerPoint Presentation</vt:lpstr>
      <vt:lpstr>PowerPoint Presentation</vt:lpstr>
      <vt:lpstr>Address Translation in Paging</vt:lpstr>
      <vt:lpstr>Paging Example</vt:lpstr>
      <vt:lpstr>PowerPoint Presentation</vt:lpstr>
      <vt:lpstr>Paging - Sample Problems</vt:lpstr>
      <vt:lpstr>Paging - Sample Problems</vt:lpstr>
      <vt:lpstr>Paging - Sample Problems</vt:lpstr>
      <vt:lpstr>PowerPoint Presentation</vt:lpstr>
      <vt:lpstr>PowerPoint Presentation</vt:lpstr>
      <vt:lpstr>PowerPoint Presentation</vt:lpstr>
      <vt:lpstr>PowerPoint Presentation</vt:lpstr>
      <vt:lpstr>PowerPoint Presentation</vt:lpstr>
      <vt:lpstr>Paging Hardware With TLB</vt:lpstr>
      <vt:lpstr>PowerPoint Presentation</vt:lpstr>
      <vt:lpstr>PowerPoint Presentation</vt:lpstr>
      <vt:lpstr>PowerPoint Presentation</vt:lpstr>
    </vt:vector>
  </TitlesOfParts>
  <Company>Lucent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2.01</dc:title>
  <dc:creator>Lucent End User</dc:creator>
  <cp:lastModifiedBy>Dr Nauman Mazhar</cp:lastModifiedBy>
  <cp:revision>674</cp:revision>
  <cp:lastPrinted>2001-06-14T13:58:17Z</cp:lastPrinted>
  <dcterms:created xsi:type="dcterms:W3CDTF">2011-01-13T23:43:38Z</dcterms:created>
  <dcterms:modified xsi:type="dcterms:W3CDTF">2024-07-02T10:34:41Z</dcterms:modified>
</cp:coreProperties>
</file>