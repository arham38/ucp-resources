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notesMasterIdLst>
    <p:notesMasterId r:id="rId46"/>
  </p:notesMasterIdLst>
  <p:sldIdLst>
    <p:sldId id="257" r:id="rId5"/>
    <p:sldId id="333" r:id="rId6"/>
    <p:sldId id="365" r:id="rId7"/>
    <p:sldId id="334" r:id="rId8"/>
    <p:sldId id="349" r:id="rId9"/>
    <p:sldId id="261" r:id="rId10"/>
    <p:sldId id="264" r:id="rId11"/>
    <p:sldId id="266" r:id="rId12"/>
    <p:sldId id="388" r:id="rId13"/>
    <p:sldId id="366" r:id="rId14"/>
    <p:sldId id="389" r:id="rId15"/>
    <p:sldId id="390" r:id="rId16"/>
    <p:sldId id="397" r:id="rId17"/>
    <p:sldId id="391" r:id="rId18"/>
    <p:sldId id="392" r:id="rId19"/>
    <p:sldId id="393" r:id="rId20"/>
    <p:sldId id="394" r:id="rId21"/>
    <p:sldId id="395" r:id="rId22"/>
    <p:sldId id="396" r:id="rId23"/>
    <p:sldId id="398" r:id="rId24"/>
    <p:sldId id="399" r:id="rId25"/>
    <p:sldId id="400" r:id="rId26"/>
    <p:sldId id="367" r:id="rId27"/>
    <p:sldId id="368" r:id="rId28"/>
    <p:sldId id="369" r:id="rId29"/>
    <p:sldId id="370" r:id="rId30"/>
    <p:sldId id="371" r:id="rId31"/>
    <p:sldId id="382" r:id="rId32"/>
    <p:sldId id="372" r:id="rId33"/>
    <p:sldId id="383" r:id="rId34"/>
    <p:sldId id="373" r:id="rId35"/>
    <p:sldId id="384" r:id="rId36"/>
    <p:sldId id="374" r:id="rId37"/>
    <p:sldId id="296" r:id="rId38"/>
    <p:sldId id="297" r:id="rId39"/>
    <p:sldId id="298" r:id="rId40"/>
    <p:sldId id="386" r:id="rId41"/>
    <p:sldId id="314" r:id="rId42"/>
    <p:sldId id="376" r:id="rId43"/>
    <p:sldId id="379" r:id="rId44"/>
    <p:sldId id="38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81AE7-30D1-4D83-941E-CDD71179FD76}" v="18" dt="2021-10-17T17:07:35.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89" d="100"/>
          <a:sy n="89" d="100"/>
        </p:scale>
        <p:origin x="12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oon Abdul Waheed Majid" userId="f6d2735af1100680" providerId="LiveId" clId="{3F681AE7-30D1-4D83-941E-CDD71179FD76}"/>
    <pc:docChg chg="undo redo custSel delSld modSld modMainMaster">
      <pc:chgData name="Haroon Abdul Waheed Majid" userId="f6d2735af1100680" providerId="LiveId" clId="{3F681AE7-30D1-4D83-941E-CDD71179FD76}" dt="2021-10-17T17:20:27.422" v="504" actId="404"/>
      <pc:docMkLst>
        <pc:docMk/>
      </pc:docMkLst>
      <pc:sldChg chg="del">
        <pc:chgData name="Haroon Abdul Waheed Majid" userId="f6d2735af1100680" providerId="LiveId" clId="{3F681AE7-30D1-4D83-941E-CDD71179FD76}" dt="2021-10-17T16:55:50.778" v="0" actId="47"/>
        <pc:sldMkLst>
          <pc:docMk/>
          <pc:sldMk cId="3661520188" sldId="256"/>
        </pc:sldMkLst>
      </pc:sldChg>
      <pc:sldChg chg="addSp delSp modSp mod chgLayout">
        <pc:chgData name="Haroon Abdul Waheed Majid" userId="f6d2735af1100680" providerId="LiveId" clId="{3F681AE7-30D1-4D83-941E-CDD71179FD76}" dt="2021-10-17T17:03:07.631" v="194" actId="14100"/>
        <pc:sldMkLst>
          <pc:docMk/>
          <pc:sldMk cId="4043737824" sldId="257"/>
        </pc:sldMkLst>
        <pc:spChg chg="mod ord">
          <ac:chgData name="Haroon Abdul Waheed Majid" userId="f6d2735af1100680" providerId="LiveId" clId="{3F681AE7-30D1-4D83-941E-CDD71179FD76}" dt="2021-10-17T17:03:02.356" v="193" actId="27636"/>
          <ac:spMkLst>
            <pc:docMk/>
            <pc:sldMk cId="4043737824" sldId="257"/>
            <ac:spMk id="2" creationId="{78FD68DA-43BA-4508-8DE2-BA9BB7B2FA5B}"/>
          </ac:spMkLst>
        </pc:spChg>
        <pc:spChg chg="mod ord">
          <ac:chgData name="Haroon Abdul Waheed Majid" userId="f6d2735af1100680" providerId="LiveId" clId="{3F681AE7-30D1-4D83-941E-CDD71179FD76}" dt="2021-10-17T17:03:07.631" v="194" actId="14100"/>
          <ac:spMkLst>
            <pc:docMk/>
            <pc:sldMk cId="4043737824" sldId="257"/>
            <ac:spMk id="3" creationId="{A8E9CFF2-3777-4FF4-A759-8491175B0B7C}"/>
          </ac:spMkLst>
        </pc:spChg>
        <pc:spChg chg="add del mod">
          <ac:chgData name="Haroon Abdul Waheed Majid" userId="f6d2735af1100680" providerId="LiveId" clId="{3F681AE7-30D1-4D83-941E-CDD71179FD76}" dt="2021-10-17T17:02:41.371" v="157" actId="6264"/>
          <ac:spMkLst>
            <pc:docMk/>
            <pc:sldMk cId="4043737824" sldId="257"/>
            <ac:spMk id="4" creationId="{EE73405F-8DBD-4DE3-BC2B-10D1C1C3B099}"/>
          </ac:spMkLst>
        </pc:spChg>
        <pc:spChg chg="add del mod">
          <ac:chgData name="Haroon Abdul Waheed Majid" userId="f6d2735af1100680" providerId="LiveId" clId="{3F681AE7-30D1-4D83-941E-CDD71179FD76}" dt="2021-10-17T17:02:41.371" v="157" actId="6264"/>
          <ac:spMkLst>
            <pc:docMk/>
            <pc:sldMk cId="4043737824" sldId="257"/>
            <ac:spMk id="6" creationId="{36705D0D-571F-4BD2-9A7C-D3323D8BA25A}"/>
          </ac:spMkLst>
        </pc:spChg>
      </pc:sldChg>
      <pc:sldChg chg="addSp delSp modSp mod chgLayout">
        <pc:chgData name="Haroon Abdul Waheed Majid" userId="f6d2735af1100680" providerId="LiveId" clId="{3F681AE7-30D1-4D83-941E-CDD71179FD76}" dt="2021-10-17T17:02:41.371" v="157" actId="6264"/>
        <pc:sldMkLst>
          <pc:docMk/>
          <pc:sldMk cId="191714609" sldId="258"/>
        </pc:sldMkLst>
        <pc:spChg chg="del mod">
          <ac:chgData name="Haroon Abdul Waheed Majid" userId="f6d2735af1100680" providerId="LiveId" clId="{3F681AE7-30D1-4D83-941E-CDD71179FD76}" dt="2021-10-17T17:02:41.371" v="157" actId="6264"/>
          <ac:spMkLst>
            <pc:docMk/>
            <pc:sldMk cId="191714609" sldId="258"/>
            <ac:spMk id="2" creationId="{9AB2EA78-AEB3-469B-9025-3B17201A457B}"/>
          </ac:spMkLst>
        </pc:spChg>
        <pc:spChg chg="del">
          <ac:chgData name="Haroon Abdul Waheed Majid" userId="f6d2735af1100680" providerId="LiveId" clId="{3F681AE7-30D1-4D83-941E-CDD71179FD76}" dt="2021-10-17T16:58:18.182" v="3" actId="478"/>
          <ac:spMkLst>
            <pc:docMk/>
            <pc:sldMk cId="191714609" sldId="258"/>
            <ac:spMk id="3" creationId="{255E1F2F-E259-4EA8-9FFD-3A10AF541859}"/>
          </ac:spMkLst>
        </pc:spChg>
        <pc:spChg chg="add del mod">
          <ac:chgData name="Haroon Abdul Waheed Majid" userId="f6d2735af1100680" providerId="LiveId" clId="{3F681AE7-30D1-4D83-941E-CDD71179FD76}" dt="2021-10-17T17:02:41.371" v="157" actId="6264"/>
          <ac:spMkLst>
            <pc:docMk/>
            <pc:sldMk cId="191714609" sldId="258"/>
            <ac:spMk id="5" creationId="{1746DFFC-A06F-4360-A852-3370DABDC153}"/>
          </ac:spMkLst>
        </pc:spChg>
        <pc:spChg chg="add mod ord">
          <ac:chgData name="Haroon Abdul Waheed Majid" userId="f6d2735af1100680" providerId="LiveId" clId="{3F681AE7-30D1-4D83-941E-CDD71179FD76}" dt="2021-10-17T17:02:41.371" v="157" actId="6264"/>
          <ac:spMkLst>
            <pc:docMk/>
            <pc:sldMk cId="191714609" sldId="258"/>
            <ac:spMk id="6" creationId="{147A77AC-D3E8-4C7C-BF1F-2FBFDADDA991}"/>
          </ac:spMkLst>
        </pc:spChg>
        <pc:spChg chg="add mod ord">
          <ac:chgData name="Haroon Abdul Waheed Majid" userId="f6d2735af1100680" providerId="LiveId" clId="{3F681AE7-30D1-4D83-941E-CDD71179FD76}" dt="2021-10-17T17:02:41.371" v="157" actId="6264"/>
          <ac:spMkLst>
            <pc:docMk/>
            <pc:sldMk cId="191714609" sldId="258"/>
            <ac:spMk id="7" creationId="{F71B5901-7438-4184-B352-F815DC32B63F}"/>
          </ac:spMkLst>
        </pc:spChg>
        <pc:picChg chg="add mod">
          <ac:chgData name="Haroon Abdul Waheed Majid" userId="f6d2735af1100680" providerId="LiveId" clId="{3F681AE7-30D1-4D83-941E-CDD71179FD76}" dt="2021-10-17T17:00:45.221" v="11" actId="14100"/>
          <ac:picMkLst>
            <pc:docMk/>
            <pc:sldMk cId="191714609" sldId="258"/>
            <ac:picMk id="1026" creationId="{763F7291-5D66-40E8-A42D-CF58BE3FC62B}"/>
          </ac:picMkLst>
        </pc:picChg>
      </pc:sldChg>
      <pc:sldChg chg="addSp delSp modSp mod chgLayout">
        <pc:chgData name="Haroon Abdul Waheed Majid" userId="f6d2735af1100680" providerId="LiveId" clId="{3F681AE7-30D1-4D83-941E-CDD71179FD76}" dt="2021-10-17T17:02:41.425" v="161" actId="27636"/>
        <pc:sldMkLst>
          <pc:docMk/>
          <pc:sldMk cId="0" sldId="261"/>
        </pc:sldMkLst>
        <pc:spChg chg="add del mod">
          <ac:chgData name="Haroon Abdul Waheed Majid" userId="f6d2735af1100680" providerId="LiveId" clId="{3F681AE7-30D1-4D83-941E-CDD71179FD76}" dt="2021-10-17T17:02:41.371" v="157" actId="6264"/>
          <ac:spMkLst>
            <pc:docMk/>
            <pc:sldMk cId="0" sldId="261"/>
            <ac:spMk id="2" creationId="{D797D8F3-A975-428C-A5C0-57B560917062}"/>
          </ac:spMkLst>
        </pc:spChg>
        <pc:spChg chg="add del mod">
          <ac:chgData name="Haroon Abdul Waheed Majid" userId="f6d2735af1100680" providerId="LiveId" clId="{3F681AE7-30D1-4D83-941E-CDD71179FD76}" dt="2021-10-17T17:02:41.371" v="157" actId="6264"/>
          <ac:spMkLst>
            <pc:docMk/>
            <pc:sldMk cId="0" sldId="261"/>
            <ac:spMk id="3" creationId="{7FCF1C10-D813-460C-9F9C-2C8624AC139A}"/>
          </ac:spMkLst>
        </pc:spChg>
        <pc:spChg chg="add del mod">
          <ac:chgData name="Haroon Abdul Waheed Majid" userId="f6d2735af1100680" providerId="LiveId" clId="{3F681AE7-30D1-4D83-941E-CDD71179FD76}" dt="2021-10-17T17:02:41.371" v="157" actId="6264"/>
          <ac:spMkLst>
            <pc:docMk/>
            <pc:sldMk cId="0" sldId="261"/>
            <ac:spMk id="4" creationId="{25215658-B4D4-475D-87C5-3A48F52E2B24}"/>
          </ac:spMkLst>
        </pc:spChg>
        <pc:spChg chg="mod ord">
          <ac:chgData name="Haroon Abdul Waheed Majid" userId="f6d2735af1100680" providerId="LiveId" clId="{3F681AE7-30D1-4D83-941E-CDD71179FD76}" dt="2021-10-17T17:02:41.425" v="161" actId="27636"/>
          <ac:spMkLst>
            <pc:docMk/>
            <pc:sldMk cId="0" sldId="261"/>
            <ac:spMk id="15363" creationId="{0C151B45-B89C-438C-B80C-22D4AB3119A6}"/>
          </ac:spMkLst>
        </pc:spChg>
        <pc:spChg chg="mod ord">
          <ac:chgData name="Haroon Abdul Waheed Majid" userId="f6d2735af1100680" providerId="LiveId" clId="{3F681AE7-30D1-4D83-941E-CDD71179FD76}" dt="2021-10-17T17:02:41.371" v="157" actId="6264"/>
          <ac:spMkLst>
            <pc:docMk/>
            <pc:sldMk cId="0" sldId="261"/>
            <ac:spMk id="15364" creationId="{7D539F76-E60D-4DB0-B1BD-88F6A2CDF7BD}"/>
          </ac:spMkLst>
        </pc:spChg>
        <pc:spChg chg="mod ord">
          <ac:chgData name="Haroon Abdul Waheed Majid" userId="f6d2735af1100680" providerId="LiveId" clId="{3F681AE7-30D1-4D83-941E-CDD71179FD76}" dt="2021-10-17T17:02:41.371" v="157" actId="6264"/>
          <ac:spMkLst>
            <pc:docMk/>
            <pc:sldMk cId="0" sldId="261"/>
            <ac:spMk id="20481" creationId="{438B3D08-0E76-4A2B-BEA4-E70E5978F4FB}"/>
          </ac:spMkLst>
        </pc:spChg>
      </pc:sldChg>
      <pc:sldChg chg="addSp delSp modSp mod chgLayout">
        <pc:chgData name="Haroon Abdul Waheed Majid" userId="f6d2735af1100680" providerId="LiveId" clId="{3F681AE7-30D1-4D83-941E-CDD71179FD76}" dt="2021-10-17T17:08:59.657" v="312" actId="1035"/>
        <pc:sldMkLst>
          <pc:docMk/>
          <pc:sldMk cId="0" sldId="263"/>
        </pc:sldMkLst>
        <pc:spChg chg="add del mod">
          <ac:chgData name="Haroon Abdul Waheed Majid" userId="f6d2735af1100680" providerId="LiveId" clId="{3F681AE7-30D1-4D83-941E-CDD71179FD76}" dt="2021-10-17T17:02:41.371" v="157" actId="6264"/>
          <ac:spMkLst>
            <pc:docMk/>
            <pc:sldMk cId="0" sldId="263"/>
            <ac:spMk id="2" creationId="{C8184F9F-820D-4F06-8A16-0A6D2AF5A06B}"/>
          </ac:spMkLst>
        </pc:spChg>
        <pc:spChg chg="add del mod">
          <ac:chgData name="Haroon Abdul Waheed Majid" userId="f6d2735af1100680" providerId="LiveId" clId="{3F681AE7-30D1-4D83-941E-CDD71179FD76}" dt="2021-10-17T17:02:41.371" v="157" actId="6264"/>
          <ac:spMkLst>
            <pc:docMk/>
            <pc:sldMk cId="0" sldId="263"/>
            <ac:spMk id="4" creationId="{1EEB3624-CF6C-46E4-84E6-7061B9A2E357}"/>
          </ac:spMkLst>
        </pc:spChg>
        <pc:spChg chg="add del mod">
          <ac:chgData name="Haroon Abdul Waheed Majid" userId="f6d2735af1100680" providerId="LiveId" clId="{3F681AE7-30D1-4D83-941E-CDD71179FD76}" dt="2021-10-17T17:02:41.371" v="157" actId="6264"/>
          <ac:spMkLst>
            <pc:docMk/>
            <pc:sldMk cId="0" sldId="263"/>
            <ac:spMk id="5" creationId="{BE94F597-4D53-43C3-AA6A-807F5A54E0C8}"/>
          </ac:spMkLst>
        </pc:spChg>
        <pc:spChg chg="mod ord">
          <ac:chgData name="Haroon Abdul Waheed Majid" userId="f6d2735af1100680" providerId="LiveId" clId="{3F681AE7-30D1-4D83-941E-CDD71179FD76}" dt="2021-10-17T17:04:33.794" v="227" actId="20577"/>
          <ac:spMkLst>
            <pc:docMk/>
            <pc:sldMk cId="0" sldId="263"/>
            <ac:spMk id="17411" creationId="{54D40934-018D-40BF-8E5D-55FDCBDB6C2F}"/>
          </ac:spMkLst>
        </pc:spChg>
        <pc:spChg chg="mod ord">
          <ac:chgData name="Haroon Abdul Waheed Majid" userId="f6d2735af1100680" providerId="LiveId" clId="{3F681AE7-30D1-4D83-941E-CDD71179FD76}" dt="2021-10-17T17:02:41.371" v="157" actId="6264"/>
          <ac:spMkLst>
            <pc:docMk/>
            <pc:sldMk cId="0" sldId="263"/>
            <ac:spMk id="17412" creationId="{9A37C999-7A0C-49A7-B499-CAF5551CE8AF}"/>
          </ac:spMkLst>
        </pc:spChg>
        <pc:spChg chg="mod ord">
          <ac:chgData name="Haroon Abdul Waheed Majid" userId="f6d2735af1100680" providerId="LiveId" clId="{3F681AE7-30D1-4D83-941E-CDD71179FD76}" dt="2021-10-17T17:02:41.371" v="157" actId="6264"/>
          <ac:spMkLst>
            <pc:docMk/>
            <pc:sldMk cId="0" sldId="263"/>
            <ac:spMk id="22529" creationId="{916FB44B-8C57-43E5-A3D4-C408C2BC8E2C}"/>
          </ac:spMkLst>
        </pc:spChg>
        <pc:graphicFrameChg chg="add del modGraphic">
          <ac:chgData name="Haroon Abdul Waheed Majid" userId="f6d2735af1100680" providerId="LiveId" clId="{3F681AE7-30D1-4D83-941E-CDD71179FD76}" dt="2021-10-17T17:04:30.703" v="223" actId="478"/>
          <ac:graphicFrameMkLst>
            <pc:docMk/>
            <pc:sldMk cId="0" sldId="263"/>
            <ac:graphicFrameMk id="3" creationId="{66CFD3E0-3032-42A9-A8ED-14E1A38CB3FF}"/>
          </ac:graphicFrameMkLst>
        </pc:graphicFrameChg>
        <pc:graphicFrameChg chg="add del mod">
          <ac:chgData name="Haroon Abdul Waheed Majid" userId="f6d2735af1100680" providerId="LiveId" clId="{3F681AE7-30D1-4D83-941E-CDD71179FD76}" dt="2021-10-17T17:05:01.783" v="229"/>
          <ac:graphicFrameMkLst>
            <pc:docMk/>
            <pc:sldMk cId="0" sldId="263"/>
            <ac:graphicFrameMk id="6" creationId="{1689E3FA-7846-49EE-9F2F-7FCFED8D7808}"/>
          </ac:graphicFrameMkLst>
        </pc:graphicFrameChg>
        <pc:graphicFrameChg chg="add mod modGraphic">
          <ac:chgData name="Haroon Abdul Waheed Majid" userId="f6d2735af1100680" providerId="LiveId" clId="{3F681AE7-30D1-4D83-941E-CDD71179FD76}" dt="2021-10-17T17:08:59.657" v="312" actId="1035"/>
          <ac:graphicFrameMkLst>
            <pc:docMk/>
            <pc:sldMk cId="0" sldId="263"/>
            <ac:graphicFrameMk id="7" creationId="{3A4D22B8-E642-4F4E-9898-A1D4F1F95CF5}"/>
          </ac:graphicFrameMkLst>
        </pc:graphicFrameChg>
      </pc:sldChg>
      <pc:sldChg chg="addSp delSp modSp mod chgLayout">
        <pc:chgData name="Haroon Abdul Waheed Majid" userId="f6d2735af1100680" providerId="LiveId" clId="{3F681AE7-30D1-4D83-941E-CDD71179FD76}" dt="2021-10-17T17:02:41.429" v="162" actId="27636"/>
        <pc:sldMkLst>
          <pc:docMk/>
          <pc:sldMk cId="0" sldId="264"/>
        </pc:sldMkLst>
        <pc:spChg chg="add del mod">
          <ac:chgData name="Haroon Abdul Waheed Majid" userId="f6d2735af1100680" providerId="LiveId" clId="{3F681AE7-30D1-4D83-941E-CDD71179FD76}" dt="2021-10-17T17:02:41.371" v="157" actId="6264"/>
          <ac:spMkLst>
            <pc:docMk/>
            <pc:sldMk cId="0" sldId="264"/>
            <ac:spMk id="2" creationId="{60E9BF13-EE51-4D29-8346-74F84DEB2062}"/>
          </ac:spMkLst>
        </pc:spChg>
        <pc:spChg chg="add del mod">
          <ac:chgData name="Haroon Abdul Waheed Majid" userId="f6d2735af1100680" providerId="LiveId" clId="{3F681AE7-30D1-4D83-941E-CDD71179FD76}" dt="2021-10-17T17:02:41.371" v="157" actId="6264"/>
          <ac:spMkLst>
            <pc:docMk/>
            <pc:sldMk cId="0" sldId="264"/>
            <ac:spMk id="3" creationId="{B873F53E-5DD1-4758-8435-2B9C8658D45E}"/>
          </ac:spMkLst>
        </pc:spChg>
        <pc:spChg chg="add del mod">
          <ac:chgData name="Haroon Abdul Waheed Majid" userId="f6d2735af1100680" providerId="LiveId" clId="{3F681AE7-30D1-4D83-941E-CDD71179FD76}" dt="2021-10-17T17:02:41.371" v="157" actId="6264"/>
          <ac:spMkLst>
            <pc:docMk/>
            <pc:sldMk cId="0" sldId="264"/>
            <ac:spMk id="4" creationId="{82025DFF-29DF-4723-B5D3-A4392DE61266}"/>
          </ac:spMkLst>
        </pc:spChg>
        <pc:spChg chg="mod ord">
          <ac:chgData name="Haroon Abdul Waheed Majid" userId="f6d2735af1100680" providerId="LiveId" clId="{3F681AE7-30D1-4D83-941E-CDD71179FD76}" dt="2021-10-17T17:02:41.429" v="162" actId="27636"/>
          <ac:spMkLst>
            <pc:docMk/>
            <pc:sldMk cId="0" sldId="264"/>
            <ac:spMk id="16387" creationId="{2ED453CB-23AD-4A48-B854-35B26D956A44}"/>
          </ac:spMkLst>
        </pc:spChg>
        <pc:spChg chg="mod ord">
          <ac:chgData name="Haroon Abdul Waheed Majid" userId="f6d2735af1100680" providerId="LiveId" clId="{3F681AE7-30D1-4D83-941E-CDD71179FD76}" dt="2021-10-17T17:02:41.371" v="157" actId="6264"/>
          <ac:spMkLst>
            <pc:docMk/>
            <pc:sldMk cId="0" sldId="264"/>
            <ac:spMk id="16388" creationId="{0A029521-FDE7-49DE-A1DD-B92352396724}"/>
          </ac:spMkLst>
        </pc:spChg>
        <pc:spChg chg="mod ord">
          <ac:chgData name="Haroon Abdul Waheed Majid" userId="f6d2735af1100680" providerId="LiveId" clId="{3F681AE7-30D1-4D83-941E-CDD71179FD76}" dt="2021-10-17T17:02:41.371" v="157" actId="6264"/>
          <ac:spMkLst>
            <pc:docMk/>
            <pc:sldMk cId="0" sldId="264"/>
            <ac:spMk id="21505" creationId="{5FDF7F39-D889-43E0-A261-49A2C275D1BA}"/>
          </ac:spMkLst>
        </pc:spChg>
      </pc:sldChg>
      <pc:sldChg chg="addSp delSp modSp mod modClrScheme chgLayout">
        <pc:chgData name="Haroon Abdul Waheed Majid" userId="f6d2735af1100680" providerId="LiveId" clId="{3F681AE7-30D1-4D83-941E-CDD71179FD76}" dt="2021-10-17T17:12:17.124" v="442" actId="27636"/>
        <pc:sldMkLst>
          <pc:docMk/>
          <pc:sldMk cId="0" sldId="265"/>
        </pc:sldMkLst>
        <pc:spChg chg="add del mod ord">
          <ac:chgData name="Haroon Abdul Waheed Majid" userId="f6d2735af1100680" providerId="LiveId" clId="{3F681AE7-30D1-4D83-941E-CDD71179FD76}" dt="2021-10-17T17:12:05.569" v="440" actId="26606"/>
          <ac:spMkLst>
            <pc:docMk/>
            <pc:sldMk cId="0" sldId="265"/>
            <ac:spMk id="2" creationId="{3F41AE79-5CA6-4462-8C6A-F73BFACCA1C0}"/>
          </ac:spMkLst>
        </pc:spChg>
        <pc:spChg chg="mod ord">
          <ac:chgData name="Haroon Abdul Waheed Majid" userId="f6d2735af1100680" providerId="LiveId" clId="{3F681AE7-30D1-4D83-941E-CDD71179FD76}" dt="2021-10-17T17:12:17.124" v="442" actId="27636"/>
          <ac:spMkLst>
            <pc:docMk/>
            <pc:sldMk cId="0" sldId="265"/>
            <ac:spMk id="22530" creationId="{8E2C2EC5-83EE-4393-B364-C811C0DCDA11}"/>
          </ac:spMkLst>
        </pc:spChg>
        <pc:spChg chg="mod ord">
          <ac:chgData name="Haroon Abdul Waheed Majid" userId="f6d2735af1100680" providerId="LiveId" clId="{3F681AE7-30D1-4D83-941E-CDD71179FD76}" dt="2021-10-17T17:12:05.569" v="440" actId="26606"/>
          <ac:spMkLst>
            <pc:docMk/>
            <pc:sldMk cId="0" sldId="265"/>
            <ac:spMk id="27653" creationId="{47C746F4-F3A6-4D22-948D-E04FBD3BCABE}"/>
          </ac:spMkLst>
        </pc:spChg>
      </pc:sldChg>
      <pc:sldChg chg="addSp delSp modSp mod chgLayout">
        <pc:chgData name="Haroon Abdul Waheed Majid" userId="f6d2735af1100680" providerId="LiveId" clId="{3F681AE7-30D1-4D83-941E-CDD71179FD76}" dt="2021-10-17T17:13:39.095" v="469" actId="20577"/>
        <pc:sldMkLst>
          <pc:docMk/>
          <pc:sldMk cId="0" sldId="266"/>
        </pc:sldMkLst>
        <pc:spChg chg="add del mod">
          <ac:chgData name="Haroon Abdul Waheed Majid" userId="f6d2735af1100680" providerId="LiveId" clId="{3F681AE7-30D1-4D83-941E-CDD71179FD76}" dt="2021-10-17T17:02:41.371" v="157" actId="6264"/>
          <ac:spMkLst>
            <pc:docMk/>
            <pc:sldMk cId="0" sldId="266"/>
            <ac:spMk id="2" creationId="{C080E085-BE37-42CA-AA5D-6A450532C131}"/>
          </ac:spMkLst>
        </pc:spChg>
        <pc:spChg chg="add del mod">
          <ac:chgData name="Haroon Abdul Waheed Majid" userId="f6d2735af1100680" providerId="LiveId" clId="{3F681AE7-30D1-4D83-941E-CDD71179FD76}" dt="2021-10-17T17:02:41.371" v="157" actId="6264"/>
          <ac:spMkLst>
            <pc:docMk/>
            <pc:sldMk cId="0" sldId="266"/>
            <ac:spMk id="3" creationId="{7A38E151-760E-4997-80E4-A4BD98C8D1C4}"/>
          </ac:spMkLst>
        </pc:spChg>
        <pc:spChg chg="add del mod">
          <ac:chgData name="Haroon Abdul Waheed Majid" userId="f6d2735af1100680" providerId="LiveId" clId="{3F681AE7-30D1-4D83-941E-CDD71179FD76}" dt="2021-10-17T17:02:41.371" v="157" actId="6264"/>
          <ac:spMkLst>
            <pc:docMk/>
            <pc:sldMk cId="0" sldId="266"/>
            <ac:spMk id="4" creationId="{C41CEE6A-0EC3-426E-A577-3F805B4EFC3A}"/>
          </ac:spMkLst>
        </pc:spChg>
        <pc:spChg chg="mod ord">
          <ac:chgData name="Haroon Abdul Waheed Majid" userId="f6d2735af1100680" providerId="LiveId" clId="{3F681AE7-30D1-4D83-941E-CDD71179FD76}" dt="2021-10-17T17:13:39.095" v="469" actId="20577"/>
          <ac:spMkLst>
            <pc:docMk/>
            <pc:sldMk cId="0" sldId="266"/>
            <ac:spMk id="18435" creationId="{2A799B6F-73FC-49B6-A038-078516488A22}"/>
          </ac:spMkLst>
        </pc:spChg>
        <pc:spChg chg="mod ord">
          <ac:chgData name="Haroon Abdul Waheed Majid" userId="f6d2735af1100680" providerId="LiveId" clId="{3F681AE7-30D1-4D83-941E-CDD71179FD76}" dt="2021-10-17T17:02:41.371" v="157" actId="6264"/>
          <ac:spMkLst>
            <pc:docMk/>
            <pc:sldMk cId="0" sldId="266"/>
            <ac:spMk id="18436" creationId="{37FA4B5E-5F7A-4693-A148-E9EAF40459C5}"/>
          </ac:spMkLst>
        </pc:spChg>
        <pc:spChg chg="mod ord">
          <ac:chgData name="Haroon Abdul Waheed Majid" userId="f6d2735af1100680" providerId="LiveId" clId="{3F681AE7-30D1-4D83-941E-CDD71179FD76}" dt="2021-10-17T17:02:41.371" v="157" actId="6264"/>
          <ac:spMkLst>
            <pc:docMk/>
            <pc:sldMk cId="0" sldId="266"/>
            <ac:spMk id="23553" creationId="{A013F7A3-210E-4913-B82E-C8C4F76E09B2}"/>
          </ac:spMkLst>
        </pc:spChg>
      </pc:sldChg>
      <pc:sldChg chg="addSp delSp modSp mod chgLayout">
        <pc:chgData name="Haroon Abdul Waheed Majid" userId="f6d2735af1100680" providerId="LiveId" clId="{3F681AE7-30D1-4D83-941E-CDD71179FD76}" dt="2021-10-17T17:14:06.196" v="473" actId="6549"/>
        <pc:sldMkLst>
          <pc:docMk/>
          <pc:sldMk cId="0" sldId="295"/>
        </pc:sldMkLst>
        <pc:spChg chg="mod ord">
          <ac:chgData name="Haroon Abdul Waheed Majid" userId="f6d2735af1100680" providerId="LiveId" clId="{3F681AE7-30D1-4D83-941E-CDD71179FD76}" dt="2021-10-17T17:02:41.371" v="157" actId="6264"/>
          <ac:spMkLst>
            <pc:docMk/>
            <pc:sldMk cId="0" sldId="295"/>
            <ac:spMk id="2" creationId="{C8A5D966-3770-4F5D-9CF9-108DB47FB6AB}"/>
          </ac:spMkLst>
        </pc:spChg>
        <pc:spChg chg="mod ord">
          <ac:chgData name="Haroon Abdul Waheed Majid" userId="f6d2735af1100680" providerId="LiveId" clId="{3F681AE7-30D1-4D83-941E-CDD71179FD76}" dt="2021-10-17T17:14:06.196" v="473" actId="6549"/>
          <ac:spMkLst>
            <pc:docMk/>
            <pc:sldMk cId="0" sldId="295"/>
            <ac:spMk id="3" creationId="{E2843885-C83E-4849-8F8F-AA7E7B293774}"/>
          </ac:spMkLst>
        </pc:spChg>
        <pc:spChg chg="add del mod">
          <ac:chgData name="Haroon Abdul Waheed Majid" userId="f6d2735af1100680" providerId="LiveId" clId="{3F681AE7-30D1-4D83-941E-CDD71179FD76}" dt="2021-10-17T17:02:41.371" v="157" actId="6264"/>
          <ac:spMkLst>
            <pc:docMk/>
            <pc:sldMk cId="0" sldId="295"/>
            <ac:spMk id="4" creationId="{CB7EB74A-9CDD-4A6E-977C-3BC381C78627}"/>
          </ac:spMkLst>
        </pc:spChg>
        <pc:spChg chg="add del mod">
          <ac:chgData name="Haroon Abdul Waheed Majid" userId="f6d2735af1100680" providerId="LiveId" clId="{3F681AE7-30D1-4D83-941E-CDD71179FD76}" dt="2021-10-17T17:02:41.371" v="157" actId="6264"/>
          <ac:spMkLst>
            <pc:docMk/>
            <pc:sldMk cId="0" sldId="295"/>
            <ac:spMk id="5" creationId="{C0BB18AD-3A24-41A3-8CEA-886BE2D96193}"/>
          </ac:spMkLst>
        </pc:spChg>
      </pc:sldChg>
      <pc:sldChg chg="addSp delSp modSp mod chgLayout">
        <pc:chgData name="Haroon Abdul Waheed Majid" userId="f6d2735af1100680" providerId="LiveId" clId="{3F681AE7-30D1-4D83-941E-CDD71179FD76}" dt="2021-10-17T17:19:24.835" v="501" actId="478"/>
        <pc:sldMkLst>
          <pc:docMk/>
          <pc:sldMk cId="0" sldId="296"/>
        </pc:sldMkLst>
        <pc:spChg chg="mod ord">
          <ac:chgData name="Haroon Abdul Waheed Majid" userId="f6d2735af1100680" providerId="LiveId" clId="{3F681AE7-30D1-4D83-941E-CDD71179FD76}" dt="2021-10-17T17:02:41.371" v="157" actId="6264"/>
          <ac:spMkLst>
            <pc:docMk/>
            <pc:sldMk cId="0" sldId="296"/>
            <ac:spMk id="2" creationId="{C797CA50-FB35-4138-94D6-1606D64054BF}"/>
          </ac:spMkLst>
        </pc:spChg>
        <pc:spChg chg="mod ord">
          <ac:chgData name="Haroon Abdul Waheed Majid" userId="f6d2735af1100680" providerId="LiveId" clId="{3F681AE7-30D1-4D83-941E-CDD71179FD76}" dt="2021-10-17T17:02:41.509" v="178" actId="27636"/>
          <ac:spMkLst>
            <pc:docMk/>
            <pc:sldMk cId="0" sldId="296"/>
            <ac:spMk id="3" creationId="{8F62324E-ECD4-4E7F-8E85-BE099D601919}"/>
          </ac:spMkLst>
        </pc:spChg>
        <pc:spChg chg="del mod ord">
          <ac:chgData name="Haroon Abdul Waheed Majid" userId="f6d2735af1100680" providerId="LiveId" clId="{3F681AE7-30D1-4D83-941E-CDD71179FD76}" dt="2021-10-17T17:19:24.835" v="501" actId="478"/>
          <ac:spMkLst>
            <pc:docMk/>
            <pc:sldMk cId="0" sldId="296"/>
            <ac:spMk id="4" creationId="{D791FB48-B1B2-4A47-B6F3-2B1754BD9B41}"/>
          </ac:spMkLst>
        </pc:spChg>
        <pc:spChg chg="add del mod">
          <ac:chgData name="Haroon Abdul Waheed Majid" userId="f6d2735af1100680" providerId="LiveId" clId="{3F681AE7-30D1-4D83-941E-CDD71179FD76}" dt="2021-10-17T17:02:41.371" v="157" actId="6264"/>
          <ac:spMkLst>
            <pc:docMk/>
            <pc:sldMk cId="0" sldId="296"/>
            <ac:spMk id="5" creationId="{CE5B7C4C-CE36-4B90-955B-8CF7981F7C07}"/>
          </ac:spMkLst>
        </pc:spChg>
        <pc:spChg chg="add del mod">
          <ac:chgData name="Haroon Abdul Waheed Majid" userId="f6d2735af1100680" providerId="LiveId" clId="{3F681AE7-30D1-4D83-941E-CDD71179FD76}" dt="2021-10-17T17:02:41.371" v="157" actId="6264"/>
          <ac:spMkLst>
            <pc:docMk/>
            <pc:sldMk cId="0" sldId="296"/>
            <ac:spMk id="6" creationId="{4F2E2962-CF18-40CF-8B0D-D59F9324B21F}"/>
          </ac:spMkLst>
        </pc:spChg>
        <pc:spChg chg="add del mod">
          <ac:chgData name="Haroon Abdul Waheed Majid" userId="f6d2735af1100680" providerId="LiveId" clId="{3F681AE7-30D1-4D83-941E-CDD71179FD76}" dt="2021-10-17T17:02:41.371" v="157" actId="6264"/>
          <ac:spMkLst>
            <pc:docMk/>
            <pc:sldMk cId="0" sldId="296"/>
            <ac:spMk id="7" creationId="{3C141811-C5BE-4489-85CB-FBC6259EE6FA}"/>
          </ac:spMkLst>
        </pc:spChg>
      </pc:sldChg>
      <pc:sldChg chg="addSp delSp modSp mod chgLayout">
        <pc:chgData name="Haroon Abdul Waheed Majid" userId="f6d2735af1100680" providerId="LiveId" clId="{3F681AE7-30D1-4D83-941E-CDD71179FD76}" dt="2021-10-17T17:02:41.509" v="179" actId="27636"/>
        <pc:sldMkLst>
          <pc:docMk/>
          <pc:sldMk cId="0" sldId="297"/>
        </pc:sldMkLst>
        <pc:spChg chg="mod ord">
          <ac:chgData name="Haroon Abdul Waheed Majid" userId="f6d2735af1100680" providerId="LiveId" clId="{3F681AE7-30D1-4D83-941E-CDD71179FD76}" dt="2021-10-17T17:02:41.371" v="157" actId="6264"/>
          <ac:spMkLst>
            <pc:docMk/>
            <pc:sldMk cId="0" sldId="297"/>
            <ac:spMk id="2" creationId="{9C8D64B3-FCD8-4C08-ACBA-6A6CB8FFAD99}"/>
          </ac:spMkLst>
        </pc:spChg>
        <pc:spChg chg="add del mod">
          <ac:chgData name="Haroon Abdul Waheed Majid" userId="f6d2735af1100680" providerId="LiveId" clId="{3F681AE7-30D1-4D83-941E-CDD71179FD76}" dt="2021-10-17T17:02:41.371" v="157" actId="6264"/>
          <ac:spMkLst>
            <pc:docMk/>
            <pc:sldMk cId="0" sldId="297"/>
            <ac:spMk id="3" creationId="{3AA79D4B-AFB6-4956-ADB4-1F25B5053214}"/>
          </ac:spMkLst>
        </pc:spChg>
        <pc:spChg chg="add del mod">
          <ac:chgData name="Haroon Abdul Waheed Majid" userId="f6d2735af1100680" providerId="LiveId" clId="{3F681AE7-30D1-4D83-941E-CDD71179FD76}" dt="2021-10-17T17:02:41.371" v="157" actId="6264"/>
          <ac:spMkLst>
            <pc:docMk/>
            <pc:sldMk cId="0" sldId="297"/>
            <ac:spMk id="4" creationId="{EF2BAA58-C5E0-4FF7-9625-FA2B03D9AB8F}"/>
          </ac:spMkLst>
        </pc:spChg>
        <pc:spChg chg="mod ord">
          <ac:chgData name="Haroon Abdul Waheed Majid" userId="f6d2735af1100680" providerId="LiveId" clId="{3F681AE7-30D1-4D83-941E-CDD71179FD76}" dt="2021-10-17T17:02:41.509" v="179" actId="27636"/>
          <ac:spMkLst>
            <pc:docMk/>
            <pc:sldMk cId="0" sldId="297"/>
            <ac:spMk id="40963" creationId="{9AC8D258-18A5-4AFE-A2AD-6690C4B069B2}"/>
          </ac:spMkLst>
        </pc:spChg>
      </pc:sldChg>
      <pc:sldChg chg="addSp delSp modSp mod chgLayout">
        <pc:chgData name="Haroon Abdul Waheed Majid" userId="f6d2735af1100680" providerId="LiveId" clId="{3F681AE7-30D1-4D83-941E-CDD71179FD76}" dt="2021-10-17T17:20:16.154" v="502" actId="3626"/>
        <pc:sldMkLst>
          <pc:docMk/>
          <pc:sldMk cId="0" sldId="298"/>
        </pc:sldMkLst>
        <pc:spChg chg="mod ord">
          <ac:chgData name="Haroon Abdul Waheed Majid" userId="f6d2735af1100680" providerId="LiveId" clId="{3F681AE7-30D1-4D83-941E-CDD71179FD76}" dt="2021-10-17T17:02:41.371" v="157" actId="6264"/>
          <ac:spMkLst>
            <pc:docMk/>
            <pc:sldMk cId="0" sldId="298"/>
            <ac:spMk id="2" creationId="{2E1C5467-E01C-4949-8598-92BBDF2E3C45}"/>
          </ac:spMkLst>
        </pc:spChg>
        <pc:spChg chg="mod ord">
          <ac:chgData name="Haroon Abdul Waheed Majid" userId="f6d2735af1100680" providerId="LiveId" clId="{3F681AE7-30D1-4D83-941E-CDD71179FD76}" dt="2021-10-17T17:20:16.154" v="502" actId="3626"/>
          <ac:spMkLst>
            <pc:docMk/>
            <pc:sldMk cId="0" sldId="298"/>
            <ac:spMk id="3" creationId="{703CF55F-2732-470C-BDC9-641A30F21B90}"/>
          </ac:spMkLst>
        </pc:spChg>
        <pc:spChg chg="add del mod">
          <ac:chgData name="Haroon Abdul Waheed Majid" userId="f6d2735af1100680" providerId="LiveId" clId="{3F681AE7-30D1-4D83-941E-CDD71179FD76}" dt="2021-10-17T17:02:41.371" v="157" actId="6264"/>
          <ac:spMkLst>
            <pc:docMk/>
            <pc:sldMk cId="0" sldId="298"/>
            <ac:spMk id="4" creationId="{78A62BD9-B485-48EB-8E77-F556D00C0577}"/>
          </ac:spMkLst>
        </pc:spChg>
        <pc:spChg chg="add del mod">
          <ac:chgData name="Haroon Abdul Waheed Majid" userId="f6d2735af1100680" providerId="LiveId" clId="{3F681AE7-30D1-4D83-941E-CDD71179FD76}" dt="2021-10-17T17:02:41.371" v="157" actId="6264"/>
          <ac:spMkLst>
            <pc:docMk/>
            <pc:sldMk cId="0" sldId="298"/>
            <ac:spMk id="5" creationId="{D05281F0-83BE-4DFF-9CF5-132AE9C30FB0}"/>
          </ac:spMkLst>
        </pc:spChg>
      </pc:sldChg>
      <pc:sldChg chg="addSp delSp modSp mod modClrScheme chgLayout">
        <pc:chgData name="Haroon Abdul Waheed Majid" userId="f6d2735af1100680" providerId="LiveId" clId="{3F681AE7-30D1-4D83-941E-CDD71179FD76}" dt="2021-10-17T17:15:39.527" v="481" actId="26606"/>
        <pc:sldMkLst>
          <pc:docMk/>
          <pc:sldMk cId="0" sldId="299"/>
        </pc:sldMkLst>
        <pc:spChg chg="add del mod ord">
          <ac:chgData name="Haroon Abdul Waheed Majid" userId="f6d2735af1100680" providerId="LiveId" clId="{3F681AE7-30D1-4D83-941E-CDD71179FD76}" dt="2021-10-17T17:15:39.527" v="481" actId="26606"/>
          <ac:spMkLst>
            <pc:docMk/>
            <pc:sldMk cId="0" sldId="299"/>
            <ac:spMk id="2" creationId="{AD130926-F1DE-4317-AC39-2FD721C46DF6}"/>
          </ac:spMkLst>
        </pc:spChg>
        <pc:spChg chg="mod ord">
          <ac:chgData name="Haroon Abdul Waheed Majid" userId="f6d2735af1100680" providerId="LiveId" clId="{3F681AE7-30D1-4D83-941E-CDD71179FD76}" dt="2021-10-17T17:15:39.527" v="481" actId="26606"/>
          <ac:spMkLst>
            <pc:docMk/>
            <pc:sldMk cId="0" sldId="299"/>
            <ac:spMk id="15362" creationId="{0C3AC9DD-DBD5-4346-B781-3938EBBE73A5}"/>
          </ac:spMkLst>
        </pc:spChg>
        <pc:spChg chg="mod ord">
          <ac:chgData name="Haroon Abdul Waheed Majid" userId="f6d2735af1100680" providerId="LiveId" clId="{3F681AE7-30D1-4D83-941E-CDD71179FD76}" dt="2021-10-17T17:15:39.527" v="481" actId="26606"/>
          <ac:spMkLst>
            <pc:docMk/>
            <pc:sldMk cId="0" sldId="299"/>
            <ac:spMk id="27653" creationId="{ABE24E97-A0A1-42A1-97B8-683FBB6A579B}"/>
          </ac:spMkLst>
        </pc:spChg>
      </pc:sldChg>
      <pc:sldChg chg="addSp delSp modSp mod modClrScheme chgLayout">
        <pc:chgData name="Haroon Abdul Waheed Majid" userId="f6d2735af1100680" providerId="LiveId" clId="{3F681AE7-30D1-4D83-941E-CDD71179FD76}" dt="2021-10-17T17:17:09.180" v="491" actId="26606"/>
        <pc:sldMkLst>
          <pc:docMk/>
          <pc:sldMk cId="0" sldId="300"/>
        </pc:sldMkLst>
        <pc:spChg chg="add del mod">
          <ac:chgData name="Haroon Abdul Waheed Majid" userId="f6d2735af1100680" providerId="LiveId" clId="{3F681AE7-30D1-4D83-941E-CDD71179FD76}" dt="2021-10-17T17:16:40.796" v="487" actId="26606"/>
          <ac:spMkLst>
            <pc:docMk/>
            <pc:sldMk cId="0" sldId="300"/>
            <ac:spMk id="75" creationId="{1EB3978B-AA54-4FF8-A1C4-9973F8306796}"/>
          </ac:spMkLst>
        </pc:spChg>
        <pc:spChg chg="add del mod">
          <ac:chgData name="Haroon Abdul Waheed Majid" userId="f6d2735af1100680" providerId="LiveId" clId="{3F681AE7-30D1-4D83-941E-CDD71179FD76}" dt="2021-10-17T17:16:40.796" v="487" actId="26606"/>
          <ac:spMkLst>
            <pc:docMk/>
            <pc:sldMk cId="0" sldId="300"/>
            <ac:spMk id="77" creationId="{F7665FD3-5EA6-4E88-994A-D98F19C10ED2}"/>
          </ac:spMkLst>
        </pc:spChg>
        <pc:spChg chg="mod ord">
          <ac:chgData name="Haroon Abdul Waheed Majid" userId="f6d2735af1100680" providerId="LiveId" clId="{3F681AE7-30D1-4D83-941E-CDD71179FD76}" dt="2021-10-17T17:17:09.180" v="491" actId="26606"/>
          <ac:spMkLst>
            <pc:docMk/>
            <pc:sldMk cId="0" sldId="300"/>
            <ac:spMk id="27650" creationId="{E4E2CF07-FAD7-41F3-AE08-FBB82751A798}"/>
          </ac:spMkLst>
        </pc:spChg>
        <pc:spChg chg="ord">
          <ac:chgData name="Haroon Abdul Waheed Majid" userId="f6d2735af1100680" providerId="LiveId" clId="{3F681AE7-30D1-4D83-941E-CDD71179FD76}" dt="2021-10-17T17:16:40.796" v="487" actId="26606"/>
          <ac:spMkLst>
            <pc:docMk/>
            <pc:sldMk cId="0" sldId="300"/>
            <ac:spMk id="27651" creationId="{8847549D-A204-439D-B2C9-B070DFD0D243}"/>
          </ac:spMkLst>
        </pc:spChg>
        <pc:spChg chg="ord">
          <ac:chgData name="Haroon Abdul Waheed Majid" userId="f6d2735af1100680" providerId="LiveId" clId="{3F681AE7-30D1-4D83-941E-CDD71179FD76}" dt="2021-10-17T17:16:40.796" v="487" actId="26606"/>
          <ac:spMkLst>
            <pc:docMk/>
            <pc:sldMk cId="0" sldId="300"/>
            <ac:spMk id="27652" creationId="{ACAC2C8C-3733-4C24-AB29-28777AA76EF4}"/>
          </ac:spMkLst>
        </pc:spChg>
        <pc:spChg chg="mod ord">
          <ac:chgData name="Haroon Abdul Waheed Majid" userId="f6d2735af1100680" providerId="LiveId" clId="{3F681AE7-30D1-4D83-941E-CDD71179FD76}" dt="2021-10-17T17:17:09.180" v="491" actId="26606"/>
          <ac:spMkLst>
            <pc:docMk/>
            <pc:sldMk cId="0" sldId="300"/>
            <ac:spMk id="27653" creationId="{48E3E111-2982-4DE1-8E1E-A29C8ED7B252}"/>
          </ac:spMkLst>
        </pc:spChg>
        <pc:spChg chg="add del mod">
          <ac:chgData name="Haroon Abdul Waheed Majid" userId="f6d2735af1100680" providerId="LiveId" clId="{3F681AE7-30D1-4D83-941E-CDD71179FD76}" dt="2021-10-17T17:17:09.176" v="490" actId="26606"/>
          <ac:spMkLst>
            <pc:docMk/>
            <pc:sldMk cId="0" sldId="300"/>
            <ac:spMk id="27656" creationId="{38811F27-4EF9-4AC7-AE6A-CB718CAA0668}"/>
          </ac:spMkLst>
        </pc:spChg>
        <pc:spChg chg="add del mod">
          <ac:chgData name="Haroon Abdul Waheed Majid" userId="f6d2735af1100680" providerId="LiveId" clId="{3F681AE7-30D1-4D83-941E-CDD71179FD76}" dt="2021-10-17T17:17:09.176" v="490" actId="26606"/>
          <ac:spMkLst>
            <pc:docMk/>
            <pc:sldMk cId="0" sldId="300"/>
            <ac:spMk id="27657" creationId="{0E2D555E-6FB9-4F31-8993-0A6622ED0BC5}"/>
          </ac:spMkLst>
        </pc:spChg>
        <pc:picChg chg="mod ord">
          <ac:chgData name="Haroon Abdul Waheed Majid" userId="f6d2735af1100680" providerId="LiveId" clId="{3F681AE7-30D1-4D83-941E-CDD71179FD76}" dt="2021-10-17T17:17:09.180" v="491" actId="26606"/>
          <ac:picMkLst>
            <pc:docMk/>
            <pc:sldMk cId="0" sldId="300"/>
            <ac:picMk id="27654" creationId="{22DC1881-131C-43CA-B165-01388B3CDDE1}"/>
          </ac:picMkLst>
        </pc:picChg>
      </pc:sldChg>
      <pc:sldChg chg="addSp delSp modSp mod chgLayout">
        <pc:chgData name="Haroon Abdul Waheed Majid" userId="f6d2735af1100680" providerId="LiveId" clId="{3F681AE7-30D1-4D83-941E-CDD71179FD76}" dt="2021-10-17T17:02:41.465" v="171" actId="27636"/>
        <pc:sldMkLst>
          <pc:docMk/>
          <pc:sldMk cId="0" sldId="301"/>
        </pc:sldMkLst>
        <pc:spChg chg="mod ord">
          <ac:chgData name="Haroon Abdul Waheed Majid" userId="f6d2735af1100680" providerId="LiveId" clId="{3F681AE7-30D1-4D83-941E-CDD71179FD76}" dt="2021-10-17T17:02:41.371" v="157" actId="6264"/>
          <ac:spMkLst>
            <pc:docMk/>
            <pc:sldMk cId="0" sldId="301"/>
            <ac:spMk id="2" creationId="{2622AB28-FD92-4EF9-821C-81CC7EBA5281}"/>
          </ac:spMkLst>
        </pc:spChg>
        <pc:spChg chg="add del mod">
          <ac:chgData name="Haroon Abdul Waheed Majid" userId="f6d2735af1100680" providerId="LiveId" clId="{3F681AE7-30D1-4D83-941E-CDD71179FD76}" dt="2021-10-17T17:02:41.371" v="157" actId="6264"/>
          <ac:spMkLst>
            <pc:docMk/>
            <pc:sldMk cId="0" sldId="301"/>
            <ac:spMk id="3" creationId="{C191E802-4991-4355-8D92-546AE8ED987A}"/>
          </ac:spMkLst>
        </pc:spChg>
        <pc:spChg chg="add del mod">
          <ac:chgData name="Haroon Abdul Waheed Majid" userId="f6d2735af1100680" providerId="LiveId" clId="{3F681AE7-30D1-4D83-941E-CDD71179FD76}" dt="2021-10-17T17:02:41.371" v="157" actId="6264"/>
          <ac:spMkLst>
            <pc:docMk/>
            <pc:sldMk cId="0" sldId="301"/>
            <ac:spMk id="4" creationId="{635A943B-B79F-4181-A884-6FB9808C4826}"/>
          </ac:spMkLst>
        </pc:spChg>
        <pc:spChg chg="mod ord">
          <ac:chgData name="Haroon Abdul Waheed Majid" userId="f6d2735af1100680" providerId="LiveId" clId="{3F681AE7-30D1-4D83-941E-CDD71179FD76}" dt="2021-10-17T17:02:41.465" v="171" actId="27636"/>
          <ac:spMkLst>
            <pc:docMk/>
            <pc:sldMk cId="0" sldId="301"/>
            <ac:spMk id="28675" creationId="{9ED21F0B-6020-4094-8BFE-96C3D94A889D}"/>
          </ac:spMkLst>
        </pc:spChg>
      </pc:sldChg>
      <pc:sldChg chg="addSp delSp modSp mod modClrScheme chgLayout">
        <pc:chgData name="Haroon Abdul Waheed Majid" userId="f6d2735af1100680" providerId="LiveId" clId="{3F681AE7-30D1-4D83-941E-CDD71179FD76}" dt="2021-10-17T17:19:12.154" v="500" actId="26606"/>
        <pc:sldMkLst>
          <pc:docMk/>
          <pc:sldMk cId="0" sldId="313"/>
        </pc:sldMkLst>
        <pc:spChg chg="del">
          <ac:chgData name="Haroon Abdul Waheed Majid" userId="f6d2735af1100680" providerId="LiveId" clId="{3F681AE7-30D1-4D83-941E-CDD71179FD76}" dt="2021-10-17T17:02:41.371" v="157" actId="6264"/>
          <ac:spMkLst>
            <pc:docMk/>
            <pc:sldMk cId="0" sldId="313"/>
            <ac:spMk id="2" creationId="{E08D0FCC-568F-4EA2-A583-401E55822699}"/>
          </ac:spMkLst>
        </pc:spChg>
        <pc:spChg chg="mod">
          <ac:chgData name="Haroon Abdul Waheed Majid" userId="f6d2735af1100680" providerId="LiveId" clId="{3F681AE7-30D1-4D83-941E-CDD71179FD76}" dt="2021-10-17T17:19:12.154" v="500" actId="26606"/>
          <ac:spMkLst>
            <pc:docMk/>
            <pc:sldMk cId="0" sldId="313"/>
            <ac:spMk id="3" creationId="{0E21614A-F5D2-4403-B0D2-0AE48BE93332}"/>
          </ac:spMkLst>
        </pc:spChg>
        <pc:spChg chg="del">
          <ac:chgData name="Haroon Abdul Waheed Majid" userId="f6d2735af1100680" providerId="LiveId" clId="{3F681AE7-30D1-4D83-941E-CDD71179FD76}" dt="2021-10-17T17:02:41.371" v="157" actId="6264"/>
          <ac:spMkLst>
            <pc:docMk/>
            <pc:sldMk cId="0" sldId="313"/>
            <ac:spMk id="4" creationId="{F5A7F33D-F6C9-4F01-A57C-D69AE1CBB3F9}"/>
          </ac:spMkLst>
        </pc:spChg>
        <pc:spChg chg="mod">
          <ac:chgData name="Haroon Abdul Waheed Majid" userId="f6d2735af1100680" providerId="LiveId" clId="{3F681AE7-30D1-4D83-941E-CDD71179FD76}" dt="2021-10-17T17:19:12.154" v="500" actId="26606"/>
          <ac:spMkLst>
            <pc:docMk/>
            <pc:sldMk cId="0" sldId="313"/>
            <ac:spMk id="5" creationId="{22443034-A254-4D27-9072-6ADC9AB17914}"/>
          </ac:spMkLst>
        </pc:spChg>
        <pc:spChg chg="add del mod ord">
          <ac:chgData name="Haroon Abdul Waheed Majid" userId="f6d2735af1100680" providerId="LiveId" clId="{3F681AE7-30D1-4D83-941E-CDD71179FD76}" dt="2021-10-17T17:18:41.804" v="499" actId="6264"/>
          <ac:spMkLst>
            <pc:docMk/>
            <pc:sldMk cId="0" sldId="313"/>
            <ac:spMk id="6" creationId="{F0358C40-8C73-47B6-B260-EF2DC974B2DD}"/>
          </ac:spMkLst>
        </pc:spChg>
        <pc:spChg chg="add del mod ord">
          <ac:chgData name="Haroon Abdul Waheed Majid" userId="f6d2735af1100680" providerId="LiveId" clId="{3F681AE7-30D1-4D83-941E-CDD71179FD76}" dt="2021-10-17T17:18:41.804" v="499" actId="6264"/>
          <ac:spMkLst>
            <pc:docMk/>
            <pc:sldMk cId="0" sldId="313"/>
            <ac:spMk id="7" creationId="{AF6EF768-3E9D-40A9-B474-41CFBC4229C0}"/>
          </ac:spMkLst>
        </pc:spChg>
        <pc:spChg chg="add del mod ord">
          <ac:chgData name="Haroon Abdul Waheed Majid" userId="f6d2735af1100680" providerId="LiveId" clId="{3F681AE7-30D1-4D83-941E-CDD71179FD76}" dt="2021-10-17T17:19:12.154" v="500" actId="26606"/>
          <ac:spMkLst>
            <pc:docMk/>
            <pc:sldMk cId="0" sldId="313"/>
            <ac:spMk id="8" creationId="{11D650B1-E24E-48B9-BC65-8EB3A7334123}"/>
          </ac:spMkLst>
        </pc:spChg>
        <pc:spChg chg="add del mod ord">
          <ac:chgData name="Haroon Abdul Waheed Majid" userId="f6d2735af1100680" providerId="LiveId" clId="{3F681AE7-30D1-4D83-941E-CDD71179FD76}" dt="2021-10-17T17:19:12.154" v="500" actId="26606"/>
          <ac:spMkLst>
            <pc:docMk/>
            <pc:sldMk cId="0" sldId="313"/>
            <ac:spMk id="9" creationId="{DA14FBC5-C3AF-4EEB-BD95-67B9C67F906B}"/>
          </ac:spMkLst>
        </pc:spChg>
      </pc:sldChg>
      <pc:sldChg chg="addSp delSp modSp mod chgLayout">
        <pc:chgData name="Haroon Abdul Waheed Majid" userId="f6d2735af1100680" providerId="LiveId" clId="{3F681AE7-30D1-4D83-941E-CDD71179FD76}" dt="2021-10-17T17:20:27.422" v="504" actId="404"/>
        <pc:sldMkLst>
          <pc:docMk/>
          <pc:sldMk cId="0" sldId="314"/>
        </pc:sldMkLst>
        <pc:spChg chg="mod ord">
          <ac:chgData name="Haroon Abdul Waheed Majid" userId="f6d2735af1100680" providerId="LiveId" clId="{3F681AE7-30D1-4D83-941E-CDD71179FD76}" dt="2021-10-17T17:20:27.422" v="504" actId="404"/>
          <ac:spMkLst>
            <pc:docMk/>
            <pc:sldMk cId="0" sldId="314"/>
            <ac:spMk id="2" creationId="{9EED4232-D3CF-4294-AB3E-BE271107C8FF}"/>
          </ac:spMkLst>
        </pc:spChg>
        <pc:spChg chg="add del mod">
          <ac:chgData name="Haroon Abdul Waheed Majid" userId="f6d2735af1100680" providerId="LiveId" clId="{3F681AE7-30D1-4D83-941E-CDD71179FD76}" dt="2021-10-17T17:02:41.371" v="157" actId="6264"/>
          <ac:spMkLst>
            <pc:docMk/>
            <pc:sldMk cId="0" sldId="314"/>
            <ac:spMk id="3" creationId="{39ACB43B-10E0-4B8A-A009-1842F724D728}"/>
          </ac:spMkLst>
        </pc:spChg>
        <pc:spChg chg="add del mod">
          <ac:chgData name="Haroon Abdul Waheed Majid" userId="f6d2735af1100680" providerId="LiveId" clId="{3F681AE7-30D1-4D83-941E-CDD71179FD76}" dt="2021-10-17T17:02:41.371" v="157" actId="6264"/>
          <ac:spMkLst>
            <pc:docMk/>
            <pc:sldMk cId="0" sldId="314"/>
            <ac:spMk id="4" creationId="{361D20C1-90DF-4F28-BC1E-DE3027257E95}"/>
          </ac:spMkLst>
        </pc:spChg>
        <pc:spChg chg="mod ord">
          <ac:chgData name="Haroon Abdul Waheed Majid" userId="f6d2735af1100680" providerId="LiveId" clId="{3F681AE7-30D1-4D83-941E-CDD71179FD76}" dt="2021-10-17T17:02:41.517" v="181" actId="27636"/>
          <ac:spMkLst>
            <pc:docMk/>
            <pc:sldMk cId="0" sldId="314"/>
            <ac:spMk id="44035" creationId="{C42620F3-E15F-4ACE-A27B-1612EDBA402E}"/>
          </ac:spMkLst>
        </pc:spChg>
      </pc:sldChg>
      <pc:sldChg chg="addSp delSp modSp mod chgLayout">
        <pc:chgData name="Haroon Abdul Waheed Majid" userId="f6d2735af1100680" providerId="LiveId" clId="{3F681AE7-30D1-4D83-941E-CDD71179FD76}" dt="2021-10-17T17:02:41.525" v="183" actId="27636"/>
        <pc:sldMkLst>
          <pc:docMk/>
          <pc:sldMk cId="0" sldId="315"/>
        </pc:sldMkLst>
        <pc:spChg chg="add del mod">
          <ac:chgData name="Haroon Abdul Waheed Majid" userId="f6d2735af1100680" providerId="LiveId" clId="{3F681AE7-30D1-4D83-941E-CDD71179FD76}" dt="2021-10-17T17:02:41.371" v="157" actId="6264"/>
          <ac:spMkLst>
            <pc:docMk/>
            <pc:sldMk cId="0" sldId="315"/>
            <ac:spMk id="2" creationId="{D0026FE9-B522-45C6-BD5E-4EE1A6B03BDE}"/>
          </ac:spMkLst>
        </pc:spChg>
        <pc:spChg chg="del">
          <ac:chgData name="Haroon Abdul Waheed Majid" userId="f6d2735af1100680" providerId="LiveId" clId="{3F681AE7-30D1-4D83-941E-CDD71179FD76}" dt="2021-10-17T17:02:41.371" v="157" actId="6264"/>
          <ac:spMkLst>
            <pc:docMk/>
            <pc:sldMk cId="0" sldId="315"/>
            <ac:spMk id="3" creationId="{702BA41D-CDA5-4F9E-952B-A29C08BBD358}"/>
          </ac:spMkLst>
        </pc:spChg>
        <pc:spChg chg="add mod ord">
          <ac:chgData name="Haroon Abdul Waheed Majid" userId="f6d2735af1100680" providerId="LiveId" clId="{3F681AE7-30D1-4D83-941E-CDD71179FD76}" dt="2021-10-17T17:02:41.371" v="157" actId="6264"/>
          <ac:spMkLst>
            <pc:docMk/>
            <pc:sldMk cId="0" sldId="315"/>
            <ac:spMk id="4" creationId="{C4E1ACFF-3BF6-4AAA-893C-D5DCCAE35566}"/>
          </ac:spMkLst>
        </pc:spChg>
        <pc:spChg chg="mod ord">
          <ac:chgData name="Haroon Abdul Waheed Majid" userId="f6d2735af1100680" providerId="LiveId" clId="{3F681AE7-30D1-4D83-941E-CDD71179FD76}" dt="2021-10-17T17:02:41.525" v="183" actId="27636"/>
          <ac:spMkLst>
            <pc:docMk/>
            <pc:sldMk cId="0" sldId="315"/>
            <ac:spMk id="46082" creationId="{A91CEC21-5400-4F39-BD66-AAFA0BBA5AEF}"/>
          </ac:spMkLst>
        </pc:spChg>
      </pc:sldChg>
      <pc:sldChg chg="addSp delSp modSp mod chgLayout">
        <pc:chgData name="Haroon Abdul Waheed Majid" userId="f6d2735af1100680" providerId="LiveId" clId="{3F681AE7-30D1-4D83-941E-CDD71179FD76}" dt="2021-10-17T17:02:41.371" v="157" actId="6264"/>
        <pc:sldMkLst>
          <pc:docMk/>
          <pc:sldMk cId="0" sldId="333"/>
        </pc:sldMkLst>
        <pc:spChg chg="add del mod">
          <ac:chgData name="Haroon Abdul Waheed Majid" userId="f6d2735af1100680" providerId="LiveId" clId="{3F681AE7-30D1-4D83-941E-CDD71179FD76}" dt="2021-10-17T17:02:26.687" v="154" actId="6264"/>
          <ac:spMkLst>
            <pc:docMk/>
            <pc:sldMk cId="0" sldId="333"/>
            <ac:spMk id="2" creationId="{D8F96BE1-BE01-4659-9C1C-687EC765E098}"/>
          </ac:spMkLst>
        </pc:spChg>
        <pc:spChg chg="add del mod">
          <ac:chgData name="Haroon Abdul Waheed Majid" userId="f6d2735af1100680" providerId="LiveId" clId="{3F681AE7-30D1-4D83-941E-CDD71179FD76}" dt="2021-10-17T17:02:26.687" v="154" actId="6264"/>
          <ac:spMkLst>
            <pc:docMk/>
            <pc:sldMk cId="0" sldId="333"/>
            <ac:spMk id="3" creationId="{CF2973E1-42E2-4FFB-B4FB-2BA0DA680364}"/>
          </ac:spMkLst>
        </pc:spChg>
        <pc:spChg chg="add del mod">
          <ac:chgData name="Haroon Abdul Waheed Majid" userId="f6d2735af1100680" providerId="LiveId" clId="{3F681AE7-30D1-4D83-941E-CDD71179FD76}" dt="2021-10-17T17:02:26.687" v="154" actId="6264"/>
          <ac:spMkLst>
            <pc:docMk/>
            <pc:sldMk cId="0" sldId="333"/>
            <ac:spMk id="4" creationId="{8AFF3C80-CB75-4683-8D75-AEFE15F76250}"/>
          </ac:spMkLst>
        </pc:spChg>
        <pc:spChg chg="add del mod">
          <ac:chgData name="Haroon Abdul Waheed Majid" userId="f6d2735af1100680" providerId="LiveId" clId="{3F681AE7-30D1-4D83-941E-CDD71179FD76}" dt="2021-10-17T17:02:41.371" v="157" actId="6264"/>
          <ac:spMkLst>
            <pc:docMk/>
            <pc:sldMk cId="0" sldId="333"/>
            <ac:spMk id="5" creationId="{1D87A3D9-6B41-46F9-8C38-D0EE64D32E62}"/>
          </ac:spMkLst>
        </pc:spChg>
        <pc:spChg chg="add del mod">
          <ac:chgData name="Haroon Abdul Waheed Majid" userId="f6d2735af1100680" providerId="LiveId" clId="{3F681AE7-30D1-4D83-941E-CDD71179FD76}" dt="2021-10-17T17:02:41.371" v="157" actId="6264"/>
          <ac:spMkLst>
            <pc:docMk/>
            <pc:sldMk cId="0" sldId="333"/>
            <ac:spMk id="6" creationId="{1F5667C2-9239-4BB2-B221-179052CDEAD8}"/>
          </ac:spMkLst>
        </pc:spChg>
        <pc:spChg chg="add del mod">
          <ac:chgData name="Haroon Abdul Waheed Majid" userId="f6d2735af1100680" providerId="LiveId" clId="{3F681AE7-30D1-4D83-941E-CDD71179FD76}" dt="2021-10-17T17:02:41.371" v="157" actId="6264"/>
          <ac:spMkLst>
            <pc:docMk/>
            <pc:sldMk cId="0" sldId="333"/>
            <ac:spMk id="7" creationId="{D44B3655-E608-49E3-9CDD-13E11475926F}"/>
          </ac:spMkLst>
        </pc:spChg>
        <pc:spChg chg="mod ord">
          <ac:chgData name="Haroon Abdul Waheed Majid" userId="f6d2735af1100680" providerId="LiveId" clId="{3F681AE7-30D1-4D83-941E-CDD71179FD76}" dt="2021-10-17T17:02:41.371" v="157" actId="6264"/>
          <ac:spMkLst>
            <pc:docMk/>
            <pc:sldMk cId="0" sldId="333"/>
            <ac:spMk id="10243" creationId="{15C78D6B-04AE-4162-947C-EC838360DEE4}"/>
          </ac:spMkLst>
        </pc:spChg>
        <pc:spChg chg="mod ord">
          <ac:chgData name="Haroon Abdul Waheed Majid" userId="f6d2735af1100680" providerId="LiveId" clId="{3F681AE7-30D1-4D83-941E-CDD71179FD76}" dt="2021-10-17T17:02:41.371" v="157" actId="6264"/>
          <ac:spMkLst>
            <pc:docMk/>
            <pc:sldMk cId="0" sldId="333"/>
            <ac:spMk id="10244" creationId="{80D33891-4CF2-40F0-AD39-8B0DB426005D}"/>
          </ac:spMkLst>
        </pc:spChg>
        <pc:spChg chg="mod ord">
          <ac:chgData name="Haroon Abdul Waheed Majid" userId="f6d2735af1100680" providerId="LiveId" clId="{3F681AE7-30D1-4D83-941E-CDD71179FD76}" dt="2021-10-17T17:02:41.371" v="157" actId="6264"/>
          <ac:spMkLst>
            <pc:docMk/>
            <pc:sldMk cId="0" sldId="333"/>
            <ac:spMk id="15361" creationId="{00C46437-8835-46B2-A2F7-4FA77178571E}"/>
          </ac:spMkLst>
        </pc:spChg>
      </pc:sldChg>
      <pc:sldChg chg="addSp delSp modSp mod chgLayout">
        <pc:chgData name="Haroon Abdul Waheed Majid" userId="f6d2735af1100680" providerId="LiveId" clId="{3F681AE7-30D1-4D83-941E-CDD71179FD76}" dt="2021-10-17T17:02:41.413" v="159" actId="27636"/>
        <pc:sldMkLst>
          <pc:docMk/>
          <pc:sldMk cId="0" sldId="334"/>
        </pc:sldMkLst>
        <pc:spChg chg="add del mod">
          <ac:chgData name="Haroon Abdul Waheed Majid" userId="f6d2735af1100680" providerId="LiveId" clId="{3F681AE7-30D1-4D83-941E-CDD71179FD76}" dt="2021-10-17T17:02:41.371" v="157" actId="6264"/>
          <ac:spMkLst>
            <pc:docMk/>
            <pc:sldMk cId="0" sldId="334"/>
            <ac:spMk id="2" creationId="{8BD0F2DE-90D5-409D-9F42-C69B2B2979BA}"/>
          </ac:spMkLst>
        </pc:spChg>
        <pc:spChg chg="add del mod">
          <ac:chgData name="Haroon Abdul Waheed Majid" userId="f6d2735af1100680" providerId="LiveId" clId="{3F681AE7-30D1-4D83-941E-CDD71179FD76}" dt="2021-10-17T17:02:41.371" v="157" actId="6264"/>
          <ac:spMkLst>
            <pc:docMk/>
            <pc:sldMk cId="0" sldId="334"/>
            <ac:spMk id="3" creationId="{AA2F29A2-1B9C-47A7-A1BE-AABB7AC3E1B8}"/>
          </ac:spMkLst>
        </pc:spChg>
        <pc:spChg chg="add del mod">
          <ac:chgData name="Haroon Abdul Waheed Majid" userId="f6d2735af1100680" providerId="LiveId" clId="{3F681AE7-30D1-4D83-941E-CDD71179FD76}" dt="2021-10-17T17:02:41.371" v="157" actId="6264"/>
          <ac:spMkLst>
            <pc:docMk/>
            <pc:sldMk cId="0" sldId="334"/>
            <ac:spMk id="4" creationId="{8D326168-4D1D-4DF5-A09E-515F72CDA259}"/>
          </ac:spMkLst>
        </pc:spChg>
        <pc:spChg chg="mod ord">
          <ac:chgData name="Haroon Abdul Waheed Majid" userId="f6d2735af1100680" providerId="LiveId" clId="{3F681AE7-30D1-4D83-941E-CDD71179FD76}" dt="2021-10-17T17:02:41.413" v="159" actId="27636"/>
          <ac:spMkLst>
            <pc:docMk/>
            <pc:sldMk cId="0" sldId="334"/>
            <ac:spMk id="13315" creationId="{7192AE5C-658B-4795-882B-78DA67EC68D9}"/>
          </ac:spMkLst>
        </pc:spChg>
        <pc:spChg chg="mod ord">
          <ac:chgData name="Haroon Abdul Waheed Majid" userId="f6d2735af1100680" providerId="LiveId" clId="{3F681AE7-30D1-4D83-941E-CDD71179FD76}" dt="2021-10-17T17:02:41.371" v="157" actId="6264"/>
          <ac:spMkLst>
            <pc:docMk/>
            <pc:sldMk cId="0" sldId="334"/>
            <ac:spMk id="13316" creationId="{3E6A7A28-9DFA-4700-B49F-A2DE40A1BF68}"/>
          </ac:spMkLst>
        </pc:spChg>
        <pc:spChg chg="mod ord">
          <ac:chgData name="Haroon Abdul Waheed Majid" userId="f6d2735af1100680" providerId="LiveId" clId="{3F681AE7-30D1-4D83-941E-CDD71179FD76}" dt="2021-10-17T17:02:41.371" v="157" actId="6264"/>
          <ac:spMkLst>
            <pc:docMk/>
            <pc:sldMk cId="0" sldId="334"/>
            <ac:spMk id="19457" creationId="{B57CE51D-A741-4F2C-A0FE-D268B8AAD383}"/>
          </ac:spMkLst>
        </pc:spChg>
      </pc:sldChg>
      <pc:sldChg chg="addSp delSp modSp mod chgLayout">
        <pc:chgData name="Haroon Abdul Waheed Majid" userId="f6d2735af1100680" providerId="LiveId" clId="{3F681AE7-30D1-4D83-941E-CDD71179FD76}" dt="2021-10-17T17:02:41.371" v="157" actId="6264"/>
        <pc:sldMkLst>
          <pc:docMk/>
          <pc:sldMk cId="0" sldId="336"/>
        </pc:sldMkLst>
        <pc:spChg chg="add del mod">
          <ac:chgData name="Haroon Abdul Waheed Majid" userId="f6d2735af1100680" providerId="LiveId" clId="{3F681AE7-30D1-4D83-941E-CDD71179FD76}" dt="2021-10-17T17:02:41.371" v="157" actId="6264"/>
          <ac:spMkLst>
            <pc:docMk/>
            <pc:sldMk cId="0" sldId="336"/>
            <ac:spMk id="2" creationId="{466D5339-C6D9-43F6-A3AF-D8019C35121C}"/>
          </ac:spMkLst>
        </pc:spChg>
        <pc:spChg chg="add del mod">
          <ac:chgData name="Haroon Abdul Waheed Majid" userId="f6d2735af1100680" providerId="LiveId" clId="{3F681AE7-30D1-4D83-941E-CDD71179FD76}" dt="2021-10-17T17:02:41.371" v="157" actId="6264"/>
          <ac:spMkLst>
            <pc:docMk/>
            <pc:sldMk cId="0" sldId="336"/>
            <ac:spMk id="3" creationId="{3BE99A3C-1EB4-47D2-AD81-BB06EBF79BED}"/>
          </ac:spMkLst>
        </pc:spChg>
        <pc:spChg chg="add del mod">
          <ac:chgData name="Haroon Abdul Waheed Majid" userId="f6d2735af1100680" providerId="LiveId" clId="{3F681AE7-30D1-4D83-941E-CDD71179FD76}" dt="2021-10-17T17:02:41.371" v="157" actId="6264"/>
          <ac:spMkLst>
            <pc:docMk/>
            <pc:sldMk cId="0" sldId="336"/>
            <ac:spMk id="4" creationId="{9874DCDD-544C-4086-B672-DDE6266B6E3E}"/>
          </ac:spMkLst>
        </pc:spChg>
        <pc:spChg chg="mod ord">
          <ac:chgData name="Haroon Abdul Waheed Majid" userId="f6d2735af1100680" providerId="LiveId" clId="{3F681AE7-30D1-4D83-941E-CDD71179FD76}" dt="2021-10-17T17:02:41.371" v="157" actId="6264"/>
          <ac:spMkLst>
            <pc:docMk/>
            <pc:sldMk cId="0" sldId="336"/>
            <ac:spMk id="19459" creationId="{013E46AE-D62F-4726-84DD-C70C94ADFAB2}"/>
          </ac:spMkLst>
        </pc:spChg>
        <pc:spChg chg="mod ord">
          <ac:chgData name="Haroon Abdul Waheed Majid" userId="f6d2735af1100680" providerId="LiveId" clId="{3F681AE7-30D1-4D83-941E-CDD71179FD76}" dt="2021-10-17T17:02:41.371" v="157" actId="6264"/>
          <ac:spMkLst>
            <pc:docMk/>
            <pc:sldMk cId="0" sldId="336"/>
            <ac:spMk id="19460" creationId="{B0999731-5445-43ED-BF35-FD3BFC8A3ED6}"/>
          </ac:spMkLst>
        </pc:spChg>
        <pc:spChg chg="mod ord">
          <ac:chgData name="Haroon Abdul Waheed Majid" userId="f6d2735af1100680" providerId="LiveId" clId="{3F681AE7-30D1-4D83-941E-CDD71179FD76}" dt="2021-10-17T17:02:41.371" v="157" actId="6264"/>
          <ac:spMkLst>
            <pc:docMk/>
            <pc:sldMk cId="0" sldId="336"/>
            <ac:spMk id="33793" creationId="{CC7A7008-7913-4E61-996A-016DE70223D7}"/>
          </ac:spMkLst>
        </pc:spChg>
      </pc:sldChg>
      <pc:sldChg chg="addSp delSp modSp mod chgLayout">
        <pc:chgData name="Haroon Abdul Waheed Majid" userId="f6d2735af1100680" providerId="LiveId" clId="{3F681AE7-30D1-4D83-941E-CDD71179FD76}" dt="2021-10-17T17:02:41.417" v="160" actId="27636"/>
        <pc:sldMkLst>
          <pc:docMk/>
          <pc:sldMk cId="0" sldId="349"/>
        </pc:sldMkLst>
        <pc:spChg chg="mod ord">
          <ac:chgData name="Haroon Abdul Waheed Majid" userId="f6d2735af1100680" providerId="LiveId" clId="{3F681AE7-30D1-4D83-941E-CDD71179FD76}" dt="2021-10-17T17:02:41.371" v="157" actId="6264"/>
          <ac:spMkLst>
            <pc:docMk/>
            <pc:sldMk cId="0" sldId="349"/>
            <ac:spMk id="2" creationId="{E3DF83CF-ECEA-4609-A1A1-E63A2163877F}"/>
          </ac:spMkLst>
        </pc:spChg>
        <pc:spChg chg="add del mod">
          <ac:chgData name="Haroon Abdul Waheed Majid" userId="f6d2735af1100680" providerId="LiveId" clId="{3F681AE7-30D1-4D83-941E-CDD71179FD76}" dt="2021-10-17T17:02:41.371" v="157" actId="6264"/>
          <ac:spMkLst>
            <pc:docMk/>
            <pc:sldMk cId="0" sldId="349"/>
            <ac:spMk id="3" creationId="{77AB9E34-20B8-46F6-BACA-21223A6AF53B}"/>
          </ac:spMkLst>
        </pc:spChg>
        <pc:spChg chg="add del mod">
          <ac:chgData name="Haroon Abdul Waheed Majid" userId="f6d2735af1100680" providerId="LiveId" clId="{3F681AE7-30D1-4D83-941E-CDD71179FD76}" dt="2021-10-17T17:02:41.371" v="157" actId="6264"/>
          <ac:spMkLst>
            <pc:docMk/>
            <pc:sldMk cId="0" sldId="349"/>
            <ac:spMk id="4" creationId="{4F83DF19-6575-4637-BE30-5C60946A074E}"/>
          </ac:spMkLst>
        </pc:spChg>
        <pc:spChg chg="add del mod">
          <ac:chgData name="Haroon Abdul Waheed Majid" userId="f6d2735af1100680" providerId="LiveId" clId="{3F681AE7-30D1-4D83-941E-CDD71179FD76}" dt="2021-10-17T17:02:41.371" v="157" actId="6264"/>
          <ac:spMkLst>
            <pc:docMk/>
            <pc:sldMk cId="0" sldId="349"/>
            <ac:spMk id="5" creationId="{FE92EB86-855C-489D-A73A-B1D523D97D04}"/>
          </ac:spMkLst>
        </pc:spChg>
        <pc:spChg chg="mod ord">
          <ac:chgData name="Haroon Abdul Waheed Majid" userId="f6d2735af1100680" providerId="LiveId" clId="{3F681AE7-30D1-4D83-941E-CDD71179FD76}" dt="2021-10-17T17:02:41.417" v="160" actId="27636"/>
          <ac:spMkLst>
            <pc:docMk/>
            <pc:sldMk cId="0" sldId="349"/>
            <ac:spMk id="14339" creationId="{0B42EE3D-8992-47D0-9F4D-FBE341D77872}"/>
          </ac:spMkLst>
        </pc:spChg>
        <pc:spChg chg="mod ord">
          <ac:chgData name="Haroon Abdul Waheed Majid" userId="f6d2735af1100680" providerId="LiveId" clId="{3F681AE7-30D1-4D83-941E-CDD71179FD76}" dt="2021-10-17T17:02:41.371" v="157" actId="6264"/>
          <ac:spMkLst>
            <pc:docMk/>
            <pc:sldMk cId="0" sldId="349"/>
            <ac:spMk id="14340" creationId="{1263E36B-498B-47ED-948A-0B4B0F836B50}"/>
          </ac:spMkLst>
        </pc:spChg>
      </pc:sldChg>
      <pc:sldChg chg="addSp delSp modSp mod chgLayout">
        <pc:chgData name="Haroon Abdul Waheed Majid" userId="f6d2735af1100680" providerId="LiveId" clId="{3F681AE7-30D1-4D83-941E-CDD71179FD76}" dt="2021-10-17T17:02:41.409" v="158" actId="27636"/>
        <pc:sldMkLst>
          <pc:docMk/>
          <pc:sldMk cId="0" sldId="365"/>
        </pc:sldMkLst>
        <pc:spChg chg="add del mod">
          <ac:chgData name="Haroon Abdul Waheed Majid" userId="f6d2735af1100680" providerId="LiveId" clId="{3F681AE7-30D1-4D83-941E-CDD71179FD76}" dt="2021-10-17T17:02:41.371" v="157" actId="6264"/>
          <ac:spMkLst>
            <pc:docMk/>
            <pc:sldMk cId="0" sldId="365"/>
            <ac:spMk id="2" creationId="{D4208DE1-37FD-405F-AA0A-7C4DB6800ECD}"/>
          </ac:spMkLst>
        </pc:spChg>
        <pc:spChg chg="add del mod">
          <ac:chgData name="Haroon Abdul Waheed Majid" userId="f6d2735af1100680" providerId="LiveId" clId="{3F681AE7-30D1-4D83-941E-CDD71179FD76}" dt="2021-10-17T17:02:41.371" v="157" actId="6264"/>
          <ac:spMkLst>
            <pc:docMk/>
            <pc:sldMk cId="0" sldId="365"/>
            <ac:spMk id="3" creationId="{F92A0B10-4C1E-4F2F-8D9B-549D366D8124}"/>
          </ac:spMkLst>
        </pc:spChg>
        <pc:spChg chg="add del mod">
          <ac:chgData name="Haroon Abdul Waheed Majid" userId="f6d2735af1100680" providerId="LiveId" clId="{3F681AE7-30D1-4D83-941E-CDD71179FD76}" dt="2021-10-17T17:02:41.371" v="157" actId="6264"/>
          <ac:spMkLst>
            <pc:docMk/>
            <pc:sldMk cId="0" sldId="365"/>
            <ac:spMk id="4" creationId="{9567C353-F028-4C1A-9907-B909BCD582C3}"/>
          </ac:spMkLst>
        </pc:spChg>
        <pc:spChg chg="mod ord">
          <ac:chgData name="Haroon Abdul Waheed Majid" userId="f6d2735af1100680" providerId="LiveId" clId="{3F681AE7-30D1-4D83-941E-CDD71179FD76}" dt="2021-10-17T17:02:41.409" v="158" actId="27636"/>
          <ac:spMkLst>
            <pc:docMk/>
            <pc:sldMk cId="0" sldId="365"/>
            <ac:spMk id="12291" creationId="{7D3124FA-0C44-45A4-9BFE-9476B7FA66C4}"/>
          </ac:spMkLst>
        </pc:spChg>
        <pc:spChg chg="mod ord">
          <ac:chgData name="Haroon Abdul Waheed Majid" userId="f6d2735af1100680" providerId="LiveId" clId="{3F681AE7-30D1-4D83-941E-CDD71179FD76}" dt="2021-10-17T17:02:41.371" v="157" actId="6264"/>
          <ac:spMkLst>
            <pc:docMk/>
            <pc:sldMk cId="0" sldId="365"/>
            <ac:spMk id="12292" creationId="{ACDF72CA-73B1-422E-A1E3-FCA51C3631C4}"/>
          </ac:spMkLst>
        </pc:spChg>
        <pc:spChg chg="mod ord">
          <ac:chgData name="Haroon Abdul Waheed Majid" userId="f6d2735af1100680" providerId="LiveId" clId="{3F681AE7-30D1-4D83-941E-CDD71179FD76}" dt="2021-10-17T17:02:41.371" v="157" actId="6264"/>
          <ac:spMkLst>
            <pc:docMk/>
            <pc:sldMk cId="0" sldId="365"/>
            <ac:spMk id="18433" creationId="{6FFD9614-A7DE-4076-92A0-614F2CF09735}"/>
          </ac:spMkLst>
        </pc:spChg>
      </pc:sldChg>
      <pc:sldChg chg="addSp delSp modSp mod chgLayout">
        <pc:chgData name="Haroon Abdul Waheed Majid" userId="f6d2735af1100680" providerId="LiveId" clId="{3F681AE7-30D1-4D83-941E-CDD71179FD76}" dt="2021-10-17T17:13:52.260" v="470" actId="6549"/>
        <pc:sldMkLst>
          <pc:docMk/>
          <pc:sldMk cId="0" sldId="366"/>
        </pc:sldMkLst>
        <pc:spChg chg="mod ord">
          <ac:chgData name="Haroon Abdul Waheed Majid" userId="f6d2735af1100680" providerId="LiveId" clId="{3F681AE7-30D1-4D83-941E-CDD71179FD76}" dt="2021-10-17T17:02:41.371" v="157" actId="6264"/>
          <ac:spMkLst>
            <pc:docMk/>
            <pc:sldMk cId="0" sldId="366"/>
            <ac:spMk id="2" creationId="{70400AD1-17A3-4503-BE08-89686CA7CAE9}"/>
          </ac:spMkLst>
        </pc:spChg>
        <pc:spChg chg="add del mod">
          <ac:chgData name="Haroon Abdul Waheed Majid" userId="f6d2735af1100680" providerId="LiveId" clId="{3F681AE7-30D1-4D83-941E-CDD71179FD76}" dt="2021-10-17T17:02:41.371" v="157" actId="6264"/>
          <ac:spMkLst>
            <pc:docMk/>
            <pc:sldMk cId="0" sldId="366"/>
            <ac:spMk id="3" creationId="{17C489E8-FCE8-4196-8BA4-EE3E8F0D3A07}"/>
          </ac:spMkLst>
        </pc:spChg>
        <pc:spChg chg="add del mod">
          <ac:chgData name="Haroon Abdul Waheed Majid" userId="f6d2735af1100680" providerId="LiveId" clId="{3F681AE7-30D1-4D83-941E-CDD71179FD76}" dt="2021-10-17T17:02:41.371" v="157" actId="6264"/>
          <ac:spMkLst>
            <pc:docMk/>
            <pc:sldMk cId="0" sldId="366"/>
            <ac:spMk id="4" creationId="{40A1716D-5EF1-4BE5-8211-AAE6888A8198}"/>
          </ac:spMkLst>
        </pc:spChg>
        <pc:spChg chg="add del mod">
          <ac:chgData name="Haroon Abdul Waheed Majid" userId="f6d2735af1100680" providerId="LiveId" clId="{3F681AE7-30D1-4D83-941E-CDD71179FD76}" dt="2021-10-17T17:02:41.371" v="157" actId="6264"/>
          <ac:spMkLst>
            <pc:docMk/>
            <pc:sldMk cId="0" sldId="366"/>
            <ac:spMk id="5" creationId="{082CD264-A002-4CC3-8029-04CB6BBE1178}"/>
          </ac:spMkLst>
        </pc:spChg>
        <pc:spChg chg="mod ord">
          <ac:chgData name="Haroon Abdul Waheed Majid" userId="f6d2735af1100680" providerId="LiveId" clId="{3F681AE7-30D1-4D83-941E-CDD71179FD76}" dt="2021-10-17T17:13:52.260" v="470" actId="6549"/>
          <ac:spMkLst>
            <pc:docMk/>
            <pc:sldMk cId="0" sldId="366"/>
            <ac:spMk id="20483" creationId="{6F223BA8-753D-446F-8E09-5F784076B8B7}"/>
          </ac:spMkLst>
        </pc:spChg>
        <pc:spChg chg="mod ord">
          <ac:chgData name="Haroon Abdul Waheed Majid" userId="f6d2735af1100680" providerId="LiveId" clId="{3F681AE7-30D1-4D83-941E-CDD71179FD76}" dt="2021-10-17T17:02:41.371" v="157" actId="6264"/>
          <ac:spMkLst>
            <pc:docMk/>
            <pc:sldMk cId="0" sldId="366"/>
            <ac:spMk id="20484" creationId="{C85C0A00-E193-453D-9E45-172EACA1CB9C}"/>
          </ac:spMkLst>
        </pc:spChg>
      </pc:sldChg>
      <pc:sldChg chg="addSp delSp modSp mod chgLayout">
        <pc:chgData name="Haroon Abdul Waheed Majid" userId="f6d2735af1100680" providerId="LiveId" clId="{3F681AE7-30D1-4D83-941E-CDD71179FD76}" dt="2021-10-17T17:02:41.449" v="166" actId="27636"/>
        <pc:sldMkLst>
          <pc:docMk/>
          <pc:sldMk cId="0" sldId="367"/>
        </pc:sldMkLst>
        <pc:spChg chg="mod ord">
          <ac:chgData name="Haroon Abdul Waheed Majid" userId="f6d2735af1100680" providerId="LiveId" clId="{3F681AE7-30D1-4D83-941E-CDD71179FD76}" dt="2021-10-17T17:02:41.371" v="157" actId="6264"/>
          <ac:spMkLst>
            <pc:docMk/>
            <pc:sldMk cId="0" sldId="367"/>
            <ac:spMk id="2" creationId="{D5E2EE77-44A5-4B2E-A597-3B64B920E416}"/>
          </ac:spMkLst>
        </pc:spChg>
        <pc:spChg chg="add del mod">
          <ac:chgData name="Haroon Abdul Waheed Majid" userId="f6d2735af1100680" providerId="LiveId" clId="{3F681AE7-30D1-4D83-941E-CDD71179FD76}" dt="2021-10-17T17:02:41.371" v="157" actId="6264"/>
          <ac:spMkLst>
            <pc:docMk/>
            <pc:sldMk cId="0" sldId="367"/>
            <ac:spMk id="3" creationId="{C6A99048-DEAB-4BAC-9DD0-32230AA04E15}"/>
          </ac:spMkLst>
        </pc:spChg>
        <pc:spChg chg="add del mod">
          <ac:chgData name="Haroon Abdul Waheed Majid" userId="f6d2735af1100680" providerId="LiveId" clId="{3F681AE7-30D1-4D83-941E-CDD71179FD76}" dt="2021-10-17T17:02:41.371" v="157" actId="6264"/>
          <ac:spMkLst>
            <pc:docMk/>
            <pc:sldMk cId="0" sldId="367"/>
            <ac:spMk id="4" creationId="{62390647-6C9C-4404-9A13-B86407FF9C7A}"/>
          </ac:spMkLst>
        </pc:spChg>
        <pc:spChg chg="add del mod">
          <ac:chgData name="Haroon Abdul Waheed Majid" userId="f6d2735af1100680" providerId="LiveId" clId="{3F681AE7-30D1-4D83-941E-CDD71179FD76}" dt="2021-10-17T17:02:41.371" v="157" actId="6264"/>
          <ac:spMkLst>
            <pc:docMk/>
            <pc:sldMk cId="0" sldId="367"/>
            <ac:spMk id="5" creationId="{22500BAF-5A5A-48AF-BC48-D05C4BC2AE96}"/>
          </ac:spMkLst>
        </pc:spChg>
        <pc:spChg chg="mod ord">
          <ac:chgData name="Haroon Abdul Waheed Majid" userId="f6d2735af1100680" providerId="LiveId" clId="{3F681AE7-30D1-4D83-941E-CDD71179FD76}" dt="2021-10-17T17:02:41.449" v="166" actId="27636"/>
          <ac:spMkLst>
            <pc:docMk/>
            <pc:sldMk cId="0" sldId="367"/>
            <ac:spMk id="24579" creationId="{982AC044-AEE9-4E34-B3F9-717A5BE48145}"/>
          </ac:spMkLst>
        </pc:spChg>
        <pc:spChg chg="mod ord">
          <ac:chgData name="Haroon Abdul Waheed Majid" userId="f6d2735af1100680" providerId="LiveId" clId="{3F681AE7-30D1-4D83-941E-CDD71179FD76}" dt="2021-10-17T17:02:41.371" v="157" actId="6264"/>
          <ac:spMkLst>
            <pc:docMk/>
            <pc:sldMk cId="0" sldId="367"/>
            <ac:spMk id="24580" creationId="{A2A6261E-BCAA-48CC-A1AB-41716F0E074A}"/>
          </ac:spMkLst>
        </pc:spChg>
      </pc:sldChg>
      <pc:sldChg chg="addSp delSp modSp mod chgLayout">
        <pc:chgData name="Haroon Abdul Waheed Majid" userId="f6d2735af1100680" providerId="LiveId" clId="{3F681AE7-30D1-4D83-941E-CDD71179FD76}" dt="2021-10-17T17:15:35.506" v="477" actId="14100"/>
        <pc:sldMkLst>
          <pc:docMk/>
          <pc:sldMk cId="0" sldId="368"/>
        </pc:sldMkLst>
        <pc:spChg chg="mod ord">
          <ac:chgData name="Haroon Abdul Waheed Majid" userId="f6d2735af1100680" providerId="LiveId" clId="{3F681AE7-30D1-4D83-941E-CDD71179FD76}" dt="2021-10-17T17:15:35.506" v="477" actId="14100"/>
          <ac:spMkLst>
            <pc:docMk/>
            <pc:sldMk cId="0" sldId="368"/>
            <ac:spMk id="2" creationId="{E398C1F4-E8FA-41B0-BAF8-1BA9E595097B}"/>
          </ac:spMkLst>
        </pc:spChg>
        <pc:spChg chg="add del mod">
          <ac:chgData name="Haroon Abdul Waheed Majid" userId="f6d2735af1100680" providerId="LiveId" clId="{3F681AE7-30D1-4D83-941E-CDD71179FD76}" dt="2021-10-17T17:02:41.371" v="157" actId="6264"/>
          <ac:spMkLst>
            <pc:docMk/>
            <pc:sldMk cId="0" sldId="368"/>
            <ac:spMk id="3" creationId="{D12F5AF9-A825-4DDD-98A0-05E947D88080}"/>
          </ac:spMkLst>
        </pc:spChg>
        <pc:spChg chg="add del mod">
          <ac:chgData name="Haroon Abdul Waheed Majid" userId="f6d2735af1100680" providerId="LiveId" clId="{3F681AE7-30D1-4D83-941E-CDD71179FD76}" dt="2021-10-17T17:02:41.371" v="157" actId="6264"/>
          <ac:spMkLst>
            <pc:docMk/>
            <pc:sldMk cId="0" sldId="368"/>
            <ac:spMk id="4" creationId="{E5076615-0AA6-4ED0-BC5E-AA02537237B1}"/>
          </ac:spMkLst>
        </pc:spChg>
        <pc:spChg chg="add del mod">
          <ac:chgData name="Haroon Abdul Waheed Majid" userId="f6d2735af1100680" providerId="LiveId" clId="{3F681AE7-30D1-4D83-941E-CDD71179FD76}" dt="2021-10-17T17:02:41.371" v="157" actId="6264"/>
          <ac:spMkLst>
            <pc:docMk/>
            <pc:sldMk cId="0" sldId="368"/>
            <ac:spMk id="5" creationId="{4993D6A4-8E13-46D0-859A-EBCC3A80A6C1}"/>
          </ac:spMkLst>
        </pc:spChg>
        <pc:spChg chg="mod ord">
          <ac:chgData name="Haroon Abdul Waheed Majid" userId="f6d2735af1100680" providerId="LiveId" clId="{3F681AE7-30D1-4D83-941E-CDD71179FD76}" dt="2021-10-17T17:02:41.453" v="167" actId="27636"/>
          <ac:spMkLst>
            <pc:docMk/>
            <pc:sldMk cId="0" sldId="368"/>
            <ac:spMk id="25603" creationId="{6BA4FBF4-54A7-4B8D-94F8-ED5FEEA0E5E8}"/>
          </ac:spMkLst>
        </pc:spChg>
        <pc:spChg chg="mod ord">
          <ac:chgData name="Haroon Abdul Waheed Majid" userId="f6d2735af1100680" providerId="LiveId" clId="{3F681AE7-30D1-4D83-941E-CDD71179FD76}" dt="2021-10-17T17:02:41.371" v="157" actId="6264"/>
          <ac:spMkLst>
            <pc:docMk/>
            <pc:sldMk cId="0" sldId="368"/>
            <ac:spMk id="25604" creationId="{EF591D70-C47C-4DCD-B3D9-1690E75DEF2D}"/>
          </ac:spMkLst>
        </pc:spChg>
      </pc:sldChg>
      <pc:sldChg chg="addSp delSp modSp mod chgLayout">
        <pc:chgData name="Haroon Abdul Waheed Majid" userId="f6d2735af1100680" providerId="LiveId" clId="{3F681AE7-30D1-4D83-941E-CDD71179FD76}" dt="2021-10-17T17:02:41.461" v="170" actId="27636"/>
        <pc:sldMkLst>
          <pc:docMk/>
          <pc:sldMk cId="0" sldId="369"/>
        </pc:sldMkLst>
        <pc:spChg chg="mod ord">
          <ac:chgData name="Haroon Abdul Waheed Majid" userId="f6d2735af1100680" providerId="LiveId" clId="{3F681AE7-30D1-4D83-941E-CDD71179FD76}" dt="2021-10-17T17:02:41.453" v="169" actId="27636"/>
          <ac:spMkLst>
            <pc:docMk/>
            <pc:sldMk cId="0" sldId="369"/>
            <ac:spMk id="2" creationId="{E1D0C3A3-724B-4652-B1F2-2E6883B3E2AE}"/>
          </ac:spMkLst>
        </pc:spChg>
        <pc:spChg chg="add del mod">
          <ac:chgData name="Haroon Abdul Waheed Majid" userId="f6d2735af1100680" providerId="LiveId" clId="{3F681AE7-30D1-4D83-941E-CDD71179FD76}" dt="2021-10-17T17:02:41.371" v="157" actId="6264"/>
          <ac:spMkLst>
            <pc:docMk/>
            <pc:sldMk cId="0" sldId="369"/>
            <ac:spMk id="3" creationId="{4BE12690-4AB3-4505-B316-7E1D6FAC129C}"/>
          </ac:spMkLst>
        </pc:spChg>
        <pc:spChg chg="add del mod">
          <ac:chgData name="Haroon Abdul Waheed Majid" userId="f6d2735af1100680" providerId="LiveId" clId="{3F681AE7-30D1-4D83-941E-CDD71179FD76}" dt="2021-10-17T17:02:41.371" v="157" actId="6264"/>
          <ac:spMkLst>
            <pc:docMk/>
            <pc:sldMk cId="0" sldId="369"/>
            <ac:spMk id="4" creationId="{74A0D3BD-CBAD-4ABB-B08C-738D7479C39E}"/>
          </ac:spMkLst>
        </pc:spChg>
        <pc:spChg chg="add del mod">
          <ac:chgData name="Haroon Abdul Waheed Majid" userId="f6d2735af1100680" providerId="LiveId" clId="{3F681AE7-30D1-4D83-941E-CDD71179FD76}" dt="2021-10-17T17:02:41.371" v="157" actId="6264"/>
          <ac:spMkLst>
            <pc:docMk/>
            <pc:sldMk cId="0" sldId="369"/>
            <ac:spMk id="5" creationId="{8723F1C9-1B32-4542-89A3-84075A7A48A7}"/>
          </ac:spMkLst>
        </pc:spChg>
        <pc:spChg chg="mod ord">
          <ac:chgData name="Haroon Abdul Waheed Majid" userId="f6d2735af1100680" providerId="LiveId" clId="{3F681AE7-30D1-4D83-941E-CDD71179FD76}" dt="2021-10-17T17:02:41.461" v="170" actId="27636"/>
          <ac:spMkLst>
            <pc:docMk/>
            <pc:sldMk cId="0" sldId="369"/>
            <ac:spMk id="26627" creationId="{31DCD35D-69BA-4714-ABD6-0075AED9E12A}"/>
          </ac:spMkLst>
        </pc:spChg>
        <pc:spChg chg="mod ord">
          <ac:chgData name="Haroon Abdul Waheed Majid" userId="f6d2735af1100680" providerId="LiveId" clId="{3F681AE7-30D1-4D83-941E-CDD71179FD76}" dt="2021-10-17T17:02:41.371" v="157" actId="6264"/>
          <ac:spMkLst>
            <pc:docMk/>
            <pc:sldMk cId="0" sldId="369"/>
            <ac:spMk id="26628" creationId="{AF559331-942E-420A-8468-6B5CF9EDC6C9}"/>
          </ac:spMkLst>
        </pc:spChg>
      </pc:sldChg>
      <pc:sldChg chg="addSp delSp modSp mod chgLayout">
        <pc:chgData name="Haroon Abdul Waheed Majid" userId="f6d2735af1100680" providerId="LiveId" clId="{3F681AE7-30D1-4D83-941E-CDD71179FD76}" dt="2021-10-17T17:02:41.473" v="172" actId="27636"/>
        <pc:sldMkLst>
          <pc:docMk/>
          <pc:sldMk cId="0" sldId="370"/>
        </pc:sldMkLst>
        <pc:spChg chg="mod ord">
          <ac:chgData name="Haroon Abdul Waheed Majid" userId="f6d2735af1100680" providerId="LiveId" clId="{3F681AE7-30D1-4D83-941E-CDD71179FD76}" dt="2021-10-17T17:02:41.371" v="157" actId="6264"/>
          <ac:spMkLst>
            <pc:docMk/>
            <pc:sldMk cId="0" sldId="370"/>
            <ac:spMk id="2" creationId="{FB88DBE2-1718-48C0-BD66-39361D12BF89}"/>
          </ac:spMkLst>
        </pc:spChg>
        <pc:spChg chg="add del mod">
          <ac:chgData name="Haroon Abdul Waheed Majid" userId="f6d2735af1100680" providerId="LiveId" clId="{3F681AE7-30D1-4D83-941E-CDD71179FD76}" dt="2021-10-17T17:02:41.371" v="157" actId="6264"/>
          <ac:spMkLst>
            <pc:docMk/>
            <pc:sldMk cId="0" sldId="370"/>
            <ac:spMk id="3" creationId="{B2361798-1E20-4AED-BFEC-4432F196729F}"/>
          </ac:spMkLst>
        </pc:spChg>
        <pc:spChg chg="add del mod">
          <ac:chgData name="Haroon Abdul Waheed Majid" userId="f6d2735af1100680" providerId="LiveId" clId="{3F681AE7-30D1-4D83-941E-CDD71179FD76}" dt="2021-10-17T17:02:41.371" v="157" actId="6264"/>
          <ac:spMkLst>
            <pc:docMk/>
            <pc:sldMk cId="0" sldId="370"/>
            <ac:spMk id="4" creationId="{AC7D8182-FEE7-4DA9-B72B-33AB9BE97CA1}"/>
          </ac:spMkLst>
        </pc:spChg>
        <pc:spChg chg="add del mod">
          <ac:chgData name="Haroon Abdul Waheed Majid" userId="f6d2735af1100680" providerId="LiveId" clId="{3F681AE7-30D1-4D83-941E-CDD71179FD76}" dt="2021-10-17T17:02:41.371" v="157" actId="6264"/>
          <ac:spMkLst>
            <pc:docMk/>
            <pc:sldMk cId="0" sldId="370"/>
            <ac:spMk id="5" creationId="{59E1920D-4AA8-41B6-A074-40878BE0E3E3}"/>
          </ac:spMkLst>
        </pc:spChg>
        <pc:spChg chg="mod ord">
          <ac:chgData name="Haroon Abdul Waheed Majid" userId="f6d2735af1100680" providerId="LiveId" clId="{3F681AE7-30D1-4D83-941E-CDD71179FD76}" dt="2021-10-17T17:02:41.473" v="172" actId="27636"/>
          <ac:spMkLst>
            <pc:docMk/>
            <pc:sldMk cId="0" sldId="370"/>
            <ac:spMk id="29699" creationId="{786CE066-0E7E-42BA-806F-5AF5DA3AC789}"/>
          </ac:spMkLst>
        </pc:spChg>
        <pc:spChg chg="mod ord">
          <ac:chgData name="Haroon Abdul Waheed Majid" userId="f6d2735af1100680" providerId="LiveId" clId="{3F681AE7-30D1-4D83-941E-CDD71179FD76}" dt="2021-10-17T17:02:41.371" v="157" actId="6264"/>
          <ac:spMkLst>
            <pc:docMk/>
            <pc:sldMk cId="0" sldId="370"/>
            <ac:spMk id="29700" creationId="{A5508DF2-3FCB-4E04-A6F1-60196098C9DE}"/>
          </ac:spMkLst>
        </pc:spChg>
      </pc:sldChg>
      <pc:sldChg chg="addSp delSp modSp mod chgLayout">
        <pc:chgData name="Haroon Abdul Waheed Majid" userId="f6d2735af1100680" providerId="LiveId" clId="{3F681AE7-30D1-4D83-941E-CDD71179FD76}" dt="2021-10-17T17:02:41.481" v="173" actId="27636"/>
        <pc:sldMkLst>
          <pc:docMk/>
          <pc:sldMk cId="0" sldId="371"/>
        </pc:sldMkLst>
        <pc:spChg chg="mod ord">
          <ac:chgData name="Haroon Abdul Waheed Majid" userId="f6d2735af1100680" providerId="LiveId" clId="{3F681AE7-30D1-4D83-941E-CDD71179FD76}" dt="2021-10-17T17:02:41.371" v="157" actId="6264"/>
          <ac:spMkLst>
            <pc:docMk/>
            <pc:sldMk cId="0" sldId="371"/>
            <ac:spMk id="2" creationId="{70873B5C-B43E-4533-9DF6-40B81543BAB2}"/>
          </ac:spMkLst>
        </pc:spChg>
        <pc:spChg chg="add del mod">
          <ac:chgData name="Haroon Abdul Waheed Majid" userId="f6d2735af1100680" providerId="LiveId" clId="{3F681AE7-30D1-4D83-941E-CDD71179FD76}" dt="2021-10-17T17:02:41.371" v="157" actId="6264"/>
          <ac:spMkLst>
            <pc:docMk/>
            <pc:sldMk cId="0" sldId="371"/>
            <ac:spMk id="3" creationId="{A2CFB9F5-C33A-4015-B7EC-C05B44351624}"/>
          </ac:spMkLst>
        </pc:spChg>
        <pc:spChg chg="add del mod">
          <ac:chgData name="Haroon Abdul Waheed Majid" userId="f6d2735af1100680" providerId="LiveId" clId="{3F681AE7-30D1-4D83-941E-CDD71179FD76}" dt="2021-10-17T17:02:41.371" v="157" actId="6264"/>
          <ac:spMkLst>
            <pc:docMk/>
            <pc:sldMk cId="0" sldId="371"/>
            <ac:spMk id="4" creationId="{AACD7FE9-8366-442C-B8D7-0B559907A7EA}"/>
          </ac:spMkLst>
        </pc:spChg>
        <pc:spChg chg="add del mod">
          <ac:chgData name="Haroon Abdul Waheed Majid" userId="f6d2735af1100680" providerId="LiveId" clId="{3F681AE7-30D1-4D83-941E-CDD71179FD76}" dt="2021-10-17T17:02:41.371" v="157" actId="6264"/>
          <ac:spMkLst>
            <pc:docMk/>
            <pc:sldMk cId="0" sldId="371"/>
            <ac:spMk id="5" creationId="{3D38FF81-099A-47F8-9B5D-0BA1947337F3}"/>
          </ac:spMkLst>
        </pc:spChg>
        <pc:spChg chg="mod ord">
          <ac:chgData name="Haroon Abdul Waheed Majid" userId="f6d2735af1100680" providerId="LiveId" clId="{3F681AE7-30D1-4D83-941E-CDD71179FD76}" dt="2021-10-17T17:02:41.481" v="173" actId="27636"/>
          <ac:spMkLst>
            <pc:docMk/>
            <pc:sldMk cId="0" sldId="371"/>
            <ac:spMk id="30723" creationId="{AB9208B9-C194-46A9-A8BC-F4ED9AFE571C}"/>
          </ac:spMkLst>
        </pc:spChg>
        <pc:spChg chg="mod ord">
          <ac:chgData name="Haroon Abdul Waheed Majid" userId="f6d2735af1100680" providerId="LiveId" clId="{3F681AE7-30D1-4D83-941E-CDD71179FD76}" dt="2021-10-17T17:02:41.371" v="157" actId="6264"/>
          <ac:spMkLst>
            <pc:docMk/>
            <pc:sldMk cId="0" sldId="371"/>
            <ac:spMk id="30724" creationId="{1D926D5A-D66D-45C3-B66B-DEABA728B7BB}"/>
          </ac:spMkLst>
        </pc:spChg>
      </pc:sldChg>
      <pc:sldChg chg="addSp delSp modSp mod chgLayout">
        <pc:chgData name="Haroon Abdul Waheed Majid" userId="f6d2735af1100680" providerId="LiveId" clId="{3F681AE7-30D1-4D83-941E-CDD71179FD76}" dt="2021-10-17T17:02:41.489" v="175" actId="27636"/>
        <pc:sldMkLst>
          <pc:docMk/>
          <pc:sldMk cId="0" sldId="372"/>
        </pc:sldMkLst>
        <pc:spChg chg="mod ord">
          <ac:chgData name="Haroon Abdul Waheed Majid" userId="f6d2735af1100680" providerId="LiveId" clId="{3F681AE7-30D1-4D83-941E-CDD71179FD76}" dt="2021-10-17T17:02:41.371" v="157" actId="6264"/>
          <ac:spMkLst>
            <pc:docMk/>
            <pc:sldMk cId="0" sldId="372"/>
            <ac:spMk id="2" creationId="{38420FFA-101F-4A31-8B98-07C230773532}"/>
          </ac:spMkLst>
        </pc:spChg>
        <pc:spChg chg="add del mod">
          <ac:chgData name="Haroon Abdul Waheed Majid" userId="f6d2735af1100680" providerId="LiveId" clId="{3F681AE7-30D1-4D83-941E-CDD71179FD76}" dt="2021-10-17T17:02:41.371" v="157" actId="6264"/>
          <ac:spMkLst>
            <pc:docMk/>
            <pc:sldMk cId="0" sldId="372"/>
            <ac:spMk id="3" creationId="{6B7EAD7E-F562-4FF3-B970-43B75D57C21E}"/>
          </ac:spMkLst>
        </pc:spChg>
        <pc:spChg chg="add del mod">
          <ac:chgData name="Haroon Abdul Waheed Majid" userId="f6d2735af1100680" providerId="LiveId" clId="{3F681AE7-30D1-4D83-941E-CDD71179FD76}" dt="2021-10-17T17:02:41.371" v="157" actId="6264"/>
          <ac:spMkLst>
            <pc:docMk/>
            <pc:sldMk cId="0" sldId="372"/>
            <ac:spMk id="4" creationId="{23D6FE81-AFE5-465A-8418-1BFBFB3F1361}"/>
          </ac:spMkLst>
        </pc:spChg>
        <pc:spChg chg="add del mod">
          <ac:chgData name="Haroon Abdul Waheed Majid" userId="f6d2735af1100680" providerId="LiveId" clId="{3F681AE7-30D1-4D83-941E-CDD71179FD76}" dt="2021-10-17T17:02:41.371" v="157" actId="6264"/>
          <ac:spMkLst>
            <pc:docMk/>
            <pc:sldMk cId="0" sldId="372"/>
            <ac:spMk id="5" creationId="{FAB18BF2-7413-4663-B318-426E4E5877E5}"/>
          </ac:spMkLst>
        </pc:spChg>
        <pc:spChg chg="mod ord">
          <ac:chgData name="Haroon Abdul Waheed Majid" userId="f6d2735af1100680" providerId="LiveId" clId="{3F681AE7-30D1-4D83-941E-CDD71179FD76}" dt="2021-10-17T17:02:41.489" v="175" actId="27636"/>
          <ac:spMkLst>
            <pc:docMk/>
            <pc:sldMk cId="0" sldId="372"/>
            <ac:spMk id="32771" creationId="{425FA2AC-7AF2-46D5-8D1C-98DDC9E1DD0B}"/>
          </ac:spMkLst>
        </pc:spChg>
        <pc:spChg chg="mod ord">
          <ac:chgData name="Haroon Abdul Waheed Majid" userId="f6d2735af1100680" providerId="LiveId" clId="{3F681AE7-30D1-4D83-941E-CDD71179FD76}" dt="2021-10-17T17:02:41.371" v="157" actId="6264"/>
          <ac:spMkLst>
            <pc:docMk/>
            <pc:sldMk cId="0" sldId="372"/>
            <ac:spMk id="32772" creationId="{F27BB60E-4ADA-475C-A531-77DA3DCB63ED}"/>
          </ac:spMkLst>
        </pc:spChg>
      </pc:sldChg>
      <pc:sldChg chg="addSp delSp modSp mod chgLayout">
        <pc:chgData name="Haroon Abdul Waheed Majid" userId="f6d2735af1100680" providerId="LiveId" clId="{3F681AE7-30D1-4D83-941E-CDD71179FD76}" dt="2021-10-17T17:02:41.497" v="176" actId="27636"/>
        <pc:sldMkLst>
          <pc:docMk/>
          <pc:sldMk cId="0" sldId="373"/>
        </pc:sldMkLst>
        <pc:spChg chg="mod ord">
          <ac:chgData name="Haroon Abdul Waheed Majid" userId="f6d2735af1100680" providerId="LiveId" clId="{3F681AE7-30D1-4D83-941E-CDD71179FD76}" dt="2021-10-17T17:02:41.371" v="157" actId="6264"/>
          <ac:spMkLst>
            <pc:docMk/>
            <pc:sldMk cId="0" sldId="373"/>
            <ac:spMk id="2" creationId="{1DC7DDD3-8CE6-4629-9D10-B73BF6127AF4}"/>
          </ac:spMkLst>
        </pc:spChg>
        <pc:spChg chg="add del mod">
          <ac:chgData name="Haroon Abdul Waheed Majid" userId="f6d2735af1100680" providerId="LiveId" clId="{3F681AE7-30D1-4D83-941E-CDD71179FD76}" dt="2021-10-17T17:02:41.371" v="157" actId="6264"/>
          <ac:spMkLst>
            <pc:docMk/>
            <pc:sldMk cId="0" sldId="373"/>
            <ac:spMk id="3" creationId="{0DA0D018-8449-40A6-9051-54A9D90FD54E}"/>
          </ac:spMkLst>
        </pc:spChg>
        <pc:spChg chg="add del mod">
          <ac:chgData name="Haroon Abdul Waheed Majid" userId="f6d2735af1100680" providerId="LiveId" clId="{3F681AE7-30D1-4D83-941E-CDD71179FD76}" dt="2021-10-17T17:02:41.371" v="157" actId="6264"/>
          <ac:spMkLst>
            <pc:docMk/>
            <pc:sldMk cId="0" sldId="373"/>
            <ac:spMk id="4" creationId="{7CB7BC7F-F26A-442B-9499-1D22AC998346}"/>
          </ac:spMkLst>
        </pc:spChg>
        <pc:spChg chg="add del mod">
          <ac:chgData name="Haroon Abdul Waheed Majid" userId="f6d2735af1100680" providerId="LiveId" clId="{3F681AE7-30D1-4D83-941E-CDD71179FD76}" dt="2021-10-17T17:02:41.371" v="157" actId="6264"/>
          <ac:spMkLst>
            <pc:docMk/>
            <pc:sldMk cId="0" sldId="373"/>
            <ac:spMk id="5" creationId="{E748EFA6-B185-4468-B02C-55E7E3125895}"/>
          </ac:spMkLst>
        </pc:spChg>
        <pc:spChg chg="mod ord">
          <ac:chgData name="Haroon Abdul Waheed Majid" userId="f6d2735af1100680" providerId="LiveId" clId="{3F681AE7-30D1-4D83-941E-CDD71179FD76}" dt="2021-10-17T17:02:41.497" v="176" actId="27636"/>
          <ac:spMkLst>
            <pc:docMk/>
            <pc:sldMk cId="0" sldId="373"/>
            <ac:spMk id="34819" creationId="{014697E9-7489-4169-8B4A-4B6E3617AFE7}"/>
          </ac:spMkLst>
        </pc:spChg>
        <pc:spChg chg="mod ord">
          <ac:chgData name="Haroon Abdul Waheed Majid" userId="f6d2735af1100680" providerId="LiveId" clId="{3F681AE7-30D1-4D83-941E-CDD71179FD76}" dt="2021-10-17T17:02:41.371" v="157" actId="6264"/>
          <ac:spMkLst>
            <pc:docMk/>
            <pc:sldMk cId="0" sldId="373"/>
            <ac:spMk id="34820" creationId="{35CFB903-AD90-423E-A79C-AF0843F01B37}"/>
          </ac:spMkLst>
        </pc:spChg>
      </pc:sldChg>
      <pc:sldChg chg="addSp delSp modSp mod chgLayout">
        <pc:chgData name="Haroon Abdul Waheed Majid" userId="f6d2735af1100680" providerId="LiveId" clId="{3F681AE7-30D1-4D83-941E-CDD71179FD76}" dt="2021-10-17T17:02:41.501" v="177" actId="27636"/>
        <pc:sldMkLst>
          <pc:docMk/>
          <pc:sldMk cId="0" sldId="374"/>
        </pc:sldMkLst>
        <pc:spChg chg="mod ord">
          <ac:chgData name="Haroon Abdul Waheed Majid" userId="f6d2735af1100680" providerId="LiveId" clId="{3F681AE7-30D1-4D83-941E-CDD71179FD76}" dt="2021-10-17T17:02:41.371" v="157" actId="6264"/>
          <ac:spMkLst>
            <pc:docMk/>
            <pc:sldMk cId="0" sldId="374"/>
            <ac:spMk id="2" creationId="{DDA86AF4-5AFA-4C55-8D91-9F2435C81E45}"/>
          </ac:spMkLst>
        </pc:spChg>
        <pc:spChg chg="add del mod">
          <ac:chgData name="Haroon Abdul Waheed Majid" userId="f6d2735af1100680" providerId="LiveId" clId="{3F681AE7-30D1-4D83-941E-CDD71179FD76}" dt="2021-10-17T17:02:41.371" v="157" actId="6264"/>
          <ac:spMkLst>
            <pc:docMk/>
            <pc:sldMk cId="0" sldId="374"/>
            <ac:spMk id="3" creationId="{E34F650B-3767-4E65-963B-2FBDF1CC213F}"/>
          </ac:spMkLst>
        </pc:spChg>
        <pc:spChg chg="add del mod">
          <ac:chgData name="Haroon Abdul Waheed Majid" userId="f6d2735af1100680" providerId="LiveId" clId="{3F681AE7-30D1-4D83-941E-CDD71179FD76}" dt="2021-10-17T17:02:41.371" v="157" actId="6264"/>
          <ac:spMkLst>
            <pc:docMk/>
            <pc:sldMk cId="0" sldId="374"/>
            <ac:spMk id="4" creationId="{0B672CEE-54EB-4729-8062-E97D80B25B42}"/>
          </ac:spMkLst>
        </pc:spChg>
        <pc:spChg chg="add del mod">
          <ac:chgData name="Haroon Abdul Waheed Majid" userId="f6d2735af1100680" providerId="LiveId" clId="{3F681AE7-30D1-4D83-941E-CDD71179FD76}" dt="2021-10-17T17:02:41.371" v="157" actId="6264"/>
          <ac:spMkLst>
            <pc:docMk/>
            <pc:sldMk cId="0" sldId="374"/>
            <ac:spMk id="5" creationId="{7AAD032A-0AFA-4EA6-B023-D2ACD0E27F0D}"/>
          </ac:spMkLst>
        </pc:spChg>
        <pc:spChg chg="mod ord">
          <ac:chgData name="Haroon Abdul Waheed Majid" userId="f6d2735af1100680" providerId="LiveId" clId="{3F681AE7-30D1-4D83-941E-CDD71179FD76}" dt="2021-10-17T17:02:41.501" v="177" actId="27636"/>
          <ac:spMkLst>
            <pc:docMk/>
            <pc:sldMk cId="0" sldId="374"/>
            <ac:spMk id="36867" creationId="{32A944B1-FCF7-470B-B6CE-DF0C1FAD275C}"/>
          </ac:spMkLst>
        </pc:spChg>
        <pc:spChg chg="mod ord">
          <ac:chgData name="Haroon Abdul Waheed Majid" userId="f6d2735af1100680" providerId="LiveId" clId="{3F681AE7-30D1-4D83-941E-CDD71179FD76}" dt="2021-10-17T17:02:41.371" v="157" actId="6264"/>
          <ac:spMkLst>
            <pc:docMk/>
            <pc:sldMk cId="0" sldId="374"/>
            <ac:spMk id="36868" creationId="{96ADED2B-236B-4508-94C7-FF9B4F435DF2}"/>
          </ac:spMkLst>
        </pc:spChg>
      </pc:sldChg>
      <pc:sldChg chg="addSp delSp modSp mod modClrScheme chgLayout">
        <pc:chgData name="Haroon Abdul Waheed Majid" userId="f6d2735af1100680" providerId="LiveId" clId="{3F681AE7-30D1-4D83-941E-CDD71179FD76}" dt="2021-10-17T17:10:50.790" v="432" actId="20577"/>
        <pc:sldMkLst>
          <pc:docMk/>
          <pc:sldMk cId="0" sldId="375"/>
        </pc:sldMkLst>
        <pc:spChg chg="mod">
          <ac:chgData name="Haroon Abdul Waheed Majid" userId="f6d2735af1100680" providerId="LiveId" clId="{3F681AE7-30D1-4D83-941E-CDD71179FD76}" dt="2021-10-17T17:10:50.790" v="432" actId="20577"/>
          <ac:spMkLst>
            <pc:docMk/>
            <pc:sldMk cId="0" sldId="375"/>
            <ac:spMk id="2" creationId="{2116B8D1-0750-4331-885C-AA0B34CC86A4}"/>
          </ac:spMkLst>
        </pc:spChg>
        <pc:spChg chg="mod">
          <ac:chgData name="Haroon Abdul Waheed Majid" userId="f6d2735af1100680" providerId="LiveId" clId="{3F681AE7-30D1-4D83-941E-CDD71179FD76}" dt="2021-10-17T17:10:26.529" v="424" actId="14100"/>
          <ac:spMkLst>
            <pc:docMk/>
            <pc:sldMk cId="0" sldId="375"/>
            <ac:spMk id="3" creationId="{DCA535AA-AAF1-4D52-80F3-97A62AF6369A}"/>
          </ac:spMkLst>
        </pc:spChg>
        <pc:spChg chg="mod">
          <ac:chgData name="Haroon Abdul Waheed Majid" userId="f6d2735af1100680" providerId="LiveId" clId="{3F681AE7-30D1-4D83-941E-CDD71179FD76}" dt="2021-10-17T17:10:04.653" v="421" actId="14100"/>
          <ac:spMkLst>
            <pc:docMk/>
            <pc:sldMk cId="0" sldId="375"/>
            <ac:spMk id="4" creationId="{B2DF7BAF-32E7-4BE4-9CCF-BC88A1F954EC}"/>
          </ac:spMkLst>
        </pc:spChg>
        <pc:spChg chg="mod">
          <ac:chgData name="Haroon Abdul Waheed Majid" userId="f6d2735af1100680" providerId="LiveId" clId="{3F681AE7-30D1-4D83-941E-CDD71179FD76}" dt="2021-10-17T17:09:32.820" v="391" actId="14100"/>
          <ac:spMkLst>
            <pc:docMk/>
            <pc:sldMk cId="0" sldId="375"/>
            <ac:spMk id="5" creationId="{814E7DAD-14B8-4376-BC5C-C234FDD7EAD9}"/>
          </ac:spMkLst>
        </pc:spChg>
        <pc:spChg chg="add del mod">
          <ac:chgData name="Haroon Abdul Waheed Majid" userId="f6d2735af1100680" providerId="LiveId" clId="{3F681AE7-30D1-4D83-941E-CDD71179FD76}" dt="2021-10-17T17:02:35.712" v="156" actId="6264"/>
          <ac:spMkLst>
            <pc:docMk/>
            <pc:sldMk cId="0" sldId="375"/>
            <ac:spMk id="6" creationId="{587B574F-EB34-45A1-B557-BD10E7B4DDCF}"/>
          </ac:spMkLst>
        </pc:spChg>
        <pc:spChg chg="add del mod">
          <ac:chgData name="Haroon Abdul Waheed Majid" userId="f6d2735af1100680" providerId="LiveId" clId="{3F681AE7-30D1-4D83-941E-CDD71179FD76}" dt="2021-10-17T17:02:35.712" v="156" actId="6264"/>
          <ac:spMkLst>
            <pc:docMk/>
            <pc:sldMk cId="0" sldId="375"/>
            <ac:spMk id="7" creationId="{18890367-D0CE-4159-9E2C-B19E14B4E538}"/>
          </ac:spMkLst>
        </pc:spChg>
        <pc:spChg chg="del">
          <ac:chgData name="Haroon Abdul Waheed Majid" userId="f6d2735af1100680" providerId="LiveId" clId="{3F681AE7-30D1-4D83-941E-CDD71179FD76}" dt="2021-10-17T17:02:35.712" v="156" actId="6264"/>
          <ac:spMkLst>
            <pc:docMk/>
            <pc:sldMk cId="0" sldId="375"/>
            <ac:spMk id="8" creationId="{9A99872D-8EEB-4899-B4D1-D9232FCF5B9E}"/>
          </ac:spMkLst>
        </pc:spChg>
        <pc:spChg chg="add del mod ord">
          <ac:chgData name="Haroon Abdul Waheed Majid" userId="f6d2735af1100680" providerId="LiveId" clId="{3F681AE7-30D1-4D83-941E-CDD71179FD76}" dt="2021-10-17T17:02:41.371" v="157" actId="6264"/>
          <ac:spMkLst>
            <pc:docMk/>
            <pc:sldMk cId="0" sldId="375"/>
            <ac:spMk id="9" creationId="{19EE03C4-5C16-4771-98CA-5DEF884D11F6}"/>
          </ac:spMkLst>
        </pc:spChg>
        <pc:spChg chg="add del mod">
          <ac:chgData name="Haroon Abdul Waheed Majid" userId="f6d2735af1100680" providerId="LiveId" clId="{3F681AE7-30D1-4D83-941E-CDD71179FD76}" dt="2021-10-17T17:02:41.371" v="157" actId="6264"/>
          <ac:spMkLst>
            <pc:docMk/>
            <pc:sldMk cId="0" sldId="375"/>
            <ac:spMk id="10" creationId="{362BF25E-6BD6-47F4-903B-8E2F2F9F30BA}"/>
          </ac:spMkLst>
        </pc:spChg>
        <pc:spChg chg="add del mod">
          <ac:chgData name="Haroon Abdul Waheed Majid" userId="f6d2735af1100680" providerId="LiveId" clId="{3F681AE7-30D1-4D83-941E-CDD71179FD76}" dt="2021-10-17T17:02:41.371" v="157" actId="6264"/>
          <ac:spMkLst>
            <pc:docMk/>
            <pc:sldMk cId="0" sldId="375"/>
            <ac:spMk id="11" creationId="{1045EE87-67C8-499D-85BA-235C9A089444}"/>
          </ac:spMkLst>
        </pc:spChg>
        <pc:spChg chg="add del mod ord">
          <ac:chgData name="Haroon Abdul Waheed Majid" userId="f6d2735af1100680" providerId="LiveId" clId="{3F681AE7-30D1-4D83-941E-CDD71179FD76}" dt="2021-10-17T17:03:25.431" v="195" actId="700"/>
          <ac:spMkLst>
            <pc:docMk/>
            <pc:sldMk cId="0" sldId="375"/>
            <ac:spMk id="12" creationId="{B5CD6D17-31B4-4D97-90A4-51B63FF6C984}"/>
          </ac:spMkLst>
        </pc:spChg>
        <pc:spChg chg="mod ord">
          <ac:chgData name="Haroon Abdul Waheed Majid" userId="f6d2735af1100680" providerId="LiveId" clId="{3F681AE7-30D1-4D83-941E-CDD71179FD76}" dt="2021-10-17T17:03:25.431" v="195" actId="700"/>
          <ac:spMkLst>
            <pc:docMk/>
            <pc:sldMk cId="0" sldId="375"/>
            <ac:spMk id="11267" creationId="{B4CA1C46-D13C-4987-ADF4-F8250473B90B}"/>
          </ac:spMkLst>
        </pc:spChg>
        <pc:spChg chg="mod ord">
          <ac:chgData name="Haroon Abdul Waheed Majid" userId="f6d2735af1100680" providerId="LiveId" clId="{3F681AE7-30D1-4D83-941E-CDD71179FD76}" dt="2021-10-17T17:03:25.431" v="195" actId="700"/>
          <ac:spMkLst>
            <pc:docMk/>
            <pc:sldMk cId="0" sldId="375"/>
            <ac:spMk id="16385" creationId="{53122555-B61B-46AA-9F70-81C42AE58DB3}"/>
          </ac:spMkLst>
        </pc:spChg>
      </pc:sldChg>
      <pc:sldChg chg="addSp delSp modSp mod chgLayout">
        <pc:chgData name="Haroon Abdul Waheed Majid" userId="f6d2735af1100680" providerId="LiveId" clId="{3F681AE7-30D1-4D83-941E-CDD71179FD76}" dt="2021-10-17T17:02:41.533" v="185" actId="27636"/>
        <pc:sldMkLst>
          <pc:docMk/>
          <pc:sldMk cId="0" sldId="376"/>
        </pc:sldMkLst>
        <pc:spChg chg="mod ord">
          <ac:chgData name="Haroon Abdul Waheed Majid" userId="f6d2735af1100680" providerId="LiveId" clId="{3F681AE7-30D1-4D83-941E-CDD71179FD76}" dt="2021-10-17T17:02:41.533" v="185" actId="27636"/>
          <ac:spMkLst>
            <pc:docMk/>
            <pc:sldMk cId="0" sldId="376"/>
            <ac:spMk id="2" creationId="{F967FCE0-A7EA-4964-94C7-6F8E3DC2699B}"/>
          </ac:spMkLst>
        </pc:spChg>
        <pc:spChg chg="add del mod">
          <ac:chgData name="Haroon Abdul Waheed Majid" userId="f6d2735af1100680" providerId="LiveId" clId="{3F681AE7-30D1-4D83-941E-CDD71179FD76}" dt="2021-10-17T17:02:41.371" v="157" actId="6264"/>
          <ac:spMkLst>
            <pc:docMk/>
            <pc:sldMk cId="0" sldId="376"/>
            <ac:spMk id="3" creationId="{A580986E-37BD-444D-8904-B640C7533DF9}"/>
          </ac:spMkLst>
        </pc:spChg>
        <pc:spChg chg="add del mod">
          <ac:chgData name="Haroon Abdul Waheed Majid" userId="f6d2735af1100680" providerId="LiveId" clId="{3F681AE7-30D1-4D83-941E-CDD71179FD76}" dt="2021-10-17T17:02:41.371" v="157" actId="6264"/>
          <ac:spMkLst>
            <pc:docMk/>
            <pc:sldMk cId="0" sldId="376"/>
            <ac:spMk id="4" creationId="{6A4B44B1-D1CB-4C4B-A47A-1693AE33DB94}"/>
          </ac:spMkLst>
        </pc:spChg>
        <pc:spChg chg="add del mod">
          <ac:chgData name="Haroon Abdul Waheed Majid" userId="f6d2735af1100680" providerId="LiveId" clId="{3F681AE7-30D1-4D83-941E-CDD71179FD76}" dt="2021-10-17T17:02:41.371" v="157" actId="6264"/>
          <ac:spMkLst>
            <pc:docMk/>
            <pc:sldMk cId="0" sldId="376"/>
            <ac:spMk id="5" creationId="{A48B111F-1EAC-49CC-A26E-0DBE0E64C6AD}"/>
          </ac:spMkLst>
        </pc:spChg>
        <pc:spChg chg="mod ord">
          <ac:chgData name="Haroon Abdul Waheed Majid" userId="f6d2735af1100680" providerId="LiveId" clId="{3F681AE7-30D1-4D83-941E-CDD71179FD76}" dt="2021-10-17T17:02:41.533" v="184" actId="27636"/>
          <ac:spMkLst>
            <pc:docMk/>
            <pc:sldMk cId="0" sldId="376"/>
            <ac:spMk id="47107" creationId="{B05B6F3B-0C84-4769-9874-8253B61D86FD}"/>
          </ac:spMkLst>
        </pc:spChg>
        <pc:spChg chg="mod ord">
          <ac:chgData name="Haroon Abdul Waheed Majid" userId="f6d2735af1100680" providerId="LiveId" clId="{3F681AE7-30D1-4D83-941E-CDD71179FD76}" dt="2021-10-17T17:02:41.371" v="157" actId="6264"/>
          <ac:spMkLst>
            <pc:docMk/>
            <pc:sldMk cId="0" sldId="376"/>
            <ac:spMk id="47108" creationId="{0D576387-C1E9-41C9-908A-7B5A182E8ED7}"/>
          </ac:spMkLst>
        </pc:spChg>
      </pc:sldChg>
      <pc:sldChg chg="addSp delSp modSp mod chgLayout">
        <pc:chgData name="Haroon Abdul Waheed Majid" userId="f6d2735af1100680" providerId="LiveId" clId="{3F681AE7-30D1-4D83-941E-CDD71179FD76}" dt="2021-10-17T17:02:41.537" v="186" actId="27636"/>
        <pc:sldMkLst>
          <pc:docMk/>
          <pc:sldMk cId="0" sldId="377"/>
        </pc:sldMkLst>
        <pc:spChg chg="mod ord">
          <ac:chgData name="Haroon Abdul Waheed Majid" userId="f6d2735af1100680" providerId="LiveId" clId="{3F681AE7-30D1-4D83-941E-CDD71179FD76}" dt="2021-10-17T17:02:41.371" v="157" actId="6264"/>
          <ac:spMkLst>
            <pc:docMk/>
            <pc:sldMk cId="0" sldId="377"/>
            <ac:spMk id="2" creationId="{A722765A-7AE6-45FE-A7E2-4C64BDC849DF}"/>
          </ac:spMkLst>
        </pc:spChg>
        <pc:spChg chg="add del mod">
          <ac:chgData name="Haroon Abdul Waheed Majid" userId="f6d2735af1100680" providerId="LiveId" clId="{3F681AE7-30D1-4D83-941E-CDD71179FD76}" dt="2021-10-17T17:02:41.371" v="157" actId="6264"/>
          <ac:spMkLst>
            <pc:docMk/>
            <pc:sldMk cId="0" sldId="377"/>
            <ac:spMk id="3" creationId="{22C6C91D-0544-4E36-A383-7F42A0D5F510}"/>
          </ac:spMkLst>
        </pc:spChg>
        <pc:spChg chg="add del mod">
          <ac:chgData name="Haroon Abdul Waheed Majid" userId="f6d2735af1100680" providerId="LiveId" clId="{3F681AE7-30D1-4D83-941E-CDD71179FD76}" dt="2021-10-17T17:02:41.371" v="157" actId="6264"/>
          <ac:spMkLst>
            <pc:docMk/>
            <pc:sldMk cId="0" sldId="377"/>
            <ac:spMk id="4" creationId="{BE74221C-3794-46AF-8BDD-B7E68B459A28}"/>
          </ac:spMkLst>
        </pc:spChg>
        <pc:spChg chg="add del mod">
          <ac:chgData name="Haroon Abdul Waheed Majid" userId="f6d2735af1100680" providerId="LiveId" clId="{3F681AE7-30D1-4D83-941E-CDD71179FD76}" dt="2021-10-17T17:02:41.371" v="157" actId="6264"/>
          <ac:spMkLst>
            <pc:docMk/>
            <pc:sldMk cId="0" sldId="377"/>
            <ac:spMk id="6" creationId="{3B8F6496-275D-4DBB-953B-B8C1EDBFCC6F}"/>
          </ac:spMkLst>
        </pc:spChg>
        <pc:spChg chg="mod ord">
          <ac:chgData name="Haroon Abdul Waheed Majid" userId="f6d2735af1100680" providerId="LiveId" clId="{3F681AE7-30D1-4D83-941E-CDD71179FD76}" dt="2021-10-17T17:02:41.537" v="186" actId="27636"/>
          <ac:spMkLst>
            <pc:docMk/>
            <pc:sldMk cId="0" sldId="377"/>
            <ac:spMk id="48131" creationId="{C101B8C9-FB3C-4773-86FB-FE540CB8D175}"/>
          </ac:spMkLst>
        </pc:spChg>
        <pc:spChg chg="mod ord">
          <ac:chgData name="Haroon Abdul Waheed Majid" userId="f6d2735af1100680" providerId="LiveId" clId="{3F681AE7-30D1-4D83-941E-CDD71179FD76}" dt="2021-10-17T17:02:41.371" v="157" actId="6264"/>
          <ac:spMkLst>
            <pc:docMk/>
            <pc:sldMk cId="0" sldId="377"/>
            <ac:spMk id="48132" creationId="{8CA04D5C-7D1F-4459-92AA-ABD48536FB38}"/>
          </ac:spMkLst>
        </pc:spChg>
      </pc:sldChg>
      <pc:sldChg chg="addSp delSp modSp mod chgLayout">
        <pc:chgData name="Haroon Abdul Waheed Majid" userId="f6d2735af1100680" providerId="LiveId" clId="{3F681AE7-30D1-4D83-941E-CDD71179FD76}" dt="2021-10-17T17:02:41.541" v="187" actId="27636"/>
        <pc:sldMkLst>
          <pc:docMk/>
          <pc:sldMk cId="0" sldId="378"/>
        </pc:sldMkLst>
        <pc:spChg chg="mod ord">
          <ac:chgData name="Haroon Abdul Waheed Majid" userId="f6d2735af1100680" providerId="LiveId" clId="{3F681AE7-30D1-4D83-941E-CDD71179FD76}" dt="2021-10-17T17:02:41.371" v="157" actId="6264"/>
          <ac:spMkLst>
            <pc:docMk/>
            <pc:sldMk cId="0" sldId="378"/>
            <ac:spMk id="2" creationId="{04B40ACC-3350-4BC9-B9E5-2B4FDFCF57E8}"/>
          </ac:spMkLst>
        </pc:spChg>
        <pc:spChg chg="add del mod">
          <ac:chgData name="Haroon Abdul Waheed Majid" userId="f6d2735af1100680" providerId="LiveId" clId="{3F681AE7-30D1-4D83-941E-CDD71179FD76}" dt="2021-10-17T17:02:41.371" v="157" actId="6264"/>
          <ac:spMkLst>
            <pc:docMk/>
            <pc:sldMk cId="0" sldId="378"/>
            <ac:spMk id="3" creationId="{40E5169B-DA41-4FEC-B92B-75E0D51EA722}"/>
          </ac:spMkLst>
        </pc:spChg>
        <pc:spChg chg="add del mod">
          <ac:chgData name="Haroon Abdul Waheed Majid" userId="f6d2735af1100680" providerId="LiveId" clId="{3F681AE7-30D1-4D83-941E-CDD71179FD76}" dt="2021-10-17T17:02:41.371" v="157" actId="6264"/>
          <ac:spMkLst>
            <pc:docMk/>
            <pc:sldMk cId="0" sldId="378"/>
            <ac:spMk id="4" creationId="{6625E43B-9AD6-45EF-A219-E914A7135070}"/>
          </ac:spMkLst>
        </pc:spChg>
        <pc:spChg chg="add del mod">
          <ac:chgData name="Haroon Abdul Waheed Majid" userId="f6d2735af1100680" providerId="LiveId" clId="{3F681AE7-30D1-4D83-941E-CDD71179FD76}" dt="2021-10-17T17:02:41.371" v="157" actId="6264"/>
          <ac:spMkLst>
            <pc:docMk/>
            <pc:sldMk cId="0" sldId="378"/>
            <ac:spMk id="5" creationId="{292A7E30-CA33-46B1-B2E7-C3AEA3D10620}"/>
          </ac:spMkLst>
        </pc:spChg>
        <pc:spChg chg="mod ord">
          <ac:chgData name="Haroon Abdul Waheed Majid" userId="f6d2735af1100680" providerId="LiveId" clId="{3F681AE7-30D1-4D83-941E-CDD71179FD76}" dt="2021-10-17T17:02:41.541" v="187" actId="27636"/>
          <ac:spMkLst>
            <pc:docMk/>
            <pc:sldMk cId="0" sldId="378"/>
            <ac:spMk id="49155" creationId="{E0243ABA-58AF-4DD5-82B8-99869E54E34A}"/>
          </ac:spMkLst>
        </pc:spChg>
        <pc:spChg chg="mod ord">
          <ac:chgData name="Haroon Abdul Waheed Majid" userId="f6d2735af1100680" providerId="LiveId" clId="{3F681AE7-30D1-4D83-941E-CDD71179FD76}" dt="2021-10-17T17:02:41.371" v="157" actId="6264"/>
          <ac:spMkLst>
            <pc:docMk/>
            <pc:sldMk cId="0" sldId="378"/>
            <ac:spMk id="49156" creationId="{2E2C9063-D4D7-4010-A036-5EEFDB881546}"/>
          </ac:spMkLst>
        </pc:spChg>
      </pc:sldChg>
      <pc:sldChg chg="addSp delSp modSp mod chgLayout">
        <pc:chgData name="Haroon Abdul Waheed Majid" userId="f6d2735af1100680" providerId="LiveId" clId="{3F681AE7-30D1-4D83-941E-CDD71179FD76}" dt="2021-10-17T17:02:41.545" v="188" actId="27636"/>
        <pc:sldMkLst>
          <pc:docMk/>
          <pc:sldMk cId="0" sldId="379"/>
        </pc:sldMkLst>
        <pc:spChg chg="mod ord">
          <ac:chgData name="Haroon Abdul Waheed Majid" userId="f6d2735af1100680" providerId="LiveId" clId="{3F681AE7-30D1-4D83-941E-CDD71179FD76}" dt="2021-10-17T17:02:41.371" v="157" actId="6264"/>
          <ac:spMkLst>
            <pc:docMk/>
            <pc:sldMk cId="0" sldId="379"/>
            <ac:spMk id="2" creationId="{429C372A-435F-437B-A357-47309AC28913}"/>
          </ac:spMkLst>
        </pc:spChg>
        <pc:spChg chg="add del mod">
          <ac:chgData name="Haroon Abdul Waheed Majid" userId="f6d2735af1100680" providerId="LiveId" clId="{3F681AE7-30D1-4D83-941E-CDD71179FD76}" dt="2021-10-17T17:02:41.371" v="157" actId="6264"/>
          <ac:spMkLst>
            <pc:docMk/>
            <pc:sldMk cId="0" sldId="379"/>
            <ac:spMk id="3" creationId="{61C6C3B1-993C-4F46-B26A-C80516FDF42C}"/>
          </ac:spMkLst>
        </pc:spChg>
        <pc:spChg chg="add del mod">
          <ac:chgData name="Haroon Abdul Waheed Majid" userId="f6d2735af1100680" providerId="LiveId" clId="{3F681AE7-30D1-4D83-941E-CDD71179FD76}" dt="2021-10-17T17:02:41.371" v="157" actId="6264"/>
          <ac:spMkLst>
            <pc:docMk/>
            <pc:sldMk cId="0" sldId="379"/>
            <ac:spMk id="4" creationId="{DE7B8490-5B41-4915-A52D-6775A7F64028}"/>
          </ac:spMkLst>
        </pc:spChg>
        <pc:spChg chg="add del mod">
          <ac:chgData name="Haroon Abdul Waheed Majid" userId="f6d2735af1100680" providerId="LiveId" clId="{3F681AE7-30D1-4D83-941E-CDD71179FD76}" dt="2021-10-17T17:02:41.371" v="157" actId="6264"/>
          <ac:spMkLst>
            <pc:docMk/>
            <pc:sldMk cId="0" sldId="379"/>
            <ac:spMk id="5" creationId="{DE3D72E0-8429-4346-A205-ABF71DB4878F}"/>
          </ac:spMkLst>
        </pc:spChg>
        <pc:spChg chg="mod ord">
          <ac:chgData name="Haroon Abdul Waheed Majid" userId="f6d2735af1100680" providerId="LiveId" clId="{3F681AE7-30D1-4D83-941E-CDD71179FD76}" dt="2021-10-17T17:02:41.545" v="188" actId="27636"/>
          <ac:spMkLst>
            <pc:docMk/>
            <pc:sldMk cId="0" sldId="379"/>
            <ac:spMk id="50179" creationId="{FE4E4476-84BE-4379-8E76-4E90895E34D0}"/>
          </ac:spMkLst>
        </pc:spChg>
        <pc:spChg chg="mod ord">
          <ac:chgData name="Haroon Abdul Waheed Majid" userId="f6d2735af1100680" providerId="LiveId" clId="{3F681AE7-30D1-4D83-941E-CDD71179FD76}" dt="2021-10-17T17:02:41.371" v="157" actId="6264"/>
          <ac:spMkLst>
            <pc:docMk/>
            <pc:sldMk cId="0" sldId="379"/>
            <ac:spMk id="50180" creationId="{9E163DB4-8AFC-41F7-819F-DFA52E22AA19}"/>
          </ac:spMkLst>
        </pc:spChg>
      </pc:sldChg>
      <pc:sldChg chg="addSp delSp modSp mod chgLayout">
        <pc:chgData name="Haroon Abdul Waheed Majid" userId="f6d2735af1100680" providerId="LiveId" clId="{3F681AE7-30D1-4D83-941E-CDD71179FD76}" dt="2021-10-17T17:02:41.549" v="189" actId="27636"/>
        <pc:sldMkLst>
          <pc:docMk/>
          <pc:sldMk cId="0" sldId="380"/>
        </pc:sldMkLst>
        <pc:spChg chg="mod ord">
          <ac:chgData name="Haroon Abdul Waheed Majid" userId="f6d2735af1100680" providerId="LiveId" clId="{3F681AE7-30D1-4D83-941E-CDD71179FD76}" dt="2021-10-17T17:02:41.371" v="157" actId="6264"/>
          <ac:spMkLst>
            <pc:docMk/>
            <pc:sldMk cId="0" sldId="380"/>
            <ac:spMk id="2" creationId="{6D9FAADD-1A97-43D9-9BD9-00EDEC35AA33}"/>
          </ac:spMkLst>
        </pc:spChg>
        <pc:spChg chg="add del mod">
          <ac:chgData name="Haroon Abdul Waheed Majid" userId="f6d2735af1100680" providerId="LiveId" clId="{3F681AE7-30D1-4D83-941E-CDD71179FD76}" dt="2021-10-17T17:02:41.371" v="157" actId="6264"/>
          <ac:spMkLst>
            <pc:docMk/>
            <pc:sldMk cId="0" sldId="380"/>
            <ac:spMk id="3" creationId="{363396C4-499B-40C5-86E2-C39E70B53CBE}"/>
          </ac:spMkLst>
        </pc:spChg>
        <pc:spChg chg="add del mod">
          <ac:chgData name="Haroon Abdul Waheed Majid" userId="f6d2735af1100680" providerId="LiveId" clId="{3F681AE7-30D1-4D83-941E-CDD71179FD76}" dt="2021-10-17T17:02:41.371" v="157" actId="6264"/>
          <ac:spMkLst>
            <pc:docMk/>
            <pc:sldMk cId="0" sldId="380"/>
            <ac:spMk id="4" creationId="{C0D9134C-3CDF-4D4B-86AD-4B12467F3112}"/>
          </ac:spMkLst>
        </pc:spChg>
        <pc:spChg chg="add del mod">
          <ac:chgData name="Haroon Abdul Waheed Majid" userId="f6d2735af1100680" providerId="LiveId" clId="{3F681AE7-30D1-4D83-941E-CDD71179FD76}" dt="2021-10-17T17:02:41.371" v="157" actId="6264"/>
          <ac:spMkLst>
            <pc:docMk/>
            <pc:sldMk cId="0" sldId="380"/>
            <ac:spMk id="5" creationId="{3B3F459C-FCE4-45B7-AE11-FF51152ED728}"/>
          </ac:spMkLst>
        </pc:spChg>
        <pc:spChg chg="mod ord">
          <ac:chgData name="Haroon Abdul Waheed Majid" userId="f6d2735af1100680" providerId="LiveId" clId="{3F681AE7-30D1-4D83-941E-CDD71179FD76}" dt="2021-10-17T17:02:41.549" v="189" actId="27636"/>
          <ac:spMkLst>
            <pc:docMk/>
            <pc:sldMk cId="0" sldId="380"/>
            <ac:spMk id="51203" creationId="{D9CB5F79-4279-454E-9955-89E9881396CF}"/>
          </ac:spMkLst>
        </pc:spChg>
        <pc:spChg chg="mod ord">
          <ac:chgData name="Haroon Abdul Waheed Majid" userId="f6d2735af1100680" providerId="LiveId" clId="{3F681AE7-30D1-4D83-941E-CDD71179FD76}" dt="2021-10-17T17:02:41.371" v="157" actId="6264"/>
          <ac:spMkLst>
            <pc:docMk/>
            <pc:sldMk cId="0" sldId="380"/>
            <ac:spMk id="51204" creationId="{6D53F9C8-30F2-47E0-9687-D4390EFD4513}"/>
          </ac:spMkLst>
        </pc:spChg>
      </pc:sldChg>
      <pc:sldChg chg="addSp delSp modSp mod chgLayout">
        <pc:chgData name="Haroon Abdul Waheed Majid" userId="f6d2735af1100680" providerId="LiveId" clId="{3F681AE7-30D1-4D83-941E-CDD71179FD76}" dt="2021-10-17T17:02:41.553" v="190" actId="27636"/>
        <pc:sldMkLst>
          <pc:docMk/>
          <pc:sldMk cId="0" sldId="381"/>
        </pc:sldMkLst>
        <pc:spChg chg="mod ord">
          <ac:chgData name="Haroon Abdul Waheed Majid" userId="f6d2735af1100680" providerId="LiveId" clId="{3F681AE7-30D1-4D83-941E-CDD71179FD76}" dt="2021-10-17T17:02:41.371" v="157" actId="6264"/>
          <ac:spMkLst>
            <pc:docMk/>
            <pc:sldMk cId="0" sldId="381"/>
            <ac:spMk id="2" creationId="{745E08EF-E0E3-451A-838B-6B7FEB57DD84}"/>
          </ac:spMkLst>
        </pc:spChg>
        <pc:spChg chg="add del mod">
          <ac:chgData name="Haroon Abdul Waheed Majid" userId="f6d2735af1100680" providerId="LiveId" clId="{3F681AE7-30D1-4D83-941E-CDD71179FD76}" dt="2021-10-17T17:02:41.371" v="157" actId="6264"/>
          <ac:spMkLst>
            <pc:docMk/>
            <pc:sldMk cId="0" sldId="381"/>
            <ac:spMk id="3" creationId="{2671BE92-E6CD-4DA3-9561-4727A74E0E2D}"/>
          </ac:spMkLst>
        </pc:spChg>
        <pc:spChg chg="add del mod">
          <ac:chgData name="Haroon Abdul Waheed Majid" userId="f6d2735af1100680" providerId="LiveId" clId="{3F681AE7-30D1-4D83-941E-CDD71179FD76}" dt="2021-10-17T17:02:41.371" v="157" actId="6264"/>
          <ac:spMkLst>
            <pc:docMk/>
            <pc:sldMk cId="0" sldId="381"/>
            <ac:spMk id="4" creationId="{392FF366-F29A-4436-9864-B2B1A82E6962}"/>
          </ac:spMkLst>
        </pc:spChg>
        <pc:spChg chg="add del mod">
          <ac:chgData name="Haroon Abdul Waheed Majid" userId="f6d2735af1100680" providerId="LiveId" clId="{3F681AE7-30D1-4D83-941E-CDD71179FD76}" dt="2021-10-17T17:02:41.371" v="157" actId="6264"/>
          <ac:spMkLst>
            <pc:docMk/>
            <pc:sldMk cId="0" sldId="381"/>
            <ac:spMk id="5" creationId="{77AE2888-B868-4A94-9A55-82A0C1D1F0FC}"/>
          </ac:spMkLst>
        </pc:spChg>
        <pc:spChg chg="mod ord">
          <ac:chgData name="Haroon Abdul Waheed Majid" userId="f6d2735af1100680" providerId="LiveId" clId="{3F681AE7-30D1-4D83-941E-CDD71179FD76}" dt="2021-10-17T17:02:41.553" v="190" actId="27636"/>
          <ac:spMkLst>
            <pc:docMk/>
            <pc:sldMk cId="0" sldId="381"/>
            <ac:spMk id="52227" creationId="{85FD0C9C-C48B-442C-B9FD-864911587666}"/>
          </ac:spMkLst>
        </pc:spChg>
        <pc:spChg chg="mod ord">
          <ac:chgData name="Haroon Abdul Waheed Majid" userId="f6d2735af1100680" providerId="LiveId" clId="{3F681AE7-30D1-4D83-941E-CDD71179FD76}" dt="2021-10-17T17:02:41.371" v="157" actId="6264"/>
          <ac:spMkLst>
            <pc:docMk/>
            <pc:sldMk cId="0" sldId="381"/>
            <ac:spMk id="52228" creationId="{B367178B-9B6F-4D52-9F8F-4A9E26CC087A}"/>
          </ac:spMkLst>
        </pc:spChg>
      </pc:sldChg>
      <pc:sldChg chg="addSp delSp modSp mod chgLayout">
        <pc:chgData name="Haroon Abdul Waheed Majid" userId="f6d2735af1100680" providerId="LiveId" clId="{3F681AE7-30D1-4D83-941E-CDD71179FD76}" dt="2021-10-17T17:02:41.485" v="174" actId="27636"/>
        <pc:sldMkLst>
          <pc:docMk/>
          <pc:sldMk cId="0" sldId="382"/>
        </pc:sldMkLst>
        <pc:spChg chg="add del mod">
          <ac:chgData name="Haroon Abdul Waheed Majid" userId="f6d2735af1100680" providerId="LiveId" clId="{3F681AE7-30D1-4D83-941E-CDD71179FD76}" dt="2021-10-17T17:02:41.371" v="157" actId="6264"/>
          <ac:spMkLst>
            <pc:docMk/>
            <pc:sldMk cId="0" sldId="382"/>
            <ac:spMk id="2" creationId="{A034406C-35FE-4D5C-AD74-BF2A9348B772}"/>
          </ac:spMkLst>
        </pc:spChg>
        <pc:spChg chg="mod ord">
          <ac:chgData name="Haroon Abdul Waheed Majid" userId="f6d2735af1100680" providerId="LiveId" clId="{3F681AE7-30D1-4D83-941E-CDD71179FD76}" dt="2021-10-17T17:02:41.485" v="174" actId="27636"/>
          <ac:spMkLst>
            <pc:docMk/>
            <pc:sldMk cId="0" sldId="382"/>
            <ac:spMk id="3" creationId="{E3B1E4D7-A57A-4736-9184-78AC9B04EF8D}"/>
          </ac:spMkLst>
        </pc:spChg>
        <pc:spChg chg="add del mod">
          <ac:chgData name="Haroon Abdul Waheed Majid" userId="f6d2735af1100680" providerId="LiveId" clId="{3F681AE7-30D1-4D83-941E-CDD71179FD76}" dt="2021-10-17T17:02:41.371" v="157" actId="6264"/>
          <ac:spMkLst>
            <pc:docMk/>
            <pc:sldMk cId="0" sldId="382"/>
            <ac:spMk id="4" creationId="{AEC781C6-5631-4C6C-A4A7-799AD6234C05}"/>
          </ac:spMkLst>
        </pc:spChg>
        <pc:spChg chg="add mod ord">
          <ac:chgData name="Haroon Abdul Waheed Majid" userId="f6d2735af1100680" providerId="LiveId" clId="{3F681AE7-30D1-4D83-941E-CDD71179FD76}" dt="2021-10-17T17:02:41.371" v="157" actId="6264"/>
          <ac:spMkLst>
            <pc:docMk/>
            <pc:sldMk cId="0" sldId="382"/>
            <ac:spMk id="5" creationId="{55689701-0262-40B7-BD9E-725FA400BEE7}"/>
          </ac:spMkLst>
        </pc:spChg>
        <pc:spChg chg="del">
          <ac:chgData name="Haroon Abdul Waheed Majid" userId="f6d2735af1100680" providerId="LiveId" clId="{3F681AE7-30D1-4D83-941E-CDD71179FD76}" dt="2021-10-17T17:02:41.371" v="157" actId="6264"/>
          <ac:spMkLst>
            <pc:docMk/>
            <pc:sldMk cId="0" sldId="382"/>
            <ac:spMk id="6" creationId="{2BB97E6C-0F81-49BD-80FB-CC0A619DB1A2}"/>
          </ac:spMkLst>
        </pc:spChg>
        <pc:spChg chg="mod ord">
          <ac:chgData name="Haroon Abdul Waheed Majid" userId="f6d2735af1100680" providerId="LiveId" clId="{3F681AE7-30D1-4D83-941E-CDD71179FD76}" dt="2021-10-17T17:02:41.371" v="157" actId="6264"/>
          <ac:spMkLst>
            <pc:docMk/>
            <pc:sldMk cId="0" sldId="382"/>
            <ac:spMk id="31748" creationId="{D06D79A2-6292-4309-9A65-260BA0B77C5B}"/>
          </ac:spMkLst>
        </pc:spChg>
      </pc:sldChg>
      <pc:sldChg chg="addSp delSp modSp mod chgLayout">
        <pc:chgData name="Haroon Abdul Waheed Majid" userId="f6d2735af1100680" providerId="LiveId" clId="{3F681AE7-30D1-4D83-941E-CDD71179FD76}" dt="2021-10-17T17:02:41.371" v="157" actId="6264"/>
        <pc:sldMkLst>
          <pc:docMk/>
          <pc:sldMk cId="0" sldId="383"/>
        </pc:sldMkLst>
        <pc:spChg chg="add del mod">
          <ac:chgData name="Haroon Abdul Waheed Majid" userId="f6d2735af1100680" providerId="LiveId" clId="{3F681AE7-30D1-4D83-941E-CDD71179FD76}" dt="2021-10-17T17:02:41.371" v="157" actId="6264"/>
          <ac:spMkLst>
            <pc:docMk/>
            <pc:sldMk cId="0" sldId="383"/>
            <ac:spMk id="2" creationId="{2AB0F0A6-68B7-447A-A837-105030F45D59}"/>
          </ac:spMkLst>
        </pc:spChg>
        <pc:spChg chg="add del mod">
          <ac:chgData name="Haroon Abdul Waheed Majid" userId="f6d2735af1100680" providerId="LiveId" clId="{3F681AE7-30D1-4D83-941E-CDD71179FD76}" dt="2021-10-17T17:02:41.371" v="157" actId="6264"/>
          <ac:spMkLst>
            <pc:docMk/>
            <pc:sldMk cId="0" sldId="383"/>
            <ac:spMk id="3" creationId="{8A69AEF0-9C3C-421C-A9C0-6C55FF4B81C4}"/>
          </ac:spMkLst>
        </pc:spChg>
        <pc:spChg chg="add mod ord">
          <ac:chgData name="Haroon Abdul Waheed Majid" userId="f6d2735af1100680" providerId="LiveId" clId="{3F681AE7-30D1-4D83-941E-CDD71179FD76}" dt="2021-10-17T17:02:41.371" v="157" actId="6264"/>
          <ac:spMkLst>
            <pc:docMk/>
            <pc:sldMk cId="0" sldId="383"/>
            <ac:spMk id="4" creationId="{E46BCBA5-56EB-4F38-B871-2A2E0DFB2A2A}"/>
          </ac:spMkLst>
        </pc:spChg>
        <pc:spChg chg="del">
          <ac:chgData name="Haroon Abdul Waheed Majid" userId="f6d2735af1100680" providerId="LiveId" clId="{3F681AE7-30D1-4D83-941E-CDD71179FD76}" dt="2021-10-17T17:02:41.371" v="157" actId="6264"/>
          <ac:spMkLst>
            <pc:docMk/>
            <pc:sldMk cId="0" sldId="383"/>
            <ac:spMk id="5" creationId="{F1ED532C-FF99-42D8-A1A2-A1C31B68D437}"/>
          </ac:spMkLst>
        </pc:spChg>
        <pc:spChg chg="mod ord">
          <ac:chgData name="Haroon Abdul Waheed Majid" userId="f6d2735af1100680" providerId="LiveId" clId="{3F681AE7-30D1-4D83-941E-CDD71179FD76}" dt="2021-10-17T17:02:41.371" v="157" actId="6264"/>
          <ac:spMkLst>
            <pc:docMk/>
            <pc:sldMk cId="0" sldId="383"/>
            <ac:spMk id="33795" creationId="{53B2A81E-C967-4E89-959F-D2EEE0DBBBCF}"/>
          </ac:spMkLst>
        </pc:spChg>
        <pc:spChg chg="mod ord">
          <ac:chgData name="Haroon Abdul Waheed Majid" userId="f6d2735af1100680" providerId="LiveId" clId="{3F681AE7-30D1-4D83-941E-CDD71179FD76}" dt="2021-10-17T17:02:41.371" v="157" actId="6264"/>
          <ac:spMkLst>
            <pc:docMk/>
            <pc:sldMk cId="0" sldId="383"/>
            <ac:spMk id="33796" creationId="{EA7564AA-2FAD-4242-B225-7B93F31F9F5F}"/>
          </ac:spMkLst>
        </pc:spChg>
      </pc:sldChg>
      <pc:sldChg chg="addSp delSp modSp mod chgLayout">
        <pc:chgData name="Haroon Abdul Waheed Majid" userId="f6d2735af1100680" providerId="LiveId" clId="{3F681AE7-30D1-4D83-941E-CDD71179FD76}" dt="2021-10-17T17:02:41.371" v="157" actId="6264"/>
        <pc:sldMkLst>
          <pc:docMk/>
          <pc:sldMk cId="0" sldId="384"/>
        </pc:sldMkLst>
        <pc:spChg chg="add del mod">
          <ac:chgData name="Haroon Abdul Waheed Majid" userId="f6d2735af1100680" providerId="LiveId" clId="{3F681AE7-30D1-4D83-941E-CDD71179FD76}" dt="2021-10-17T17:02:41.371" v="157" actId="6264"/>
          <ac:spMkLst>
            <pc:docMk/>
            <pc:sldMk cId="0" sldId="384"/>
            <ac:spMk id="2" creationId="{0DE73061-1A58-4790-AA37-BB953A76142A}"/>
          </ac:spMkLst>
        </pc:spChg>
        <pc:spChg chg="add del mod">
          <ac:chgData name="Haroon Abdul Waheed Majid" userId="f6d2735af1100680" providerId="LiveId" clId="{3F681AE7-30D1-4D83-941E-CDD71179FD76}" dt="2021-10-17T17:02:41.371" v="157" actId="6264"/>
          <ac:spMkLst>
            <pc:docMk/>
            <pc:sldMk cId="0" sldId="384"/>
            <ac:spMk id="3" creationId="{E318BD30-F550-4CA6-9BED-79000572B973}"/>
          </ac:spMkLst>
        </pc:spChg>
        <pc:spChg chg="add mod ord">
          <ac:chgData name="Haroon Abdul Waheed Majid" userId="f6d2735af1100680" providerId="LiveId" clId="{3F681AE7-30D1-4D83-941E-CDD71179FD76}" dt="2021-10-17T17:02:41.371" v="157" actId="6264"/>
          <ac:spMkLst>
            <pc:docMk/>
            <pc:sldMk cId="0" sldId="384"/>
            <ac:spMk id="4" creationId="{FA93820E-A43C-4179-A7F2-A73075EA4AE0}"/>
          </ac:spMkLst>
        </pc:spChg>
        <pc:spChg chg="del">
          <ac:chgData name="Haroon Abdul Waheed Majid" userId="f6d2735af1100680" providerId="LiveId" clId="{3F681AE7-30D1-4D83-941E-CDD71179FD76}" dt="2021-10-17T17:02:41.371" v="157" actId="6264"/>
          <ac:spMkLst>
            <pc:docMk/>
            <pc:sldMk cId="0" sldId="384"/>
            <ac:spMk id="5" creationId="{094E5924-31AC-4972-B43E-135A4163462B}"/>
          </ac:spMkLst>
        </pc:spChg>
        <pc:spChg chg="mod ord">
          <ac:chgData name="Haroon Abdul Waheed Majid" userId="f6d2735af1100680" providerId="LiveId" clId="{3F681AE7-30D1-4D83-941E-CDD71179FD76}" dt="2021-10-17T17:02:41.371" v="157" actId="6264"/>
          <ac:spMkLst>
            <pc:docMk/>
            <pc:sldMk cId="0" sldId="384"/>
            <ac:spMk id="35843" creationId="{2A64FA2D-574E-4DC5-9903-CF3C4202374D}"/>
          </ac:spMkLst>
        </pc:spChg>
        <pc:spChg chg="mod ord">
          <ac:chgData name="Haroon Abdul Waheed Majid" userId="f6d2735af1100680" providerId="LiveId" clId="{3F681AE7-30D1-4D83-941E-CDD71179FD76}" dt="2021-10-17T17:02:41.371" v="157" actId="6264"/>
          <ac:spMkLst>
            <pc:docMk/>
            <pc:sldMk cId="0" sldId="384"/>
            <ac:spMk id="35844" creationId="{1BBA11CD-A450-4432-AA3D-CA076507E3DD}"/>
          </ac:spMkLst>
        </pc:spChg>
      </pc:sldChg>
      <pc:sldChg chg="addSp delSp modSp mod modClrScheme chgLayout">
        <pc:chgData name="Haroon Abdul Waheed Majid" userId="f6d2735af1100680" providerId="LiveId" clId="{3F681AE7-30D1-4D83-941E-CDD71179FD76}" dt="2021-10-17T17:18:28.543" v="498" actId="26606"/>
        <pc:sldMkLst>
          <pc:docMk/>
          <pc:sldMk cId="0" sldId="385"/>
        </pc:sldMkLst>
        <pc:spChg chg="add del mod">
          <ac:chgData name="Haroon Abdul Waheed Majid" userId="f6d2735af1100680" providerId="LiveId" clId="{3F681AE7-30D1-4D83-941E-CDD71179FD76}" dt="2021-10-17T17:02:41.371" v="157" actId="6264"/>
          <ac:spMkLst>
            <pc:docMk/>
            <pc:sldMk cId="0" sldId="385"/>
            <ac:spMk id="2" creationId="{CF433131-5CA6-4886-B9D8-50D2162D9CC8}"/>
          </ac:spMkLst>
        </pc:spChg>
        <pc:spChg chg="add del mod ord">
          <ac:chgData name="Haroon Abdul Waheed Majid" userId="f6d2735af1100680" providerId="LiveId" clId="{3F681AE7-30D1-4D83-941E-CDD71179FD76}" dt="2021-10-17T17:18:28.543" v="498" actId="26606"/>
          <ac:spMkLst>
            <pc:docMk/>
            <pc:sldMk cId="0" sldId="385"/>
            <ac:spMk id="3" creationId="{CBC5A431-9F31-4495-AD1C-9649CAFD8D7C}"/>
          </ac:spMkLst>
        </pc:spChg>
        <pc:spChg chg="del">
          <ac:chgData name="Haroon Abdul Waheed Majid" userId="f6d2735af1100680" providerId="LiveId" clId="{3F681AE7-30D1-4D83-941E-CDD71179FD76}" dt="2021-10-17T17:02:41.371" v="157" actId="6264"/>
          <ac:spMkLst>
            <pc:docMk/>
            <pc:sldMk cId="0" sldId="385"/>
            <ac:spMk id="4" creationId="{D8E50E00-8B4D-4BFD-9921-F49879988C4C}"/>
          </ac:spMkLst>
        </pc:spChg>
        <pc:spChg chg="del">
          <ac:chgData name="Haroon Abdul Waheed Majid" userId="f6d2735af1100680" providerId="LiveId" clId="{3F681AE7-30D1-4D83-941E-CDD71179FD76}" dt="2021-10-17T17:02:41.371" v="157" actId="6264"/>
          <ac:spMkLst>
            <pc:docMk/>
            <pc:sldMk cId="0" sldId="385"/>
            <ac:spMk id="5" creationId="{8E51A694-8F6F-458D-ACB7-24C22123A434}"/>
          </ac:spMkLst>
        </pc:spChg>
        <pc:spChg chg="add del mod ord">
          <ac:chgData name="Haroon Abdul Waheed Majid" userId="f6d2735af1100680" providerId="LiveId" clId="{3F681AE7-30D1-4D83-941E-CDD71179FD76}" dt="2021-10-17T17:18:28.543" v="498" actId="26606"/>
          <ac:spMkLst>
            <pc:docMk/>
            <pc:sldMk cId="0" sldId="385"/>
            <ac:spMk id="6" creationId="{304AD844-811F-40DF-B3D3-6889CF1BD0DB}"/>
          </ac:spMkLst>
        </pc:spChg>
        <pc:spChg chg="add del mod ord">
          <ac:chgData name="Haroon Abdul Waheed Majid" userId="f6d2735af1100680" providerId="LiveId" clId="{3F681AE7-30D1-4D83-941E-CDD71179FD76}" dt="2021-10-17T17:18:03.702" v="493" actId="700"/>
          <ac:spMkLst>
            <pc:docMk/>
            <pc:sldMk cId="0" sldId="385"/>
            <ac:spMk id="7" creationId="{BFAD8025-D37D-4264-B0C0-3710F6DC67E5}"/>
          </ac:spMkLst>
        </pc:spChg>
        <pc:spChg chg="add del mod ord">
          <ac:chgData name="Haroon Abdul Waheed Majid" userId="f6d2735af1100680" providerId="LiveId" clId="{3F681AE7-30D1-4D83-941E-CDD71179FD76}" dt="2021-10-17T17:18:03.702" v="493" actId="700"/>
          <ac:spMkLst>
            <pc:docMk/>
            <pc:sldMk cId="0" sldId="385"/>
            <ac:spMk id="8" creationId="{F254333F-B4AC-48C7-AA40-879EE887C62A}"/>
          </ac:spMkLst>
        </pc:spChg>
        <pc:spChg chg="add del">
          <ac:chgData name="Haroon Abdul Waheed Majid" userId="f6d2735af1100680" providerId="LiveId" clId="{3F681AE7-30D1-4D83-941E-CDD71179FD76}" dt="2021-10-17T17:18:25.607" v="495" actId="26606"/>
          <ac:spMkLst>
            <pc:docMk/>
            <pc:sldMk cId="0" sldId="385"/>
            <ac:spMk id="74" creationId="{F99F7E2E-3838-4CB5-AB80-7DD742D31C9A}"/>
          </ac:spMkLst>
        </pc:spChg>
        <pc:spChg chg="add del mod">
          <ac:chgData name="Haroon Abdul Waheed Majid" userId="f6d2735af1100680" providerId="LiveId" clId="{3F681AE7-30D1-4D83-941E-CDD71179FD76}" dt="2021-10-17T17:18:28.539" v="497" actId="26606"/>
          <ac:spMkLst>
            <pc:docMk/>
            <pc:sldMk cId="0" sldId="385"/>
            <ac:spMk id="76" creationId="{96F81CC6-6F3D-451D-9FDC-EFA7AAB3F20D}"/>
          </ac:spMkLst>
        </pc:spChg>
        <pc:spChg chg="mod ord modVis">
          <ac:chgData name="Haroon Abdul Waheed Majid" userId="f6d2735af1100680" providerId="LiveId" clId="{3F681AE7-30D1-4D83-941E-CDD71179FD76}" dt="2021-10-17T17:18:28.543" v="498" actId="26606"/>
          <ac:spMkLst>
            <pc:docMk/>
            <pc:sldMk cId="0" sldId="385"/>
            <ac:spMk id="37892" creationId="{0DEE8210-F8EF-4B42-8FE3-E2203B1C2F2A}"/>
          </ac:spMkLst>
        </pc:spChg>
        <pc:spChg chg="add del mod">
          <ac:chgData name="Haroon Abdul Waheed Majid" userId="f6d2735af1100680" providerId="LiveId" clId="{3F681AE7-30D1-4D83-941E-CDD71179FD76}" dt="2021-10-17T17:18:28.539" v="497" actId="26606"/>
          <ac:spMkLst>
            <pc:docMk/>
            <pc:sldMk cId="0" sldId="385"/>
            <ac:spMk id="37895" creationId="{447A1723-D463-418B-88E3-CB8C05EFAC90}"/>
          </ac:spMkLst>
        </pc:spChg>
        <pc:spChg chg="add mod">
          <ac:chgData name="Haroon Abdul Waheed Majid" userId="f6d2735af1100680" providerId="LiveId" clId="{3F681AE7-30D1-4D83-941E-CDD71179FD76}" dt="2021-10-17T17:18:28.543" v="498" actId="26606"/>
          <ac:spMkLst>
            <pc:docMk/>
            <pc:sldMk cId="0" sldId="385"/>
            <ac:spMk id="37897" creationId="{F3AA3DC7-50D2-4C37-B759-FF33C74939FB}"/>
          </ac:spMkLst>
        </pc:spChg>
        <pc:spChg chg="add mod">
          <ac:chgData name="Haroon Abdul Waheed Majid" userId="f6d2735af1100680" providerId="LiveId" clId="{3F681AE7-30D1-4D83-941E-CDD71179FD76}" dt="2021-10-17T17:18:28.543" v="498" actId="26606"/>
          <ac:spMkLst>
            <pc:docMk/>
            <pc:sldMk cId="0" sldId="385"/>
            <ac:spMk id="37898" creationId="{7347A051-B889-4472-85A8-55AB91A51165}"/>
          </ac:spMkLst>
        </pc:spChg>
        <pc:picChg chg="mod">
          <ac:chgData name="Haroon Abdul Waheed Majid" userId="f6d2735af1100680" providerId="LiveId" clId="{3F681AE7-30D1-4D83-941E-CDD71179FD76}" dt="2021-10-17T17:18:28.543" v="498" actId="26606"/>
          <ac:picMkLst>
            <pc:docMk/>
            <pc:sldMk cId="0" sldId="385"/>
            <ac:picMk id="37893" creationId="{A79F5D1F-C5DF-48AA-866D-01C410BE4F72}"/>
          </ac:picMkLst>
        </pc:picChg>
      </pc:sldChg>
      <pc:sldChg chg="addSp delSp modSp mod chgLayout">
        <pc:chgData name="Haroon Abdul Waheed Majid" userId="f6d2735af1100680" providerId="LiveId" clId="{3F681AE7-30D1-4D83-941E-CDD71179FD76}" dt="2021-10-17T17:02:41.513" v="180" actId="27636"/>
        <pc:sldMkLst>
          <pc:docMk/>
          <pc:sldMk cId="0" sldId="386"/>
        </pc:sldMkLst>
        <pc:spChg chg="mod ord">
          <ac:chgData name="Haroon Abdul Waheed Majid" userId="f6d2735af1100680" providerId="LiveId" clId="{3F681AE7-30D1-4D83-941E-CDD71179FD76}" dt="2021-10-17T17:02:41.371" v="157" actId="6264"/>
          <ac:spMkLst>
            <pc:docMk/>
            <pc:sldMk cId="0" sldId="386"/>
            <ac:spMk id="2" creationId="{D1DF122A-134C-4E59-A0D0-6A6A0E178355}"/>
          </ac:spMkLst>
        </pc:spChg>
        <pc:spChg chg="add del mod">
          <ac:chgData name="Haroon Abdul Waheed Majid" userId="f6d2735af1100680" providerId="LiveId" clId="{3F681AE7-30D1-4D83-941E-CDD71179FD76}" dt="2021-10-17T17:02:41.371" v="157" actId="6264"/>
          <ac:spMkLst>
            <pc:docMk/>
            <pc:sldMk cId="0" sldId="386"/>
            <ac:spMk id="3" creationId="{3E556047-28B7-4294-9EB9-E36B0D7F6A78}"/>
          </ac:spMkLst>
        </pc:spChg>
        <pc:spChg chg="add del mod">
          <ac:chgData name="Haroon Abdul Waheed Majid" userId="f6d2735af1100680" providerId="LiveId" clId="{3F681AE7-30D1-4D83-941E-CDD71179FD76}" dt="2021-10-17T17:02:41.371" v="157" actId="6264"/>
          <ac:spMkLst>
            <pc:docMk/>
            <pc:sldMk cId="0" sldId="386"/>
            <ac:spMk id="4" creationId="{9259671F-795F-40B3-A99F-91BAD6144D58}"/>
          </ac:spMkLst>
        </pc:spChg>
        <pc:spChg chg="mod ord">
          <ac:chgData name="Haroon Abdul Waheed Majid" userId="f6d2735af1100680" providerId="LiveId" clId="{3F681AE7-30D1-4D83-941E-CDD71179FD76}" dt="2021-10-17T17:02:41.513" v="180" actId="27636"/>
          <ac:spMkLst>
            <pc:docMk/>
            <pc:sldMk cId="0" sldId="386"/>
            <ac:spMk id="43011" creationId="{93D68070-8277-4382-9849-440B735A12C2}"/>
          </ac:spMkLst>
        </pc:spChg>
      </pc:sldChg>
      <pc:sldChg chg="addSp delSp modSp mod chgLayout">
        <pc:chgData name="Haroon Abdul Waheed Majid" userId="f6d2735af1100680" providerId="LiveId" clId="{3F681AE7-30D1-4D83-941E-CDD71179FD76}" dt="2021-10-17T17:02:41.521" v="182" actId="27636"/>
        <pc:sldMkLst>
          <pc:docMk/>
          <pc:sldMk cId="0" sldId="387"/>
        </pc:sldMkLst>
        <pc:spChg chg="mod ord">
          <ac:chgData name="Haroon Abdul Waheed Majid" userId="f6d2735af1100680" providerId="LiveId" clId="{3F681AE7-30D1-4D83-941E-CDD71179FD76}" dt="2021-10-17T17:02:41.371" v="157" actId="6264"/>
          <ac:spMkLst>
            <pc:docMk/>
            <pc:sldMk cId="0" sldId="387"/>
            <ac:spMk id="2" creationId="{03D6856B-6426-4BFE-BCB6-523D396E9F69}"/>
          </ac:spMkLst>
        </pc:spChg>
        <pc:spChg chg="add del mod">
          <ac:chgData name="Haroon Abdul Waheed Majid" userId="f6d2735af1100680" providerId="LiveId" clId="{3F681AE7-30D1-4D83-941E-CDD71179FD76}" dt="2021-10-17T17:02:41.371" v="157" actId="6264"/>
          <ac:spMkLst>
            <pc:docMk/>
            <pc:sldMk cId="0" sldId="387"/>
            <ac:spMk id="3" creationId="{01983A94-0230-4949-A3F0-DF487E6F0644}"/>
          </ac:spMkLst>
        </pc:spChg>
        <pc:spChg chg="add del mod">
          <ac:chgData name="Haroon Abdul Waheed Majid" userId="f6d2735af1100680" providerId="LiveId" clId="{3F681AE7-30D1-4D83-941E-CDD71179FD76}" dt="2021-10-17T17:02:41.371" v="157" actId="6264"/>
          <ac:spMkLst>
            <pc:docMk/>
            <pc:sldMk cId="0" sldId="387"/>
            <ac:spMk id="4" creationId="{7E800842-F427-47FA-8A8C-A90A112FB031}"/>
          </ac:spMkLst>
        </pc:spChg>
        <pc:spChg chg="mod ord">
          <ac:chgData name="Haroon Abdul Waheed Majid" userId="f6d2735af1100680" providerId="LiveId" clId="{3F681AE7-30D1-4D83-941E-CDD71179FD76}" dt="2021-10-17T17:02:41.521" v="182" actId="27636"/>
          <ac:spMkLst>
            <pc:docMk/>
            <pc:sldMk cId="0" sldId="387"/>
            <ac:spMk id="45059" creationId="{383CAD91-32F8-4960-AE8C-F6E89D516301}"/>
          </ac:spMkLst>
        </pc:spChg>
      </pc:sldChg>
      <pc:sldMasterChg chg="modSp mod modSldLayout">
        <pc:chgData name="Haroon Abdul Waheed Majid" userId="f6d2735af1100680" providerId="LiveId" clId="{3F681AE7-30D1-4D83-941E-CDD71179FD76}" dt="2021-10-17T17:02:02.042" v="153" actId="14100"/>
        <pc:sldMasterMkLst>
          <pc:docMk/>
          <pc:sldMasterMk cId="3034982234" sldId="2147483746"/>
        </pc:sldMasterMkLst>
        <pc:spChg chg="mod">
          <ac:chgData name="Haroon Abdul Waheed Majid" userId="f6d2735af1100680" providerId="LiveId" clId="{3F681AE7-30D1-4D83-941E-CDD71179FD76}" dt="2021-10-17T17:00:50.925" v="13" actId="14100"/>
          <ac:spMkLst>
            <pc:docMk/>
            <pc:sldMasterMk cId="3034982234" sldId="2147483746"/>
            <ac:spMk id="2" creationId="{00000000-0000-0000-0000-000000000000}"/>
          </ac:spMkLst>
        </pc:spChg>
        <pc:spChg chg="mod">
          <ac:chgData name="Haroon Abdul Waheed Majid" userId="f6d2735af1100680" providerId="LiveId" clId="{3F681AE7-30D1-4D83-941E-CDD71179FD76}" dt="2021-10-17T17:01:19.388" v="120" actId="403"/>
          <ac:spMkLst>
            <pc:docMk/>
            <pc:sldMasterMk cId="3034982234" sldId="2147483746"/>
            <ac:spMk id="3" creationId="{00000000-0000-0000-0000-000000000000}"/>
          </ac:spMkLst>
        </pc:spChg>
        <pc:cxnChg chg="mod">
          <ac:chgData name="Haroon Abdul Waheed Majid" userId="f6d2735af1100680" providerId="LiveId" clId="{3F681AE7-30D1-4D83-941E-CDD71179FD76}" dt="2021-10-17T17:00:54.286" v="34" actId="1035"/>
          <ac:cxnSpMkLst>
            <pc:docMk/>
            <pc:sldMasterMk cId="3034982234" sldId="2147483746"/>
            <ac:cxnSpMk id="10" creationId="{C5025DAC-8B93-4160-B017-3A274A5828C0}"/>
          </ac:cxnSpMkLst>
        </pc:cxnChg>
        <pc:sldLayoutChg chg="modSp mod">
          <pc:chgData name="Haroon Abdul Waheed Majid" userId="f6d2735af1100680" providerId="LiveId" clId="{3F681AE7-30D1-4D83-941E-CDD71179FD76}" dt="2021-10-17T17:02:02.042" v="153" actId="14100"/>
          <pc:sldLayoutMkLst>
            <pc:docMk/>
            <pc:sldMasterMk cId="3034982234" sldId="2147483746"/>
            <pc:sldLayoutMk cId="3068194699" sldId="2147483738"/>
          </pc:sldLayoutMkLst>
          <pc:spChg chg="mod">
            <ac:chgData name="Haroon Abdul Waheed Majid" userId="f6d2735af1100680" providerId="LiveId" clId="{3F681AE7-30D1-4D83-941E-CDD71179FD76}" dt="2021-10-17T17:02:02.042" v="153" actId="14100"/>
            <ac:spMkLst>
              <pc:docMk/>
              <pc:sldMasterMk cId="3034982234" sldId="2147483746"/>
              <pc:sldLayoutMk cId="3068194699" sldId="2147483738"/>
              <ac:spMk id="10" creationId="{00000000-0000-0000-0000-000000000000}"/>
            </ac:spMkLst>
          </pc:spChg>
        </pc:sldLayoutChg>
        <pc:sldLayoutChg chg="modSp mod">
          <pc:chgData name="Haroon Abdul Waheed Majid" userId="f6d2735af1100680" providerId="LiveId" clId="{3F681AE7-30D1-4D83-941E-CDD71179FD76}" dt="2021-10-17T17:01:52.454" v="152" actId="14100"/>
          <pc:sldLayoutMkLst>
            <pc:docMk/>
            <pc:sldMasterMk cId="3034982234" sldId="2147483746"/>
            <pc:sldLayoutMk cId="4256663047" sldId="2147483743"/>
          </pc:sldLayoutMkLst>
          <pc:spChg chg="mod">
            <ac:chgData name="Haroon Abdul Waheed Majid" userId="f6d2735af1100680" providerId="LiveId" clId="{3F681AE7-30D1-4D83-941E-CDD71179FD76}" dt="2021-10-17T17:01:52.454" v="152" actId="14100"/>
            <ac:spMkLst>
              <pc:docMk/>
              <pc:sldMasterMk cId="3034982234" sldId="2147483746"/>
              <pc:sldLayoutMk cId="4256663047" sldId="2147483743"/>
              <ac:spMk id="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B9401A-F70D-4FF9-A6C9-7D012CBFF48F}"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A3C8C1-14E7-4E6F-99A4-A385C94B8875}" type="slidenum">
              <a:rPr lang="en-US" smtClean="0"/>
              <a:t>‹#›</a:t>
            </a:fld>
            <a:endParaRPr lang="en-US"/>
          </a:p>
        </p:txBody>
      </p:sp>
    </p:spTree>
    <p:extLst>
      <p:ext uri="{BB962C8B-B14F-4D97-AF65-F5344CB8AC3E}">
        <p14:creationId xmlns:p14="http://schemas.microsoft.com/office/powerpoint/2010/main" val="520141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4A6EABA-BBCB-4C06-B9C0-095F9AC180D4}" type="slidenum">
              <a:rPr lang="sv-SE" altLang="en-US" smtClean="0">
                <a:latin typeface="Times New Roman" panose="02020603050405020304" pitchFamily="18" charset="0"/>
              </a:rPr>
              <a:pPr/>
              <a:t>13</a:t>
            </a:fld>
            <a:endParaRPr lang="sv-SE" altLang="en-US">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Tree>
    <p:extLst>
      <p:ext uri="{BB962C8B-B14F-4D97-AF65-F5344CB8AC3E}">
        <p14:creationId xmlns:p14="http://schemas.microsoft.com/office/powerpoint/2010/main" val="2056126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A7F3A46-445D-492A-B0F6-19626836F2B4}" type="slidenum">
              <a:rPr lang="sv-SE" altLang="en-US" smtClean="0">
                <a:latin typeface="Times New Roman" panose="02020603050405020304" pitchFamily="18" charset="0"/>
              </a:rPr>
              <a:pPr/>
              <a:t>14</a:t>
            </a:fld>
            <a:endParaRPr lang="sv-SE" altLang="en-US">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Tree>
    <p:extLst>
      <p:ext uri="{BB962C8B-B14F-4D97-AF65-F5344CB8AC3E}">
        <p14:creationId xmlns:p14="http://schemas.microsoft.com/office/powerpoint/2010/main" val="916513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46D3480-9917-42CA-8D89-A6E835E7C9AA}" type="slidenum">
              <a:rPr lang="sv-SE" altLang="en-US" smtClean="0">
                <a:latin typeface="Times New Roman" panose="02020603050405020304" pitchFamily="18" charset="0"/>
              </a:rPr>
              <a:pPr/>
              <a:t>15</a:t>
            </a:fld>
            <a:endParaRPr lang="sv-SE" altLang="en-US">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Tree>
    <p:extLst>
      <p:ext uri="{BB962C8B-B14F-4D97-AF65-F5344CB8AC3E}">
        <p14:creationId xmlns:p14="http://schemas.microsoft.com/office/powerpoint/2010/main" val="3462255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42206CF-2C43-483B-B813-B1E41C2AA733}" type="slidenum">
              <a:rPr lang="sv-SE" altLang="en-US" smtClean="0">
                <a:latin typeface="Times New Roman" panose="02020603050405020304" pitchFamily="18" charset="0"/>
              </a:rPr>
              <a:pPr/>
              <a:t>16</a:t>
            </a:fld>
            <a:endParaRPr lang="sv-SE" altLang="en-US">
              <a:latin typeface="Times New Roman" panose="02020603050405020304" pitchFamily="18"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Tree>
    <p:extLst>
      <p:ext uri="{BB962C8B-B14F-4D97-AF65-F5344CB8AC3E}">
        <p14:creationId xmlns:p14="http://schemas.microsoft.com/office/powerpoint/2010/main" val="3473756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A95F40-3CFB-4E75-9893-89E35864827D}" type="slidenum">
              <a:rPr lang="sv-SE" altLang="en-US" smtClean="0">
                <a:latin typeface="Times New Roman" panose="02020603050405020304" pitchFamily="18" charset="0"/>
              </a:rPr>
              <a:pPr/>
              <a:t>17</a:t>
            </a:fld>
            <a:endParaRPr lang="sv-SE" altLang="en-US">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Tree>
    <p:extLst>
      <p:ext uri="{BB962C8B-B14F-4D97-AF65-F5344CB8AC3E}">
        <p14:creationId xmlns:p14="http://schemas.microsoft.com/office/powerpoint/2010/main" val="3651765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F5DF92-4988-4054-AA57-59767F63D12A}" type="slidenum">
              <a:rPr lang="sv-SE" altLang="en-US" smtClean="0">
                <a:latin typeface="Times New Roman" panose="02020603050405020304" pitchFamily="18" charset="0"/>
              </a:rPr>
              <a:pPr/>
              <a:t>18</a:t>
            </a:fld>
            <a:endParaRPr lang="sv-SE" altLang="en-US">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Tree>
    <p:extLst>
      <p:ext uri="{BB962C8B-B14F-4D97-AF65-F5344CB8AC3E}">
        <p14:creationId xmlns:p14="http://schemas.microsoft.com/office/powerpoint/2010/main" val="1082973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5475B1D-3628-4880-B11A-DBC62FE43ACF}" type="slidenum">
              <a:rPr lang="sv-SE" altLang="en-US" smtClean="0">
                <a:latin typeface="Times New Roman" panose="02020603050405020304" pitchFamily="18" charset="0"/>
              </a:rPr>
              <a:pPr/>
              <a:t>19</a:t>
            </a:fld>
            <a:endParaRPr lang="sv-SE" altLang="en-US">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cs typeface="Arial" panose="020B0604020202020204" pitchFamily="34" charset="0"/>
            </a:endParaRPr>
          </a:p>
        </p:txBody>
      </p:sp>
    </p:spTree>
    <p:extLst>
      <p:ext uri="{BB962C8B-B14F-4D97-AF65-F5344CB8AC3E}">
        <p14:creationId xmlns:p14="http://schemas.microsoft.com/office/powerpoint/2010/main" val="3523265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84DA70-C731-4C70-880D-CCD4705E623C}"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0000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E1D723-8F53-4F53-90B0-1982A396982E}"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5917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1277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AAC38D-0552-4C82-B593-E6124DFADBE2}" type="datetime1">
              <a:rPr lang="en-US" smtClean="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82493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9DF0F1C-5577-4ACB-BB62-DF8F3C494C7E}" type="datetime1">
              <a:rPr lang="en-US" smtClean="0"/>
              <a:t>9/29/2025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9968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75B394-D9F9-4F0C-B15D-605F45CB9E9F}" type="datetime1">
              <a:rPr lang="en-US" smtClean="0"/>
              <a:t>9/29/2025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900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9/29/2025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687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2599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9/29/2025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7454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2A279-0833-481D-8C56-F67FD0AC6C50}"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43514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87DA83-5663-4C9C-B9AA-0B40A3DAFF81}"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7625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6E202-B606-4609-B914-27C9371A1F6D}" type="datetime1">
              <a:rPr lang="en-US" smtClean="0"/>
              <a:t>9/29/2025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13428620"/>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bprford.wordpress.com/2014/03/12/business-process-reengineering-fords-accounts-payable-case-study/" TargetMode="Externa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691269" y="758825"/>
            <a:ext cx="6464093" cy="3565525"/>
          </a:xfrm>
        </p:spPr>
        <p:txBody>
          <a:bodyPr>
            <a:normAutofit/>
          </a:bodyPr>
          <a:lstStyle/>
          <a:p>
            <a:r>
              <a:rPr lang="en-GB" dirty="0"/>
              <a:t>Business Process Engineering</a:t>
            </a:r>
            <a:br>
              <a:rPr lang="en-GB" dirty="0"/>
            </a:br>
            <a:endParaRPr lang="en-US"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4691268" y="4645025"/>
            <a:ext cx="6467269" cy="1143000"/>
          </a:xfrm>
        </p:spPr>
        <p:txBody>
          <a:bodyPr>
            <a:normAutofit/>
          </a:bodyPr>
          <a:lstStyle/>
          <a:p>
            <a:r>
              <a:rPr lang="en-US"/>
              <a:t>FALL-2025</a:t>
            </a:r>
            <a:endParaRPr lang="en-US" dirty="0"/>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00C46437-8835-46B2-A2F7-4FA77178571E}"/>
              </a:ext>
            </a:extLst>
          </p:cNvPr>
          <p:cNvSpPr>
            <a:spLocks noGrp="1"/>
          </p:cNvSpPr>
          <p:nvPr>
            <p:ph type="title"/>
          </p:nvPr>
        </p:nvSpPr>
        <p:spPr/>
        <p:txBody>
          <a:bodyPr/>
          <a:lstStyle/>
          <a:p>
            <a:r>
              <a:rPr lang="en-GB"/>
              <a:t>Today</a:t>
            </a:r>
            <a:r>
              <a:rPr lang="en-GB" altLang="en-US"/>
              <a:t>’</a:t>
            </a:r>
            <a:r>
              <a:rPr lang="en-GB"/>
              <a:t>s Agenda</a:t>
            </a:r>
          </a:p>
        </p:txBody>
      </p:sp>
      <p:sp>
        <p:nvSpPr>
          <p:cNvPr id="10243" name="Content Placeholder 2">
            <a:extLst>
              <a:ext uri="{FF2B5EF4-FFF2-40B4-BE49-F238E27FC236}">
                <a16:creationId xmlns:a16="http://schemas.microsoft.com/office/drawing/2014/main" id="{15C78D6B-04AE-4162-947C-EC838360DEE4}"/>
              </a:ext>
            </a:extLst>
          </p:cNvPr>
          <p:cNvSpPr>
            <a:spLocks noGrp="1"/>
          </p:cNvSpPr>
          <p:nvPr>
            <p:ph idx="1"/>
          </p:nvPr>
        </p:nvSpPr>
        <p:spPr/>
        <p:txBody>
          <a:bodyPr>
            <a:normAutofit/>
          </a:bodyPr>
          <a:lstStyle/>
          <a:p>
            <a:r>
              <a:rPr lang="en-GB" altLang="en-US"/>
              <a:t>Introductory Session</a:t>
            </a:r>
          </a:p>
          <a:p>
            <a:r>
              <a:rPr lang="en-GB" altLang="en-US"/>
              <a:t>Course Objectives</a:t>
            </a:r>
          </a:p>
          <a:p>
            <a:r>
              <a:rPr lang="en-GB" altLang="en-US"/>
              <a:t>Learning Outcomes</a:t>
            </a:r>
          </a:p>
          <a:p>
            <a:r>
              <a:rPr lang="en-GB" altLang="en-US"/>
              <a:t>Administrative Items</a:t>
            </a:r>
          </a:p>
          <a:p>
            <a:r>
              <a:rPr lang="en-GB" altLang="en-US"/>
              <a:t>Fundamental Concepts</a:t>
            </a:r>
          </a:p>
          <a:p>
            <a:r>
              <a:rPr lang="en-GB" altLang="en-US"/>
              <a:t>Questions ?</a:t>
            </a:r>
          </a:p>
          <a:p>
            <a:endParaRPr lang="en-GB" altLang="en-US"/>
          </a:p>
        </p:txBody>
      </p:sp>
      <p:sp>
        <p:nvSpPr>
          <p:cNvPr id="10244" name="Slide Number Placeholder 3">
            <a:extLst>
              <a:ext uri="{FF2B5EF4-FFF2-40B4-BE49-F238E27FC236}">
                <a16:creationId xmlns:a16="http://schemas.microsoft.com/office/drawing/2014/main" id="{80D33891-4CF2-40F0-AD39-8B0DB42600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fld id="{626FF99A-9E40-4795-8E40-7487035DD526}" type="slidenum">
              <a:rPr lang="en-GB" altLang="en-US"/>
              <a:pPr/>
              <a:t>2</a:t>
            </a:fld>
            <a:endParaRPr lang="en-GB"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6FFD9614-A7DE-4076-92A0-614F2CF09735}"/>
              </a:ext>
            </a:extLst>
          </p:cNvPr>
          <p:cNvSpPr>
            <a:spLocks noGrp="1"/>
          </p:cNvSpPr>
          <p:nvPr>
            <p:ph type="title"/>
          </p:nvPr>
        </p:nvSpPr>
        <p:spPr/>
        <p:txBody>
          <a:bodyPr/>
          <a:lstStyle/>
          <a:p>
            <a:r>
              <a:rPr lang="en-GB" dirty="0"/>
              <a:t>Course Objectives</a:t>
            </a:r>
          </a:p>
        </p:txBody>
      </p:sp>
      <p:sp>
        <p:nvSpPr>
          <p:cNvPr id="12291" name="Content Placeholder 2">
            <a:extLst>
              <a:ext uri="{FF2B5EF4-FFF2-40B4-BE49-F238E27FC236}">
                <a16:creationId xmlns:a16="http://schemas.microsoft.com/office/drawing/2014/main" id="{7D3124FA-0C44-45A4-9BFE-9476B7FA66C4}"/>
              </a:ext>
            </a:extLst>
          </p:cNvPr>
          <p:cNvSpPr>
            <a:spLocks noGrp="1"/>
          </p:cNvSpPr>
          <p:nvPr>
            <p:ph idx="1"/>
          </p:nvPr>
        </p:nvSpPr>
        <p:spPr/>
        <p:txBody>
          <a:bodyPr>
            <a:normAutofit fontScale="92500" lnSpcReduction="20000"/>
          </a:bodyPr>
          <a:lstStyle/>
          <a:p>
            <a:r>
              <a:rPr lang="en-US" altLang="en-US"/>
              <a:t>Help students to:</a:t>
            </a:r>
          </a:p>
          <a:p>
            <a:pPr lvl="1"/>
            <a:r>
              <a:rPr lang="en-US" altLang="en-US"/>
              <a:t>understand the fundamental concepts of business process engineering (how they can be improved and streamlined for optimum efficiency in terms of performance.). </a:t>
            </a:r>
          </a:p>
          <a:p>
            <a:pPr lvl="1"/>
            <a:endParaRPr lang="en-US" altLang="en-US"/>
          </a:p>
          <a:p>
            <a:pPr lvl="1"/>
            <a:r>
              <a:rPr lang="en-US" altLang="en-US"/>
              <a:t>learn the skills and knowledge required for:</a:t>
            </a:r>
          </a:p>
          <a:p>
            <a:pPr lvl="2"/>
            <a:r>
              <a:rPr lang="en-US" altLang="en-US"/>
              <a:t>describing the lifecycle of a business process.</a:t>
            </a:r>
          </a:p>
          <a:p>
            <a:pPr lvl="2"/>
            <a:r>
              <a:rPr lang="en-US" altLang="en-US"/>
              <a:t>modelling a business process</a:t>
            </a:r>
          </a:p>
          <a:p>
            <a:pPr lvl="2"/>
            <a:r>
              <a:rPr lang="en-US" altLang="en-US"/>
              <a:t>Identifying business wastes</a:t>
            </a:r>
          </a:p>
          <a:p>
            <a:pPr lvl="2"/>
            <a:r>
              <a:rPr lang="en-US" altLang="en-US"/>
              <a:t>mapping them into a business model.</a:t>
            </a:r>
          </a:p>
          <a:p>
            <a:pPr lvl="1"/>
            <a:endParaRPr lang="en-US" altLang="ja-JP"/>
          </a:p>
          <a:p>
            <a:pPr lvl="1"/>
            <a:r>
              <a:rPr lang="en-US" altLang="en-US"/>
              <a:t>learn the methodologies of business process improvement</a:t>
            </a:r>
          </a:p>
          <a:p>
            <a:pPr lvl="1"/>
            <a:endParaRPr lang="en-US" altLang="ja-JP"/>
          </a:p>
          <a:p>
            <a:pPr lvl="1"/>
            <a:r>
              <a:rPr lang="en-US" altLang="ja-JP"/>
              <a:t>understand how a business process could be re-engineered </a:t>
            </a:r>
          </a:p>
        </p:txBody>
      </p:sp>
      <p:sp>
        <p:nvSpPr>
          <p:cNvPr id="12292" name="Slide Number Placeholder 3">
            <a:extLst>
              <a:ext uri="{FF2B5EF4-FFF2-40B4-BE49-F238E27FC236}">
                <a16:creationId xmlns:a16="http://schemas.microsoft.com/office/drawing/2014/main" id="{ACDF72CA-73B1-422E-A1E3-FCA51C3631C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fld id="{27ED495D-1AE8-427C-916A-FAC8DD5B6D7A}" type="slidenum">
              <a:rPr lang="en-GB" altLang="en-US"/>
              <a:pPr/>
              <a:t>3</a:t>
            </a:fld>
            <a:endParaRPr lang="en-GB"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B57CE51D-A741-4F2C-A0FE-D268B8AAD383}"/>
              </a:ext>
            </a:extLst>
          </p:cNvPr>
          <p:cNvSpPr>
            <a:spLocks noGrp="1"/>
          </p:cNvSpPr>
          <p:nvPr>
            <p:ph type="title"/>
          </p:nvPr>
        </p:nvSpPr>
        <p:spPr/>
        <p:txBody>
          <a:bodyPr>
            <a:normAutofit/>
          </a:bodyPr>
          <a:lstStyle/>
          <a:p>
            <a:r>
              <a:rPr lang="en-GB" dirty="0"/>
              <a:t>Overall Learning Outcomes</a:t>
            </a:r>
          </a:p>
        </p:txBody>
      </p:sp>
      <p:sp>
        <p:nvSpPr>
          <p:cNvPr id="13315" name="Content Placeholder 2">
            <a:extLst>
              <a:ext uri="{FF2B5EF4-FFF2-40B4-BE49-F238E27FC236}">
                <a16:creationId xmlns:a16="http://schemas.microsoft.com/office/drawing/2014/main" id="{7192AE5C-658B-4795-882B-78DA67EC68D9}"/>
              </a:ext>
            </a:extLst>
          </p:cNvPr>
          <p:cNvSpPr>
            <a:spLocks noGrp="1"/>
          </p:cNvSpPr>
          <p:nvPr>
            <p:ph idx="1"/>
          </p:nvPr>
        </p:nvSpPr>
        <p:spPr/>
        <p:txBody>
          <a:bodyPr>
            <a:normAutofit/>
          </a:bodyPr>
          <a:lstStyle/>
          <a:p>
            <a:r>
              <a:rPr lang="en-US" altLang="en-US" dirty="0"/>
              <a:t>Upon completion of this course, you will be able to understand and describe:</a:t>
            </a:r>
          </a:p>
          <a:p>
            <a:pPr lvl="1"/>
            <a:endParaRPr lang="en-US" altLang="en-US" dirty="0"/>
          </a:p>
          <a:p>
            <a:pPr lvl="1"/>
            <a:r>
              <a:rPr lang="en-US" altLang="en-US" dirty="0"/>
              <a:t>the significance of business process engineering </a:t>
            </a:r>
          </a:p>
          <a:p>
            <a:pPr lvl="1"/>
            <a:r>
              <a:rPr lang="en-US" altLang="en-US" dirty="0"/>
              <a:t>lifecycle of a business process </a:t>
            </a:r>
          </a:p>
          <a:p>
            <a:pPr lvl="1"/>
            <a:r>
              <a:rPr lang="en-US" altLang="en-US" dirty="0"/>
              <a:t>various business process modelling techniques </a:t>
            </a:r>
          </a:p>
          <a:p>
            <a:pPr lvl="1"/>
            <a:r>
              <a:rPr lang="en-US" altLang="en-US" dirty="0"/>
              <a:t>the concept of business wastes  </a:t>
            </a:r>
          </a:p>
          <a:p>
            <a:pPr lvl="1"/>
            <a:r>
              <a:rPr lang="en-US" altLang="en-US" dirty="0"/>
              <a:t>how a business process could be improved</a:t>
            </a:r>
          </a:p>
          <a:p>
            <a:pPr lvl="1"/>
            <a:r>
              <a:rPr lang="en-US" altLang="en-US" dirty="0"/>
              <a:t>the process of business process re-engineering </a:t>
            </a:r>
            <a:endParaRPr lang="en-GB" altLang="en-US" dirty="0"/>
          </a:p>
        </p:txBody>
      </p:sp>
      <p:sp>
        <p:nvSpPr>
          <p:cNvPr id="13316" name="Slide Number Placeholder 3">
            <a:extLst>
              <a:ext uri="{FF2B5EF4-FFF2-40B4-BE49-F238E27FC236}">
                <a16:creationId xmlns:a16="http://schemas.microsoft.com/office/drawing/2014/main" id="{3E6A7A28-9DFA-4700-B49F-A2DE40A1BF6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fld id="{378AC27A-EC50-434D-8F30-E4A0B3512221}" type="slidenum">
              <a:rPr lang="en-GB" altLang="en-US"/>
              <a:pPr/>
              <a:t>4</a:t>
            </a:fld>
            <a:endParaRPr lang="en-GB"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F83CF-ECEA-4609-A1A1-E63A2163877F}"/>
              </a:ext>
            </a:extLst>
          </p:cNvPr>
          <p:cNvSpPr>
            <a:spLocks noGrp="1"/>
          </p:cNvSpPr>
          <p:nvPr>
            <p:ph type="title"/>
          </p:nvPr>
        </p:nvSpPr>
        <p:spPr/>
        <p:txBody>
          <a:bodyPr/>
          <a:lstStyle/>
          <a:p>
            <a:r>
              <a:rPr lang="en-US" dirty="0"/>
              <a:t>Tentative Course Contents</a:t>
            </a:r>
          </a:p>
        </p:txBody>
      </p:sp>
      <p:sp>
        <p:nvSpPr>
          <p:cNvPr id="14339" name="Content Placeholder 2">
            <a:extLst>
              <a:ext uri="{FF2B5EF4-FFF2-40B4-BE49-F238E27FC236}">
                <a16:creationId xmlns:a16="http://schemas.microsoft.com/office/drawing/2014/main" id="{0B42EE3D-8992-47D0-9F4D-FBE341D77872}"/>
              </a:ext>
            </a:extLst>
          </p:cNvPr>
          <p:cNvSpPr>
            <a:spLocks noGrp="1"/>
          </p:cNvSpPr>
          <p:nvPr>
            <p:ph idx="1"/>
          </p:nvPr>
        </p:nvSpPr>
        <p:spPr/>
        <p:txBody>
          <a:bodyPr>
            <a:normAutofit fontScale="92500" lnSpcReduction="20000"/>
          </a:bodyPr>
          <a:lstStyle/>
          <a:p>
            <a:r>
              <a:rPr lang="en-US" altLang="en-US"/>
              <a:t>Business Process – Basics, Origin, History and Evolution (Hierarchy of Business, Processes and BPE, The Difference between Functions and Processes)</a:t>
            </a:r>
          </a:p>
          <a:p>
            <a:r>
              <a:rPr lang="en-US" altLang="en-US"/>
              <a:t>Components of a Business Process</a:t>
            </a:r>
          </a:p>
          <a:p>
            <a:r>
              <a:rPr lang="en-US" altLang="en-US"/>
              <a:t>Business Process Management life cycle</a:t>
            </a:r>
          </a:p>
          <a:p>
            <a:r>
              <a:rPr lang="en-US" altLang="en-US"/>
              <a:t>Basics of a Manufacturing Process</a:t>
            </a:r>
          </a:p>
          <a:p>
            <a:r>
              <a:rPr lang="en-US" altLang="en-US"/>
              <a:t>Basics of a Service Process</a:t>
            </a:r>
          </a:p>
          <a:p>
            <a:r>
              <a:rPr lang="en-US" altLang="en-US"/>
              <a:t>Business Process Modelling Techniques</a:t>
            </a:r>
          </a:p>
          <a:p>
            <a:r>
              <a:rPr lang="en-US" altLang="en-US"/>
              <a:t>Business Process Improvement</a:t>
            </a:r>
          </a:p>
          <a:p>
            <a:r>
              <a:rPr lang="en-US" altLang="en-US"/>
              <a:t>Business Outsourcing</a:t>
            </a:r>
          </a:p>
          <a:p>
            <a:r>
              <a:rPr lang="en-US" altLang="en-US"/>
              <a:t>Business Process Re-engineering and improvement cases</a:t>
            </a:r>
          </a:p>
        </p:txBody>
      </p:sp>
      <p:sp>
        <p:nvSpPr>
          <p:cNvPr id="14340" name="Slide Number Placeholder 3">
            <a:extLst>
              <a:ext uri="{FF2B5EF4-FFF2-40B4-BE49-F238E27FC236}">
                <a16:creationId xmlns:a16="http://schemas.microsoft.com/office/drawing/2014/main" id="{1263E36B-498B-47ED-948A-0B4B0F836B5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fld id="{1392B763-63CD-438B-A07A-1690D5EE0C17}" type="slidenum">
              <a:rPr lang="en-GB" altLang="en-US"/>
              <a:pPr/>
              <a:t>5</a:t>
            </a:fld>
            <a:endParaRPr lang="en-GB"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38B3D08-0E76-4A2B-BEA4-E70E5978F4FB}"/>
              </a:ext>
            </a:extLst>
          </p:cNvPr>
          <p:cNvSpPr>
            <a:spLocks noGrp="1"/>
          </p:cNvSpPr>
          <p:nvPr>
            <p:ph type="title"/>
          </p:nvPr>
        </p:nvSpPr>
        <p:spPr/>
        <p:txBody>
          <a:bodyPr/>
          <a:lstStyle/>
          <a:p>
            <a:r>
              <a:rPr lang="en-GB"/>
              <a:t>Course Material</a:t>
            </a:r>
          </a:p>
        </p:txBody>
      </p:sp>
      <p:sp>
        <p:nvSpPr>
          <p:cNvPr id="15363" name="Content Placeholder 2">
            <a:extLst>
              <a:ext uri="{FF2B5EF4-FFF2-40B4-BE49-F238E27FC236}">
                <a16:creationId xmlns:a16="http://schemas.microsoft.com/office/drawing/2014/main" id="{0C151B45-B89C-438C-B80C-22D4AB3119A6}"/>
              </a:ext>
            </a:extLst>
          </p:cNvPr>
          <p:cNvSpPr>
            <a:spLocks noGrp="1"/>
          </p:cNvSpPr>
          <p:nvPr>
            <p:ph idx="1"/>
          </p:nvPr>
        </p:nvSpPr>
        <p:spPr/>
        <p:txBody>
          <a:bodyPr>
            <a:normAutofit/>
          </a:bodyPr>
          <a:lstStyle/>
          <a:p>
            <a:r>
              <a:rPr lang="en-US" altLang="en-US"/>
              <a:t>Lecture Slides</a:t>
            </a:r>
          </a:p>
          <a:p>
            <a:r>
              <a:rPr lang="en-US" altLang="en-US"/>
              <a:t>Handouts/Research Papers</a:t>
            </a:r>
          </a:p>
          <a:p>
            <a:r>
              <a:rPr lang="en-US" altLang="en-US"/>
              <a:t>Reference Material </a:t>
            </a:r>
          </a:p>
          <a:p>
            <a:pPr lvl="1"/>
            <a:r>
              <a:rPr lang="en-US" altLang="en-US"/>
              <a:t>Business Intelligence: A Managerial Approach by E. Turban, R. Sharda, D. Delen and D. King, 2nd Edition, Prentice Hall.</a:t>
            </a:r>
          </a:p>
          <a:p>
            <a:pPr lvl="1"/>
            <a:r>
              <a:rPr lang="en-US" altLang="en-US"/>
              <a:t>Business Process Improvement: The Breakthrough Strategy for Total Quality, Productivity, and Competitiveness, by H. J., Harrington, McGraw-Hill Education.</a:t>
            </a:r>
          </a:p>
        </p:txBody>
      </p:sp>
      <p:sp>
        <p:nvSpPr>
          <p:cNvPr id="15364" name="Slide Number Placeholder 3">
            <a:extLst>
              <a:ext uri="{FF2B5EF4-FFF2-40B4-BE49-F238E27FC236}">
                <a16:creationId xmlns:a16="http://schemas.microsoft.com/office/drawing/2014/main" id="{7D539F76-E60D-4DB0-B1BD-88F6A2CDF7B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fld id="{5E3D03CF-7E66-4DAB-A233-0703CFF3BB5F}" type="slidenum">
              <a:rPr lang="en-GB" altLang="en-US"/>
              <a:pPr/>
              <a:t>6</a:t>
            </a:fld>
            <a:endParaRPr lang="en-GB"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5FDF7F39-D889-43E0-A261-49A2C275D1BA}"/>
              </a:ext>
            </a:extLst>
          </p:cNvPr>
          <p:cNvSpPr>
            <a:spLocks noGrp="1"/>
          </p:cNvSpPr>
          <p:nvPr>
            <p:ph type="title"/>
          </p:nvPr>
        </p:nvSpPr>
        <p:spPr/>
        <p:txBody>
          <a:bodyPr/>
          <a:lstStyle/>
          <a:p>
            <a:r>
              <a:rPr lang="en-GB" dirty="0"/>
              <a:t>Plagiarism Policy</a:t>
            </a:r>
          </a:p>
        </p:txBody>
      </p:sp>
      <p:sp>
        <p:nvSpPr>
          <p:cNvPr id="16387" name="Content Placeholder 2">
            <a:extLst>
              <a:ext uri="{FF2B5EF4-FFF2-40B4-BE49-F238E27FC236}">
                <a16:creationId xmlns:a16="http://schemas.microsoft.com/office/drawing/2014/main" id="{2ED453CB-23AD-4A48-B854-35B26D956A44}"/>
              </a:ext>
            </a:extLst>
          </p:cNvPr>
          <p:cNvSpPr>
            <a:spLocks noGrp="1"/>
          </p:cNvSpPr>
          <p:nvPr>
            <p:ph idx="1"/>
          </p:nvPr>
        </p:nvSpPr>
        <p:spPr/>
        <p:txBody>
          <a:bodyPr>
            <a:normAutofit/>
          </a:bodyPr>
          <a:lstStyle/>
          <a:p>
            <a:r>
              <a:rPr lang="en-US" altLang="en-US"/>
              <a:t>Any form of cheating in assignments, homework problems, quizzes, and exams will result in strict action. </a:t>
            </a:r>
          </a:p>
          <a:p>
            <a:r>
              <a:rPr lang="en-US" altLang="en-US"/>
              <a:t>Plagiarism detection tools might be used to determine who has cheated in assignments.</a:t>
            </a:r>
            <a:endParaRPr lang="en-GB" altLang="en-US"/>
          </a:p>
          <a:p>
            <a:r>
              <a:rPr lang="en-US" altLang="en-US"/>
              <a:t>All the parties involved will be awarded Zero in the first instance. </a:t>
            </a:r>
          </a:p>
          <a:p>
            <a:r>
              <a:rPr lang="en-US" altLang="en-US"/>
              <a:t>Repeat of the same offense will result in (F) grade.</a:t>
            </a:r>
            <a:endParaRPr lang="en-GB" altLang="en-US"/>
          </a:p>
        </p:txBody>
      </p:sp>
      <p:sp>
        <p:nvSpPr>
          <p:cNvPr id="16388" name="Slide Number Placeholder 3">
            <a:extLst>
              <a:ext uri="{FF2B5EF4-FFF2-40B4-BE49-F238E27FC236}">
                <a16:creationId xmlns:a16="http://schemas.microsoft.com/office/drawing/2014/main" id="{0A029521-FDE7-49DE-A1DD-B923523967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fld id="{3E1CEE45-B90A-4C6F-A16A-94EDBA19FDDE}" type="slidenum">
              <a:rPr lang="en-GB" altLang="en-US"/>
              <a:pPr/>
              <a:t>7</a:t>
            </a:fld>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A013F7A3-210E-4913-B82E-C8C4F76E09B2}"/>
              </a:ext>
            </a:extLst>
          </p:cNvPr>
          <p:cNvSpPr>
            <a:spLocks noGrp="1"/>
          </p:cNvSpPr>
          <p:nvPr>
            <p:ph type="title"/>
          </p:nvPr>
        </p:nvSpPr>
        <p:spPr/>
        <p:txBody>
          <a:bodyPr/>
          <a:lstStyle/>
          <a:p>
            <a:r>
              <a:rPr lang="en-GB" dirty="0"/>
              <a:t>Tentative Grading Policy *</a:t>
            </a:r>
          </a:p>
        </p:txBody>
      </p:sp>
      <p:sp>
        <p:nvSpPr>
          <p:cNvPr id="18435" name="Content Placeholder 2">
            <a:extLst>
              <a:ext uri="{FF2B5EF4-FFF2-40B4-BE49-F238E27FC236}">
                <a16:creationId xmlns:a16="http://schemas.microsoft.com/office/drawing/2014/main" id="{2A799B6F-73FC-49B6-A038-078516488A22}"/>
              </a:ext>
            </a:extLst>
          </p:cNvPr>
          <p:cNvSpPr>
            <a:spLocks noGrp="1"/>
          </p:cNvSpPr>
          <p:nvPr>
            <p:ph idx="1"/>
          </p:nvPr>
        </p:nvSpPr>
        <p:spPr/>
        <p:txBody>
          <a:bodyPr>
            <a:normAutofit/>
          </a:bodyPr>
          <a:lstStyle/>
          <a:p>
            <a:r>
              <a:rPr lang="en-US" altLang="en-US" dirty="0"/>
              <a:t>Class Participation 	 7%</a:t>
            </a:r>
          </a:p>
          <a:p>
            <a:r>
              <a:rPr lang="en-US" altLang="en-US" dirty="0"/>
              <a:t>Project (in phases)	 8%</a:t>
            </a:r>
          </a:p>
          <a:p>
            <a:r>
              <a:rPr lang="en-US" altLang="en-US" dirty="0"/>
              <a:t>Quiz (8-10) 		13%</a:t>
            </a:r>
          </a:p>
          <a:p>
            <a:r>
              <a:rPr lang="en-US" altLang="en-US" dirty="0"/>
              <a:t>Assignments (4-5)	12%</a:t>
            </a:r>
          </a:p>
          <a:p>
            <a:r>
              <a:rPr lang="en-US" altLang="en-US" dirty="0"/>
              <a:t>Mid Term 			20%</a:t>
            </a:r>
          </a:p>
          <a:p>
            <a:r>
              <a:rPr lang="en-US" altLang="en-US" dirty="0"/>
              <a:t>Final 			40%</a:t>
            </a:r>
            <a:endParaRPr lang="en-GB" altLang="en-US" dirty="0"/>
          </a:p>
        </p:txBody>
      </p:sp>
      <p:sp>
        <p:nvSpPr>
          <p:cNvPr id="18436" name="Slide Number Placeholder 3">
            <a:extLst>
              <a:ext uri="{FF2B5EF4-FFF2-40B4-BE49-F238E27FC236}">
                <a16:creationId xmlns:a16="http://schemas.microsoft.com/office/drawing/2014/main" id="{37FA4B5E-5F7A-4693-A148-E9EAF40459C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fld id="{8E026A4B-FE09-47CB-B5D9-71AE33C62ED7}" type="slidenum">
              <a:rPr lang="en-GB" altLang="en-US"/>
              <a:pPr/>
              <a:t>8</a:t>
            </a:fld>
            <a:endParaRPr lang="en-GB"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5637" y="2698423"/>
            <a:ext cx="8621819" cy="1200329"/>
          </a:xfrm>
          <a:prstGeom prst="rect">
            <a:avLst/>
          </a:prstGeom>
        </p:spPr>
        <p:txBody>
          <a:bodyPr wrap="square">
            <a:spAutoFit/>
          </a:bodyPr>
          <a:lstStyle/>
          <a:p>
            <a:r>
              <a:rPr lang="en-US" sz="3600" b="1" dirty="0">
                <a:solidFill>
                  <a:srgbClr val="202124"/>
                </a:solidFill>
                <a:latin typeface="arial" panose="020B0604020202020204" pitchFamily="34" charset="0"/>
              </a:rPr>
              <a:t> Bring direct value to customers and the company.</a:t>
            </a:r>
            <a:endParaRPr lang="en-US" sz="3600" b="1" dirty="0"/>
          </a:p>
        </p:txBody>
      </p:sp>
      <p:sp>
        <p:nvSpPr>
          <p:cNvPr id="4" name="TextBox 3"/>
          <p:cNvSpPr txBox="1"/>
          <p:nvPr/>
        </p:nvSpPr>
        <p:spPr>
          <a:xfrm>
            <a:off x="1053147" y="1173707"/>
            <a:ext cx="4841390" cy="646331"/>
          </a:xfrm>
          <a:prstGeom prst="rect">
            <a:avLst/>
          </a:prstGeom>
          <a:noFill/>
        </p:spPr>
        <p:txBody>
          <a:bodyPr wrap="square" rtlCol="0">
            <a:spAutoFit/>
          </a:bodyPr>
          <a:lstStyle/>
          <a:p>
            <a:r>
              <a:rPr lang="en-US" sz="3600" b="1" spc="300" dirty="0">
                <a:solidFill>
                  <a:schemeClr val="accent2"/>
                </a:solidFill>
                <a:latin typeface="Arial" panose="020B0604020202020204" pitchFamily="34" charset="0"/>
                <a:cs typeface="Arial" panose="020B0604020202020204" pitchFamily="34" charset="0"/>
              </a:rPr>
              <a:t>Basic Concept</a:t>
            </a:r>
          </a:p>
        </p:txBody>
      </p:sp>
    </p:spTree>
    <p:extLst>
      <p:ext uri="{BB962C8B-B14F-4D97-AF65-F5344CB8AC3E}">
        <p14:creationId xmlns:p14="http://schemas.microsoft.com/office/powerpoint/2010/main" val="381567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00AD1-17A3-4503-BE08-89686CA7CAE9}"/>
              </a:ext>
            </a:extLst>
          </p:cNvPr>
          <p:cNvSpPr>
            <a:spLocks noGrp="1"/>
          </p:cNvSpPr>
          <p:nvPr>
            <p:ph type="title"/>
          </p:nvPr>
        </p:nvSpPr>
        <p:spPr/>
        <p:txBody>
          <a:bodyPr>
            <a:normAutofit/>
          </a:bodyPr>
          <a:lstStyle/>
          <a:p>
            <a:r>
              <a:rPr lang="en-US" sz="4000" b="1" spc="300" dirty="0">
                <a:solidFill>
                  <a:schemeClr val="accent2"/>
                </a:solidFill>
                <a:latin typeface="Arial" panose="020B0604020202020204" pitchFamily="34" charset="0"/>
                <a:cs typeface="Arial" panose="020B0604020202020204" pitchFamily="34" charset="0"/>
              </a:rPr>
              <a:t>Basic Concept: Business Process</a:t>
            </a:r>
          </a:p>
        </p:txBody>
      </p:sp>
      <p:sp>
        <p:nvSpPr>
          <p:cNvPr id="20483" name="Content Placeholder 2">
            <a:extLst>
              <a:ext uri="{FF2B5EF4-FFF2-40B4-BE49-F238E27FC236}">
                <a16:creationId xmlns:a16="http://schemas.microsoft.com/office/drawing/2014/main" id="{6F223BA8-753D-446F-8E09-5F784076B8B7}"/>
              </a:ext>
            </a:extLst>
          </p:cNvPr>
          <p:cNvSpPr>
            <a:spLocks noGrp="1"/>
          </p:cNvSpPr>
          <p:nvPr>
            <p:ph idx="1"/>
          </p:nvPr>
        </p:nvSpPr>
        <p:spPr>
          <a:xfrm>
            <a:off x="970852" y="1876013"/>
            <a:ext cx="10523590" cy="4845462"/>
          </a:xfrm>
        </p:spPr>
        <p:txBody>
          <a:bodyPr>
            <a:normAutofit/>
          </a:bodyPr>
          <a:lstStyle/>
          <a:p>
            <a:r>
              <a:rPr lang="en-GB" altLang="en-US" dirty="0"/>
              <a:t>According to Gartner:</a:t>
            </a:r>
          </a:p>
          <a:p>
            <a:r>
              <a:rPr lang="en-GB" altLang="en-US" dirty="0"/>
              <a:t>“An event-driven, end-to-end processing path that </a:t>
            </a:r>
            <a:r>
              <a:rPr lang="en-GB" altLang="en-US" dirty="0">
                <a:solidFill>
                  <a:srgbClr val="0070C0"/>
                </a:solidFill>
              </a:rPr>
              <a:t>s</a:t>
            </a:r>
            <a:r>
              <a:rPr lang="en-GB" altLang="en-US" b="1" dirty="0">
                <a:solidFill>
                  <a:srgbClr val="0070C0"/>
                </a:solidFill>
              </a:rPr>
              <a:t>tarts with a customer request </a:t>
            </a:r>
            <a:r>
              <a:rPr lang="en-GB" altLang="en-US" dirty="0"/>
              <a:t>and ends with a </a:t>
            </a:r>
            <a:r>
              <a:rPr lang="en-GB" altLang="en-US" b="1" dirty="0">
                <a:solidFill>
                  <a:srgbClr val="0070C0"/>
                </a:solidFill>
              </a:rPr>
              <a:t>result for the customer</a:t>
            </a:r>
            <a:r>
              <a:rPr lang="en-GB" altLang="en-US" dirty="0">
                <a:solidFill>
                  <a:srgbClr val="0070C0"/>
                </a:solidFill>
              </a:rPr>
              <a:t>. </a:t>
            </a:r>
          </a:p>
          <a:p>
            <a:r>
              <a:rPr lang="en-GB" altLang="en-US" u="sng" dirty="0"/>
              <a:t>Business processes often cross departmental and even organizational boundaries.”</a:t>
            </a:r>
            <a:endParaRPr lang="en-US" altLang="en-US" u="sng" dirty="0"/>
          </a:p>
        </p:txBody>
      </p:sp>
      <p:sp>
        <p:nvSpPr>
          <p:cNvPr id="20484" name="Slide Number Placeholder 3">
            <a:extLst>
              <a:ext uri="{FF2B5EF4-FFF2-40B4-BE49-F238E27FC236}">
                <a16:creationId xmlns:a16="http://schemas.microsoft.com/office/drawing/2014/main" id="{C85C0A00-E193-453D-9E45-172EACA1CB9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2D5143CD-2D73-4990-A7F3-E2DBF8E2CC34}" type="slidenum">
              <a:rPr lang="en-GB" altLang="en-US" smtClean="0"/>
              <a:pPr/>
              <a:t>10</a:t>
            </a:fld>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0267" y="1685245"/>
            <a:ext cx="7897505" cy="1477328"/>
          </a:xfrm>
          <a:prstGeom prst="rect">
            <a:avLst/>
          </a:prstGeom>
        </p:spPr>
        <p:txBody>
          <a:bodyPr wrap="square">
            <a:spAutoFit/>
          </a:bodyPr>
          <a:lstStyle/>
          <a:p>
            <a:r>
              <a:rPr lang="en-US" altLang="en-US" sz="2400" dirty="0"/>
              <a:t>The goal of workflow management is to handle the flow of work efficiently so that right work is performed by right person at right time</a:t>
            </a:r>
          </a:p>
          <a:p>
            <a:pPr algn="just"/>
            <a:endParaRPr lang="sv-SE" altLang="en-US" dirty="0"/>
          </a:p>
        </p:txBody>
      </p:sp>
      <p:sp>
        <p:nvSpPr>
          <p:cNvPr id="3" name="AutoShape 5"/>
          <p:cNvSpPr>
            <a:spLocks noChangeArrowheads="1"/>
          </p:cNvSpPr>
          <p:nvPr/>
        </p:nvSpPr>
        <p:spPr bwMode="auto">
          <a:xfrm>
            <a:off x="1701420" y="3427863"/>
            <a:ext cx="7620000" cy="1676400"/>
          </a:xfrm>
          <a:prstGeom prst="roundRect">
            <a:avLst>
              <a:gd name="adj" fmla="val 16667"/>
            </a:avLst>
          </a:prstGeom>
          <a:solidFill>
            <a:srgbClr val="FFCC6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i="1" dirty="0"/>
              <a:t>Workflow</a:t>
            </a:r>
            <a:r>
              <a:rPr lang="en-US" altLang="en-US" sz="2400" dirty="0"/>
              <a:t> is the automation of a business process, in whole or part, during which documents, information, or tasks are passed from one participant to another for action, according to a set of procedural rules</a:t>
            </a:r>
            <a:endParaRPr lang="sv-SE" altLang="en-US" sz="2400" dirty="0"/>
          </a:p>
        </p:txBody>
      </p:sp>
      <p:sp>
        <p:nvSpPr>
          <p:cNvPr id="4" name="Rectangle 3"/>
          <p:cNvSpPr/>
          <p:nvPr/>
        </p:nvSpPr>
        <p:spPr>
          <a:xfrm>
            <a:off x="823413" y="487339"/>
            <a:ext cx="9699011" cy="584775"/>
          </a:xfrm>
          <a:prstGeom prst="rect">
            <a:avLst/>
          </a:prstGeom>
        </p:spPr>
        <p:txBody>
          <a:bodyPr wrap="square">
            <a:spAutoFit/>
          </a:bodyPr>
          <a:lstStyle/>
          <a:p>
            <a:r>
              <a:rPr lang="en-US" sz="3200" b="1" spc="300" dirty="0">
                <a:solidFill>
                  <a:schemeClr val="accent2"/>
                </a:solidFill>
                <a:latin typeface="Arial" panose="020B0604020202020204" pitchFamily="34" charset="0"/>
                <a:cs typeface="Arial" panose="020B0604020202020204" pitchFamily="34" charset="0"/>
              </a:rPr>
              <a:t>Basic Concept: Workflow management</a:t>
            </a:r>
            <a:endParaRPr lang="en-US" sz="3200" b="1" u="sng" dirty="0"/>
          </a:p>
        </p:txBody>
      </p:sp>
    </p:spTree>
    <p:extLst>
      <p:ext uri="{BB962C8B-B14F-4D97-AF65-F5344CB8AC3E}">
        <p14:creationId xmlns:p14="http://schemas.microsoft.com/office/powerpoint/2010/main" val="173593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552" y="1335207"/>
            <a:ext cx="8811905" cy="4562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855876" y="750432"/>
            <a:ext cx="8124351" cy="584775"/>
          </a:xfrm>
          <a:prstGeom prst="rect">
            <a:avLst/>
          </a:prstGeom>
        </p:spPr>
        <p:txBody>
          <a:bodyPr wrap="square">
            <a:spAutoFit/>
          </a:bodyPr>
          <a:lstStyle/>
          <a:p>
            <a:r>
              <a:rPr lang="en-US" sz="3200" b="1" spc="300" dirty="0">
                <a:solidFill>
                  <a:schemeClr val="accent2"/>
                </a:solidFill>
                <a:latin typeface="Arial" panose="020B0604020202020204" pitchFamily="34" charset="0"/>
                <a:cs typeface="Arial" panose="020B0604020202020204" pitchFamily="34" charset="0"/>
              </a:rPr>
              <a:t>Basic Concept: </a:t>
            </a:r>
            <a:r>
              <a:rPr lang="en-US" altLang="en-US" sz="3200" b="1" spc="300" dirty="0">
                <a:solidFill>
                  <a:schemeClr val="accent2"/>
                </a:solidFill>
              </a:rPr>
              <a:t>WFMS, EAI, BPMS</a:t>
            </a:r>
            <a:endParaRPr lang="en-US" sz="3200" b="1" spc="300" dirty="0">
              <a:solidFill>
                <a:schemeClr val="accent2"/>
              </a:solidFill>
            </a:endParaRPr>
          </a:p>
        </p:txBody>
      </p:sp>
    </p:spTree>
    <p:extLst>
      <p:ext uri="{BB962C8B-B14F-4D97-AF65-F5344CB8AC3E}">
        <p14:creationId xmlns:p14="http://schemas.microsoft.com/office/powerpoint/2010/main" val="2736836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2"/>
          </p:nvPr>
        </p:nvSpPr>
        <p:spPr>
          <a:xfrm>
            <a:off x="1981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fld id="{CEC0FE45-F476-47E7-86B2-D8BEE36FB08A}" type="slidenum">
              <a:rPr lang="sv-SE" altLang="en-US" smtClean="0">
                <a:latin typeface="Garamond" panose="02020404030301010803" pitchFamily="18" charset="0"/>
              </a:rPr>
              <a:pPr algn="l"/>
              <a:t>13</a:t>
            </a:fld>
            <a:endParaRPr lang="sv-SE" altLang="en-US">
              <a:latin typeface="Garamond" panose="02020404030301010803" pitchFamily="18" charset="0"/>
            </a:endParaRPr>
          </a:p>
        </p:txBody>
      </p:sp>
      <p:sp>
        <p:nvSpPr>
          <p:cNvPr id="27651" name="Rectangle 2"/>
          <p:cNvSpPr>
            <a:spLocks noGrp="1" noChangeArrowheads="1"/>
          </p:cNvSpPr>
          <p:nvPr>
            <p:ph type="title"/>
          </p:nvPr>
        </p:nvSpPr>
        <p:spPr>
          <a:xfrm>
            <a:off x="609600" y="369094"/>
            <a:ext cx="10515600" cy="1325563"/>
          </a:xfrm>
        </p:spPr>
        <p:txBody>
          <a:bodyPr/>
          <a:lstStyle/>
          <a:p>
            <a:r>
              <a:rPr lang="en-US" altLang="en-US" sz="3800" dirty="0">
                <a:solidFill>
                  <a:schemeClr val="accent2"/>
                </a:solidFill>
              </a:rPr>
              <a:t>A small case study: Double Check (DC)</a:t>
            </a:r>
            <a:endParaRPr lang="sv-SE" altLang="en-US" sz="3800" dirty="0">
              <a:solidFill>
                <a:schemeClr val="accent2"/>
              </a:solidFill>
            </a:endParaRPr>
          </a:p>
        </p:txBody>
      </p:sp>
      <p:sp>
        <p:nvSpPr>
          <p:cNvPr id="27652" name="Rectangle 6"/>
          <p:cNvSpPr>
            <a:spLocks noGrp="1" noChangeArrowheads="1"/>
          </p:cNvSpPr>
          <p:nvPr>
            <p:ph type="body" idx="1"/>
          </p:nvPr>
        </p:nvSpPr>
        <p:spPr>
          <a:xfrm>
            <a:off x="1752600" y="1524001"/>
            <a:ext cx="8229600" cy="4530725"/>
          </a:xfrm>
          <a:noFill/>
        </p:spPr>
        <p:txBody>
          <a:bodyPr/>
          <a:lstStyle/>
          <a:p>
            <a:pPr>
              <a:lnSpc>
                <a:spcPct val="80000"/>
              </a:lnSpc>
            </a:pPr>
            <a:r>
              <a:rPr lang="en-US" altLang="en-US" sz="2100" dirty="0"/>
              <a:t>Processing of insurance claims involving registration, two checks, and a payment of rejection</a:t>
            </a:r>
          </a:p>
          <a:p>
            <a:pPr>
              <a:lnSpc>
                <a:spcPct val="80000"/>
              </a:lnSpc>
            </a:pPr>
            <a:r>
              <a:rPr lang="en-US" altLang="en-US" sz="2100" dirty="0"/>
              <a:t>Five tasks: </a:t>
            </a:r>
          </a:p>
          <a:p>
            <a:pPr lvl="1">
              <a:lnSpc>
                <a:spcPct val="80000"/>
              </a:lnSpc>
            </a:pPr>
            <a:r>
              <a:rPr lang="en-US" altLang="en-US" sz="2000" dirty="0"/>
              <a:t>register (register insurance claim)</a:t>
            </a:r>
          </a:p>
          <a:p>
            <a:pPr lvl="1">
              <a:lnSpc>
                <a:spcPct val="80000"/>
              </a:lnSpc>
            </a:pPr>
            <a:r>
              <a:rPr lang="en-US" altLang="en-US" sz="2000" dirty="0" err="1"/>
              <a:t>checkA</a:t>
            </a:r>
            <a:r>
              <a:rPr lang="en-US" altLang="en-US" sz="2000" dirty="0"/>
              <a:t> (check insurance policy)</a:t>
            </a:r>
          </a:p>
          <a:p>
            <a:pPr lvl="1">
              <a:lnSpc>
                <a:spcPct val="80000"/>
              </a:lnSpc>
            </a:pPr>
            <a:r>
              <a:rPr lang="en-US" altLang="en-US" sz="2000" dirty="0" err="1"/>
              <a:t>checkB</a:t>
            </a:r>
            <a:r>
              <a:rPr lang="en-US" altLang="en-US" sz="2000" dirty="0"/>
              <a:t> (check damage reported)</a:t>
            </a:r>
          </a:p>
          <a:p>
            <a:pPr lvl="1">
              <a:lnSpc>
                <a:spcPct val="80000"/>
              </a:lnSpc>
            </a:pPr>
            <a:r>
              <a:rPr lang="en-US" altLang="en-US" sz="2000" dirty="0"/>
              <a:t>pay (pay for the damage)</a:t>
            </a:r>
          </a:p>
          <a:p>
            <a:pPr lvl="1">
              <a:lnSpc>
                <a:spcPct val="80000"/>
              </a:lnSpc>
            </a:pPr>
            <a:r>
              <a:rPr lang="en-US" altLang="en-US" sz="2000" dirty="0"/>
              <a:t>reject (inform customer about rejection)</a:t>
            </a:r>
          </a:p>
          <a:p>
            <a:pPr>
              <a:lnSpc>
                <a:spcPct val="80000"/>
              </a:lnSpc>
            </a:pPr>
            <a:r>
              <a:rPr lang="en-US" altLang="en-US" sz="2100" dirty="0"/>
              <a:t>Registration is followed by two checks which can be handled in parallel.</a:t>
            </a:r>
          </a:p>
          <a:p>
            <a:pPr>
              <a:lnSpc>
                <a:spcPct val="80000"/>
              </a:lnSpc>
            </a:pPr>
            <a:r>
              <a:rPr lang="en-US" altLang="en-US" sz="2100" dirty="0"/>
              <a:t>Each of the checks results in “OK” or “not OK”.</a:t>
            </a:r>
          </a:p>
          <a:p>
            <a:pPr>
              <a:lnSpc>
                <a:spcPct val="80000"/>
              </a:lnSpc>
            </a:pPr>
            <a:r>
              <a:rPr lang="en-US" altLang="en-US" sz="2100" dirty="0"/>
              <a:t>If both are OK, pay otherwise reject.</a:t>
            </a:r>
          </a:p>
          <a:p>
            <a:pPr>
              <a:lnSpc>
                <a:spcPct val="80000"/>
              </a:lnSpc>
            </a:pPr>
            <a:r>
              <a:rPr lang="en-US" altLang="en-US" sz="2100" dirty="0"/>
              <a:t>Three roles: register (for task register), checks (for both checks), and pay/reject (for final tasks).</a:t>
            </a:r>
          </a:p>
        </p:txBody>
      </p:sp>
      <p:grpSp>
        <p:nvGrpSpPr>
          <p:cNvPr id="27653" name="Group 7"/>
          <p:cNvGrpSpPr>
            <a:grpSpLocks/>
          </p:cNvGrpSpPr>
          <p:nvPr/>
        </p:nvGrpSpPr>
        <p:grpSpPr bwMode="auto">
          <a:xfrm>
            <a:off x="6477000" y="2363788"/>
            <a:ext cx="4167188" cy="1217612"/>
            <a:chOff x="2736" y="1756"/>
            <a:chExt cx="2625" cy="767"/>
          </a:xfrm>
        </p:grpSpPr>
        <p:sp>
          <p:nvSpPr>
            <p:cNvPr id="27654" name="Text Box 8"/>
            <p:cNvSpPr txBox="1">
              <a:spLocks noChangeArrowheads="1"/>
            </p:cNvSpPr>
            <p:nvPr/>
          </p:nvSpPr>
          <p:spPr bwMode="auto">
            <a:xfrm>
              <a:off x="2736" y="2016"/>
              <a:ext cx="720" cy="239"/>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a:defRPr>
                  <a:solidFill>
                    <a:schemeClr val="tx1"/>
                  </a:solidFill>
                  <a:latin typeface="Arial" panose="020B0604020202020204" pitchFamily="34" charset="0"/>
                  <a:cs typeface="Arial" panose="020B0604020202020204" pitchFamily="34" charset="0"/>
                </a:defRPr>
              </a:lvl1pPr>
              <a:lvl2pPr marL="742950" indent="-285750" defTabSz="762000">
                <a:defRPr>
                  <a:solidFill>
                    <a:schemeClr val="tx1"/>
                  </a:solidFill>
                  <a:latin typeface="Arial" panose="020B0604020202020204" pitchFamily="34" charset="0"/>
                  <a:cs typeface="Arial" panose="020B0604020202020204" pitchFamily="34" charset="0"/>
                </a:defRPr>
              </a:lvl2pPr>
              <a:lvl3pPr marL="1143000" indent="-228600" defTabSz="762000">
                <a:defRPr>
                  <a:solidFill>
                    <a:schemeClr val="tx1"/>
                  </a:solidFill>
                  <a:latin typeface="Arial" panose="020B0604020202020204" pitchFamily="34" charset="0"/>
                  <a:cs typeface="Arial" panose="020B0604020202020204" pitchFamily="34" charset="0"/>
                </a:defRPr>
              </a:lvl3pPr>
              <a:lvl4pPr marL="1600200" indent="-228600" defTabSz="762000">
                <a:defRPr>
                  <a:solidFill>
                    <a:schemeClr val="tx1"/>
                  </a:solidFill>
                  <a:latin typeface="Arial" panose="020B0604020202020204" pitchFamily="34" charset="0"/>
                  <a:cs typeface="Arial" panose="020B0604020202020204" pitchFamily="34" charset="0"/>
                </a:defRPr>
              </a:lvl4pPr>
              <a:lvl5pPr marL="2057400" indent="-228600" defTabSz="762000">
                <a:defRPr>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pPr>
              <a:r>
                <a:rPr lang="nl-NL" altLang="en-US" sz="2000">
                  <a:latin typeface="Times New Roman" panose="02020603050405020304" pitchFamily="18" charset="0"/>
                </a:rPr>
                <a:t>register</a:t>
              </a:r>
              <a:endParaRPr lang="en-GB" altLang="en-US" sz="2000">
                <a:latin typeface="Times New Roman" panose="02020603050405020304" pitchFamily="18" charset="0"/>
              </a:endParaRPr>
            </a:p>
          </p:txBody>
        </p:sp>
        <p:sp>
          <p:nvSpPr>
            <p:cNvPr id="27655" name="Text Box 9"/>
            <p:cNvSpPr txBox="1">
              <a:spLocks noChangeArrowheads="1"/>
            </p:cNvSpPr>
            <p:nvPr/>
          </p:nvSpPr>
          <p:spPr bwMode="auto">
            <a:xfrm>
              <a:off x="3792" y="1756"/>
              <a:ext cx="613" cy="239"/>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defTabSz="762000">
                <a:defRPr>
                  <a:solidFill>
                    <a:schemeClr val="tx1"/>
                  </a:solidFill>
                  <a:latin typeface="Arial" panose="020B0604020202020204" pitchFamily="34" charset="0"/>
                  <a:cs typeface="Arial" panose="020B0604020202020204" pitchFamily="34" charset="0"/>
                </a:defRPr>
              </a:lvl1pPr>
              <a:lvl2pPr marL="742950" indent="-285750" defTabSz="762000">
                <a:defRPr>
                  <a:solidFill>
                    <a:schemeClr val="tx1"/>
                  </a:solidFill>
                  <a:latin typeface="Arial" panose="020B0604020202020204" pitchFamily="34" charset="0"/>
                  <a:cs typeface="Arial" panose="020B0604020202020204" pitchFamily="34" charset="0"/>
                </a:defRPr>
              </a:lvl2pPr>
              <a:lvl3pPr marL="1143000" indent="-228600" defTabSz="762000">
                <a:defRPr>
                  <a:solidFill>
                    <a:schemeClr val="tx1"/>
                  </a:solidFill>
                  <a:latin typeface="Arial" panose="020B0604020202020204" pitchFamily="34" charset="0"/>
                  <a:cs typeface="Arial" panose="020B0604020202020204" pitchFamily="34" charset="0"/>
                </a:defRPr>
              </a:lvl3pPr>
              <a:lvl4pPr marL="1600200" indent="-228600" defTabSz="762000">
                <a:defRPr>
                  <a:solidFill>
                    <a:schemeClr val="tx1"/>
                  </a:solidFill>
                  <a:latin typeface="Arial" panose="020B0604020202020204" pitchFamily="34" charset="0"/>
                  <a:cs typeface="Arial" panose="020B0604020202020204" pitchFamily="34" charset="0"/>
                </a:defRPr>
              </a:lvl4pPr>
              <a:lvl5pPr marL="2057400" indent="-228600" defTabSz="762000">
                <a:defRPr>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pPr>
              <a:r>
                <a:rPr lang="nl-NL" altLang="en-US" sz="2000">
                  <a:latin typeface="Times New Roman" panose="02020603050405020304" pitchFamily="18" charset="0"/>
                </a:rPr>
                <a:t>checkA</a:t>
              </a:r>
              <a:endParaRPr lang="en-GB" altLang="en-US" sz="2000">
                <a:latin typeface="Times New Roman" panose="02020603050405020304" pitchFamily="18" charset="0"/>
              </a:endParaRPr>
            </a:p>
          </p:txBody>
        </p:sp>
        <p:sp>
          <p:nvSpPr>
            <p:cNvPr id="27656" name="Text Box 10"/>
            <p:cNvSpPr txBox="1">
              <a:spLocks noChangeArrowheads="1"/>
            </p:cNvSpPr>
            <p:nvPr/>
          </p:nvSpPr>
          <p:spPr bwMode="auto">
            <a:xfrm>
              <a:off x="3744" y="2256"/>
              <a:ext cx="720" cy="239"/>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a:defRPr>
                  <a:solidFill>
                    <a:schemeClr val="tx1"/>
                  </a:solidFill>
                  <a:latin typeface="Arial" panose="020B0604020202020204" pitchFamily="34" charset="0"/>
                  <a:cs typeface="Arial" panose="020B0604020202020204" pitchFamily="34" charset="0"/>
                </a:defRPr>
              </a:lvl1pPr>
              <a:lvl2pPr marL="742950" indent="-285750" defTabSz="762000">
                <a:defRPr>
                  <a:solidFill>
                    <a:schemeClr val="tx1"/>
                  </a:solidFill>
                  <a:latin typeface="Arial" panose="020B0604020202020204" pitchFamily="34" charset="0"/>
                  <a:cs typeface="Arial" panose="020B0604020202020204" pitchFamily="34" charset="0"/>
                </a:defRPr>
              </a:lvl2pPr>
              <a:lvl3pPr marL="1143000" indent="-228600" defTabSz="762000">
                <a:defRPr>
                  <a:solidFill>
                    <a:schemeClr val="tx1"/>
                  </a:solidFill>
                  <a:latin typeface="Arial" panose="020B0604020202020204" pitchFamily="34" charset="0"/>
                  <a:cs typeface="Arial" panose="020B0604020202020204" pitchFamily="34" charset="0"/>
                </a:defRPr>
              </a:lvl3pPr>
              <a:lvl4pPr marL="1600200" indent="-228600" defTabSz="762000">
                <a:defRPr>
                  <a:solidFill>
                    <a:schemeClr val="tx1"/>
                  </a:solidFill>
                  <a:latin typeface="Arial" panose="020B0604020202020204" pitchFamily="34" charset="0"/>
                  <a:cs typeface="Arial" panose="020B0604020202020204" pitchFamily="34" charset="0"/>
                </a:defRPr>
              </a:lvl4pPr>
              <a:lvl5pPr marL="2057400" indent="-228600" defTabSz="762000">
                <a:defRPr>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pPr>
              <a:r>
                <a:rPr lang="nl-NL" altLang="en-US" sz="2000">
                  <a:latin typeface="Times New Roman" panose="02020603050405020304" pitchFamily="18" charset="0"/>
                </a:rPr>
                <a:t>checkB</a:t>
              </a:r>
              <a:endParaRPr lang="en-GB" altLang="en-US" sz="2000">
                <a:latin typeface="Times New Roman" panose="02020603050405020304" pitchFamily="18" charset="0"/>
              </a:endParaRPr>
            </a:p>
          </p:txBody>
        </p:sp>
        <p:sp>
          <p:nvSpPr>
            <p:cNvPr id="27657" name="Text Box 11"/>
            <p:cNvSpPr txBox="1">
              <a:spLocks noChangeArrowheads="1"/>
            </p:cNvSpPr>
            <p:nvPr/>
          </p:nvSpPr>
          <p:spPr bwMode="auto">
            <a:xfrm>
              <a:off x="4871" y="1756"/>
              <a:ext cx="355" cy="239"/>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defTabSz="762000">
                <a:defRPr>
                  <a:solidFill>
                    <a:schemeClr val="tx1"/>
                  </a:solidFill>
                  <a:latin typeface="Arial" panose="020B0604020202020204" pitchFamily="34" charset="0"/>
                  <a:cs typeface="Arial" panose="020B0604020202020204" pitchFamily="34" charset="0"/>
                </a:defRPr>
              </a:lvl1pPr>
              <a:lvl2pPr marL="742950" indent="-285750" defTabSz="762000">
                <a:defRPr>
                  <a:solidFill>
                    <a:schemeClr val="tx1"/>
                  </a:solidFill>
                  <a:latin typeface="Arial" panose="020B0604020202020204" pitchFamily="34" charset="0"/>
                  <a:cs typeface="Arial" panose="020B0604020202020204" pitchFamily="34" charset="0"/>
                </a:defRPr>
              </a:lvl2pPr>
              <a:lvl3pPr marL="1143000" indent="-228600" defTabSz="762000">
                <a:defRPr>
                  <a:solidFill>
                    <a:schemeClr val="tx1"/>
                  </a:solidFill>
                  <a:latin typeface="Arial" panose="020B0604020202020204" pitchFamily="34" charset="0"/>
                  <a:cs typeface="Arial" panose="020B0604020202020204" pitchFamily="34" charset="0"/>
                </a:defRPr>
              </a:lvl3pPr>
              <a:lvl4pPr marL="1600200" indent="-228600" defTabSz="762000">
                <a:defRPr>
                  <a:solidFill>
                    <a:schemeClr val="tx1"/>
                  </a:solidFill>
                  <a:latin typeface="Arial" panose="020B0604020202020204" pitchFamily="34" charset="0"/>
                  <a:cs typeface="Arial" panose="020B0604020202020204" pitchFamily="34" charset="0"/>
                </a:defRPr>
              </a:lvl4pPr>
              <a:lvl5pPr marL="2057400" indent="-228600" defTabSz="762000">
                <a:defRPr>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pPr>
              <a:r>
                <a:rPr lang="nl-NL" altLang="en-US" sz="2000">
                  <a:latin typeface="Times New Roman" panose="02020603050405020304" pitchFamily="18" charset="0"/>
                </a:rPr>
                <a:t>pay</a:t>
              </a:r>
              <a:endParaRPr lang="en-GB" altLang="en-US" sz="2000">
                <a:latin typeface="Times New Roman" panose="02020603050405020304" pitchFamily="18" charset="0"/>
              </a:endParaRPr>
            </a:p>
          </p:txBody>
        </p:sp>
        <p:sp>
          <p:nvSpPr>
            <p:cNvPr id="27658" name="Text Box 12"/>
            <p:cNvSpPr txBox="1">
              <a:spLocks noChangeArrowheads="1"/>
            </p:cNvSpPr>
            <p:nvPr/>
          </p:nvSpPr>
          <p:spPr bwMode="auto">
            <a:xfrm>
              <a:off x="4883" y="2284"/>
              <a:ext cx="478" cy="239"/>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defTabSz="762000">
                <a:defRPr>
                  <a:solidFill>
                    <a:schemeClr val="tx1"/>
                  </a:solidFill>
                  <a:latin typeface="Arial" panose="020B0604020202020204" pitchFamily="34" charset="0"/>
                  <a:cs typeface="Arial" panose="020B0604020202020204" pitchFamily="34" charset="0"/>
                </a:defRPr>
              </a:lvl1pPr>
              <a:lvl2pPr marL="742950" indent="-285750" defTabSz="762000">
                <a:defRPr>
                  <a:solidFill>
                    <a:schemeClr val="tx1"/>
                  </a:solidFill>
                  <a:latin typeface="Arial" panose="020B0604020202020204" pitchFamily="34" charset="0"/>
                  <a:cs typeface="Arial" panose="020B0604020202020204" pitchFamily="34" charset="0"/>
                </a:defRPr>
              </a:lvl2pPr>
              <a:lvl3pPr marL="1143000" indent="-228600" defTabSz="762000">
                <a:defRPr>
                  <a:solidFill>
                    <a:schemeClr val="tx1"/>
                  </a:solidFill>
                  <a:latin typeface="Arial" panose="020B0604020202020204" pitchFamily="34" charset="0"/>
                  <a:cs typeface="Arial" panose="020B0604020202020204" pitchFamily="34" charset="0"/>
                </a:defRPr>
              </a:lvl3pPr>
              <a:lvl4pPr marL="1600200" indent="-228600" defTabSz="762000">
                <a:defRPr>
                  <a:solidFill>
                    <a:schemeClr val="tx1"/>
                  </a:solidFill>
                  <a:latin typeface="Arial" panose="020B0604020202020204" pitchFamily="34" charset="0"/>
                  <a:cs typeface="Arial" panose="020B0604020202020204" pitchFamily="34" charset="0"/>
                </a:defRPr>
              </a:lvl4pPr>
              <a:lvl5pPr marL="2057400" indent="-228600" defTabSz="762000">
                <a:defRPr>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pPr>
              <a:r>
                <a:rPr lang="nl-NL" altLang="en-US" sz="2000">
                  <a:latin typeface="Times New Roman" panose="02020603050405020304" pitchFamily="18" charset="0"/>
                </a:rPr>
                <a:t>reject</a:t>
              </a:r>
              <a:endParaRPr lang="en-GB" altLang="en-US" sz="2000">
                <a:latin typeface="Times New Roman" panose="02020603050405020304" pitchFamily="18" charset="0"/>
              </a:endParaRPr>
            </a:p>
          </p:txBody>
        </p:sp>
        <p:sp>
          <p:nvSpPr>
            <p:cNvPr id="27659" name="Line 13"/>
            <p:cNvSpPr>
              <a:spLocks noChangeShapeType="1"/>
            </p:cNvSpPr>
            <p:nvPr/>
          </p:nvSpPr>
          <p:spPr bwMode="auto">
            <a:xfrm>
              <a:off x="3456" y="2208"/>
              <a:ext cx="288" cy="192"/>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27660" name="Line 14"/>
            <p:cNvSpPr>
              <a:spLocks noChangeShapeType="1"/>
            </p:cNvSpPr>
            <p:nvPr/>
          </p:nvSpPr>
          <p:spPr bwMode="auto">
            <a:xfrm flipV="1">
              <a:off x="3456" y="1872"/>
              <a:ext cx="288" cy="240"/>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27661" name="Line 15"/>
            <p:cNvSpPr>
              <a:spLocks noChangeShapeType="1"/>
            </p:cNvSpPr>
            <p:nvPr/>
          </p:nvSpPr>
          <p:spPr bwMode="auto">
            <a:xfrm>
              <a:off x="4464" y="2400"/>
              <a:ext cx="384" cy="0"/>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27662" name="Line 16"/>
            <p:cNvSpPr>
              <a:spLocks noChangeShapeType="1"/>
            </p:cNvSpPr>
            <p:nvPr/>
          </p:nvSpPr>
          <p:spPr bwMode="auto">
            <a:xfrm>
              <a:off x="4464" y="1872"/>
              <a:ext cx="384" cy="0"/>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27663" name="Line 17"/>
            <p:cNvSpPr>
              <a:spLocks noChangeShapeType="1"/>
            </p:cNvSpPr>
            <p:nvPr/>
          </p:nvSpPr>
          <p:spPr bwMode="auto">
            <a:xfrm>
              <a:off x="4464" y="1968"/>
              <a:ext cx="384" cy="384"/>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27664" name="Line 18"/>
            <p:cNvSpPr>
              <a:spLocks noChangeShapeType="1"/>
            </p:cNvSpPr>
            <p:nvPr/>
          </p:nvSpPr>
          <p:spPr bwMode="auto">
            <a:xfrm flipV="1">
              <a:off x="4464" y="1920"/>
              <a:ext cx="384" cy="432"/>
            </a:xfrm>
            <a:prstGeom prst="line">
              <a:avLst/>
            </a:prstGeom>
            <a:noFill/>
            <a:ln w="127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09051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2"/>
          </p:nvPr>
        </p:nvSpPr>
        <p:spPr>
          <a:xfrm>
            <a:off x="1981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fld id="{D3D0171D-B29C-41C5-81FF-3474B4C57021}" type="slidenum">
              <a:rPr lang="sv-SE" altLang="en-US" smtClean="0">
                <a:latin typeface="Garamond" panose="02020404030301010803" pitchFamily="18" charset="0"/>
              </a:rPr>
              <a:pPr algn="l"/>
              <a:t>14</a:t>
            </a:fld>
            <a:endParaRPr lang="sv-SE" altLang="en-US">
              <a:latin typeface="Garamond" panose="02020404030301010803" pitchFamily="18" charset="0"/>
            </a:endParaRPr>
          </a:p>
        </p:txBody>
      </p:sp>
      <p:sp>
        <p:nvSpPr>
          <p:cNvPr id="29699" name="Rectangle 2"/>
          <p:cNvSpPr>
            <a:spLocks noGrp="1" noChangeArrowheads="1"/>
          </p:cNvSpPr>
          <p:nvPr>
            <p:ph type="title"/>
          </p:nvPr>
        </p:nvSpPr>
        <p:spPr/>
        <p:txBody>
          <a:bodyPr/>
          <a:lstStyle/>
          <a:p>
            <a:r>
              <a:rPr lang="en-US" altLang="en-US" dirty="0">
                <a:solidFill>
                  <a:schemeClr val="accent2"/>
                </a:solidFill>
              </a:rPr>
              <a:t>DC Example</a:t>
            </a:r>
            <a:endParaRPr lang="sv-SE" altLang="en-US" dirty="0">
              <a:solidFill>
                <a:schemeClr val="accent2"/>
              </a:solidFill>
            </a:endParaRPr>
          </a:p>
        </p:txBody>
      </p:sp>
      <p:sp>
        <p:nvSpPr>
          <p:cNvPr id="29700" name="Rectangle 3"/>
          <p:cNvSpPr>
            <a:spLocks noGrp="1" noChangeArrowheads="1"/>
          </p:cNvSpPr>
          <p:nvPr>
            <p:ph type="body" idx="1"/>
          </p:nvPr>
        </p:nvSpPr>
        <p:spPr/>
        <p:txBody>
          <a:bodyPr/>
          <a:lstStyle/>
          <a:p>
            <a:endParaRPr lang="en-US" altLang="en-US"/>
          </a:p>
        </p:txBody>
      </p:sp>
      <p:pic>
        <p:nvPicPr>
          <p:cNvPr id="2970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1" y="2133601"/>
            <a:ext cx="7491413"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4833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2"/>
          </p:nvPr>
        </p:nvSpPr>
        <p:spPr>
          <a:xfrm>
            <a:off x="1981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fld id="{5FB1CAC8-FF54-457C-9A46-C46932F9FBB3}" type="slidenum">
              <a:rPr lang="sv-SE" altLang="en-US" smtClean="0">
                <a:latin typeface="Garamond" panose="02020404030301010803" pitchFamily="18" charset="0"/>
              </a:rPr>
              <a:pPr algn="l"/>
              <a:t>15</a:t>
            </a:fld>
            <a:endParaRPr lang="sv-SE" altLang="en-US">
              <a:latin typeface="Garamond" panose="02020404030301010803" pitchFamily="18" charset="0"/>
            </a:endParaRPr>
          </a:p>
        </p:txBody>
      </p:sp>
      <p:sp>
        <p:nvSpPr>
          <p:cNvPr id="31747" name="Rectangle 2"/>
          <p:cNvSpPr>
            <a:spLocks noGrp="1" noChangeArrowheads="1"/>
          </p:cNvSpPr>
          <p:nvPr>
            <p:ph type="title"/>
          </p:nvPr>
        </p:nvSpPr>
        <p:spPr/>
        <p:txBody>
          <a:bodyPr/>
          <a:lstStyle/>
          <a:p>
            <a:r>
              <a:rPr lang="en-US" altLang="en-US" dirty="0">
                <a:solidFill>
                  <a:schemeClr val="accent2"/>
                </a:solidFill>
              </a:rPr>
              <a:t>DC Example</a:t>
            </a:r>
            <a:endParaRPr lang="sv-SE" altLang="en-US" dirty="0">
              <a:solidFill>
                <a:schemeClr val="accent2"/>
              </a:solidFill>
            </a:endParaRPr>
          </a:p>
        </p:txBody>
      </p:sp>
      <p:sp>
        <p:nvSpPr>
          <p:cNvPr id="31748" name="Rectangle 3"/>
          <p:cNvSpPr>
            <a:spLocks noGrp="1" noChangeArrowheads="1"/>
          </p:cNvSpPr>
          <p:nvPr>
            <p:ph type="body" idx="1"/>
          </p:nvPr>
        </p:nvSpPr>
        <p:spPr/>
        <p:txBody>
          <a:bodyPr/>
          <a:lstStyle/>
          <a:p>
            <a:r>
              <a:rPr lang="en-US" altLang="en-US"/>
              <a:t>Adding a step</a:t>
            </a:r>
            <a:endParaRPr lang="sv-SE" altLang="en-US"/>
          </a:p>
        </p:txBody>
      </p:sp>
      <p:pic>
        <p:nvPicPr>
          <p:cNvPr id="317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286001"/>
            <a:ext cx="7759700"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755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p:cNvSpPr>
            <a:spLocks noGrp="1"/>
          </p:cNvSpPr>
          <p:nvPr>
            <p:ph type="sldNum" sz="quarter" idx="12"/>
          </p:nvPr>
        </p:nvSpPr>
        <p:spPr>
          <a:xfrm>
            <a:off x="1981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fld id="{9220378C-0B49-4496-8CDC-9B38168005CB}" type="slidenum">
              <a:rPr lang="sv-SE" altLang="en-US" smtClean="0">
                <a:latin typeface="Garamond" panose="02020404030301010803" pitchFamily="18" charset="0"/>
              </a:rPr>
              <a:pPr algn="l"/>
              <a:t>16</a:t>
            </a:fld>
            <a:endParaRPr lang="sv-SE" altLang="en-US">
              <a:latin typeface="Garamond" panose="02020404030301010803" pitchFamily="18" charset="0"/>
            </a:endParaRPr>
          </a:p>
        </p:txBody>
      </p:sp>
      <p:sp>
        <p:nvSpPr>
          <p:cNvPr id="41987" name="Rectangle 2"/>
          <p:cNvSpPr>
            <a:spLocks noGrp="1" noChangeArrowheads="1"/>
          </p:cNvSpPr>
          <p:nvPr>
            <p:ph type="title"/>
          </p:nvPr>
        </p:nvSpPr>
        <p:spPr/>
        <p:txBody>
          <a:bodyPr/>
          <a:lstStyle/>
          <a:p>
            <a:r>
              <a:rPr lang="en-US" altLang="en-US" dirty="0">
                <a:solidFill>
                  <a:schemeClr val="accent2"/>
                </a:solidFill>
              </a:rPr>
              <a:t>DC Example</a:t>
            </a:r>
            <a:endParaRPr lang="sv-SE" altLang="en-US" dirty="0">
              <a:solidFill>
                <a:schemeClr val="accent2"/>
              </a:solidFill>
            </a:endParaRPr>
          </a:p>
        </p:txBody>
      </p:sp>
      <p:sp>
        <p:nvSpPr>
          <p:cNvPr id="41988" name="Rectangle 3"/>
          <p:cNvSpPr>
            <a:spLocks noGrp="1" noChangeArrowheads="1"/>
          </p:cNvSpPr>
          <p:nvPr>
            <p:ph type="body" idx="1"/>
          </p:nvPr>
        </p:nvSpPr>
        <p:spPr/>
        <p:txBody>
          <a:bodyPr/>
          <a:lstStyle/>
          <a:p>
            <a:endParaRPr lang="en-US" altLang="en-US"/>
          </a:p>
        </p:txBody>
      </p:sp>
      <p:pic>
        <p:nvPicPr>
          <p:cNvPr id="4198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213" y="1628776"/>
            <a:ext cx="7759700"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9198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2"/>
          </p:nvPr>
        </p:nvSpPr>
        <p:spPr>
          <a:xfrm>
            <a:off x="1981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fld id="{724957C5-085D-4141-A81E-BC244CBD88A7}" type="slidenum">
              <a:rPr lang="sv-SE" altLang="en-US" smtClean="0">
                <a:latin typeface="Garamond" panose="02020404030301010803" pitchFamily="18" charset="0"/>
              </a:rPr>
              <a:pPr algn="l"/>
              <a:t>17</a:t>
            </a:fld>
            <a:endParaRPr lang="sv-SE" altLang="en-US">
              <a:latin typeface="Garamond" panose="02020404030301010803" pitchFamily="18" charset="0"/>
            </a:endParaRPr>
          </a:p>
        </p:txBody>
      </p:sp>
      <p:sp>
        <p:nvSpPr>
          <p:cNvPr id="44035" name="Rectangle 2"/>
          <p:cNvSpPr>
            <a:spLocks noGrp="1" noChangeArrowheads="1"/>
          </p:cNvSpPr>
          <p:nvPr>
            <p:ph type="title"/>
          </p:nvPr>
        </p:nvSpPr>
        <p:spPr/>
        <p:txBody>
          <a:bodyPr/>
          <a:lstStyle/>
          <a:p>
            <a:r>
              <a:rPr lang="en-US" altLang="en-US" dirty="0">
                <a:solidFill>
                  <a:schemeClr val="accent2"/>
                </a:solidFill>
              </a:rPr>
              <a:t>DC Example</a:t>
            </a:r>
            <a:endParaRPr lang="sv-SE" altLang="en-US" dirty="0">
              <a:solidFill>
                <a:schemeClr val="accent2"/>
              </a:solidFill>
            </a:endParaRPr>
          </a:p>
        </p:txBody>
      </p:sp>
      <p:sp>
        <p:nvSpPr>
          <p:cNvPr id="44036" name="Rectangle 3"/>
          <p:cNvSpPr>
            <a:spLocks noGrp="1" noChangeArrowheads="1"/>
          </p:cNvSpPr>
          <p:nvPr>
            <p:ph type="body" idx="1"/>
          </p:nvPr>
        </p:nvSpPr>
        <p:spPr/>
        <p:txBody>
          <a:bodyPr/>
          <a:lstStyle/>
          <a:p>
            <a:endParaRPr lang="en-US" altLang="en-US"/>
          </a:p>
        </p:txBody>
      </p:sp>
      <p:pic>
        <p:nvPicPr>
          <p:cNvPr id="440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800226"/>
            <a:ext cx="7759700"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7176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p:cNvSpPr>
            <a:spLocks noGrp="1"/>
          </p:cNvSpPr>
          <p:nvPr>
            <p:ph type="sldNum" sz="quarter" idx="12"/>
          </p:nvPr>
        </p:nvSpPr>
        <p:spPr>
          <a:xfrm>
            <a:off x="1981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fld id="{BB85600A-693D-4BE4-8A13-F0B5DAA36A64}" type="slidenum">
              <a:rPr lang="sv-SE" altLang="en-US" smtClean="0">
                <a:latin typeface="Garamond" panose="02020404030301010803" pitchFamily="18" charset="0"/>
              </a:rPr>
              <a:pPr algn="l"/>
              <a:t>18</a:t>
            </a:fld>
            <a:endParaRPr lang="sv-SE" altLang="en-US">
              <a:latin typeface="Garamond" panose="02020404030301010803" pitchFamily="18" charset="0"/>
            </a:endParaRPr>
          </a:p>
        </p:txBody>
      </p:sp>
      <p:sp>
        <p:nvSpPr>
          <p:cNvPr id="46083" name="Rectangle 2"/>
          <p:cNvSpPr>
            <a:spLocks noGrp="1" noChangeArrowheads="1"/>
          </p:cNvSpPr>
          <p:nvPr>
            <p:ph type="title"/>
          </p:nvPr>
        </p:nvSpPr>
        <p:spPr/>
        <p:txBody>
          <a:bodyPr/>
          <a:lstStyle/>
          <a:p>
            <a:r>
              <a:rPr lang="en-US" altLang="en-US" dirty="0">
                <a:solidFill>
                  <a:schemeClr val="accent2"/>
                </a:solidFill>
              </a:rPr>
              <a:t>DC Example</a:t>
            </a:r>
            <a:endParaRPr lang="sv-SE" altLang="en-US" dirty="0">
              <a:solidFill>
                <a:schemeClr val="accent2"/>
              </a:solidFill>
            </a:endParaRPr>
          </a:p>
        </p:txBody>
      </p:sp>
      <p:sp>
        <p:nvSpPr>
          <p:cNvPr id="46084" name="Rectangle 3"/>
          <p:cNvSpPr>
            <a:spLocks noGrp="1" noChangeArrowheads="1"/>
          </p:cNvSpPr>
          <p:nvPr>
            <p:ph type="body" idx="1"/>
          </p:nvPr>
        </p:nvSpPr>
        <p:spPr/>
        <p:txBody>
          <a:bodyPr/>
          <a:lstStyle/>
          <a:p>
            <a:endParaRPr lang="en-US" altLang="en-US"/>
          </a:p>
        </p:txBody>
      </p:sp>
      <p:pic>
        <p:nvPicPr>
          <p:cNvPr id="4608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0" y="1600201"/>
            <a:ext cx="7759700"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4401" y="4419600"/>
            <a:ext cx="2930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5051" y="4343400"/>
            <a:ext cx="2930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6045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p:cNvSpPr>
            <a:spLocks noGrp="1"/>
          </p:cNvSpPr>
          <p:nvPr>
            <p:ph type="sldNum" sz="quarter" idx="12"/>
          </p:nvPr>
        </p:nvSpPr>
        <p:spPr>
          <a:xfrm>
            <a:off x="1981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a:fld id="{2E7B1A0E-4658-41AC-BBEA-94E14482406E}" type="slidenum">
              <a:rPr lang="sv-SE" altLang="en-US" smtClean="0">
                <a:latin typeface="Garamond" panose="02020404030301010803" pitchFamily="18" charset="0"/>
              </a:rPr>
              <a:pPr algn="l"/>
              <a:t>19</a:t>
            </a:fld>
            <a:endParaRPr lang="sv-SE" altLang="en-US">
              <a:latin typeface="Garamond" panose="02020404030301010803" pitchFamily="18" charset="0"/>
            </a:endParaRPr>
          </a:p>
        </p:txBody>
      </p:sp>
      <p:sp>
        <p:nvSpPr>
          <p:cNvPr id="48131" name="Rectangle 2"/>
          <p:cNvSpPr>
            <a:spLocks noGrp="1" noChangeArrowheads="1"/>
          </p:cNvSpPr>
          <p:nvPr>
            <p:ph type="title"/>
          </p:nvPr>
        </p:nvSpPr>
        <p:spPr/>
        <p:txBody>
          <a:bodyPr/>
          <a:lstStyle/>
          <a:p>
            <a:r>
              <a:rPr lang="en-US" altLang="en-US" dirty="0">
                <a:solidFill>
                  <a:schemeClr val="accent2"/>
                </a:solidFill>
              </a:rPr>
              <a:t>DC Example</a:t>
            </a:r>
            <a:endParaRPr lang="sv-SE" altLang="en-US" dirty="0">
              <a:solidFill>
                <a:schemeClr val="accent2"/>
              </a:solidFill>
            </a:endParaRPr>
          </a:p>
        </p:txBody>
      </p:sp>
      <p:sp>
        <p:nvSpPr>
          <p:cNvPr id="48132" name="Rectangle 3"/>
          <p:cNvSpPr>
            <a:spLocks noGrp="1" noChangeArrowheads="1"/>
          </p:cNvSpPr>
          <p:nvPr>
            <p:ph type="body" idx="1"/>
          </p:nvPr>
        </p:nvSpPr>
        <p:spPr/>
        <p:txBody>
          <a:bodyPr/>
          <a:lstStyle/>
          <a:p>
            <a:endParaRPr lang="en-US" altLang="en-US"/>
          </a:p>
        </p:txBody>
      </p:sp>
      <p:pic>
        <p:nvPicPr>
          <p:cNvPr id="4813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1" y="1657350"/>
            <a:ext cx="7553325"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3053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title"/>
          </p:nvPr>
        </p:nvSpPr>
        <p:spPr>
          <a:xfrm>
            <a:off x="1981200" y="2438400"/>
            <a:ext cx="8229600" cy="1143000"/>
          </a:xfrm>
        </p:spPr>
        <p:txBody>
          <a:bodyPr>
            <a:normAutofit fontScale="90000"/>
          </a:bodyPr>
          <a:lstStyle/>
          <a:p>
            <a:r>
              <a:rPr lang="en-US" altLang="en-US" dirty="0">
                <a:solidFill>
                  <a:schemeClr val="accent2"/>
                </a:solidFill>
              </a:rPr>
              <a:t>The Birth of Process Thinking</a:t>
            </a:r>
            <a:br>
              <a:rPr lang="en-US" altLang="en-US" dirty="0">
                <a:solidFill>
                  <a:schemeClr val="accent2"/>
                </a:solidFill>
              </a:rPr>
            </a:br>
            <a:r>
              <a:rPr lang="en-US" altLang="en-US" sz="2800" dirty="0">
                <a:hlinkClick r:id="rId2"/>
              </a:rPr>
              <a:t>https://bprford.wordpress.com/2014/03/12/business-process-reengineering-fords-accounts-payable-case-study/</a:t>
            </a:r>
            <a:endParaRPr lang="en-US" altLang="en-US" dirty="0"/>
          </a:p>
        </p:txBody>
      </p:sp>
    </p:spTree>
    <p:extLst>
      <p:ext uri="{BB962C8B-B14F-4D97-AF65-F5344CB8AC3E}">
        <p14:creationId xmlns:p14="http://schemas.microsoft.com/office/powerpoint/2010/main" val="3213031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46EE8-1030-41B3-B0F6-EA7544D41059}"/>
              </a:ext>
            </a:extLst>
          </p:cNvPr>
          <p:cNvSpPr>
            <a:spLocks noGrp="1"/>
          </p:cNvSpPr>
          <p:nvPr>
            <p:ph type="title"/>
          </p:nvPr>
        </p:nvSpPr>
        <p:spPr/>
        <p:txBody>
          <a:bodyPr>
            <a:normAutofit/>
          </a:bodyPr>
          <a:lstStyle/>
          <a:p>
            <a:pPr>
              <a:defRPr/>
            </a:pPr>
            <a:r>
              <a:rPr lang="en-US" dirty="0">
                <a:solidFill>
                  <a:schemeClr val="accent2"/>
                </a:solidFill>
              </a:rPr>
              <a:t>Purchasing process at Ford at the initial stage</a:t>
            </a:r>
          </a:p>
        </p:txBody>
      </p:sp>
      <p:pic>
        <p:nvPicPr>
          <p:cNvPr id="634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52576"/>
            <a:ext cx="9144000" cy="530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2069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604AE-61D3-4D9B-B1D9-2157C0E07441}"/>
              </a:ext>
            </a:extLst>
          </p:cNvPr>
          <p:cNvSpPr>
            <a:spLocks noGrp="1"/>
          </p:cNvSpPr>
          <p:nvPr>
            <p:ph type="title"/>
          </p:nvPr>
        </p:nvSpPr>
        <p:spPr/>
        <p:txBody>
          <a:bodyPr>
            <a:normAutofit/>
          </a:bodyPr>
          <a:lstStyle/>
          <a:p>
            <a:pPr>
              <a:defRPr/>
            </a:pPr>
            <a:r>
              <a:rPr lang="en-US" dirty="0">
                <a:solidFill>
                  <a:schemeClr val="accent2"/>
                </a:solidFill>
              </a:rPr>
              <a:t>Purchasing process at Ford after redesign</a:t>
            </a:r>
          </a:p>
        </p:txBody>
      </p:sp>
      <p:pic>
        <p:nvPicPr>
          <p:cNvPr id="645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752600"/>
            <a:ext cx="8839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9369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2EE77-44A5-4B2E-A597-3B64B920E416}"/>
              </a:ext>
            </a:extLst>
          </p:cNvPr>
          <p:cNvSpPr>
            <a:spLocks noGrp="1"/>
          </p:cNvSpPr>
          <p:nvPr>
            <p:ph type="title"/>
          </p:nvPr>
        </p:nvSpPr>
        <p:spPr/>
        <p:txBody>
          <a:bodyPr>
            <a:normAutofit/>
          </a:bodyPr>
          <a:lstStyle/>
          <a:p>
            <a:r>
              <a:rPr lang="en-GB" dirty="0">
                <a:solidFill>
                  <a:schemeClr val="accent2"/>
                </a:solidFill>
              </a:rPr>
              <a:t>Importance of Business Processes</a:t>
            </a:r>
            <a:endParaRPr lang="en-US" dirty="0">
              <a:solidFill>
                <a:schemeClr val="accent2"/>
              </a:solidFill>
            </a:endParaRPr>
          </a:p>
        </p:txBody>
      </p:sp>
      <p:sp>
        <p:nvSpPr>
          <p:cNvPr id="24579" name="Content Placeholder 2">
            <a:extLst>
              <a:ext uri="{FF2B5EF4-FFF2-40B4-BE49-F238E27FC236}">
                <a16:creationId xmlns:a16="http://schemas.microsoft.com/office/drawing/2014/main" id="{982AC044-AEE9-4E34-B3F9-717A5BE48145}"/>
              </a:ext>
            </a:extLst>
          </p:cNvPr>
          <p:cNvSpPr>
            <a:spLocks noGrp="1"/>
          </p:cNvSpPr>
          <p:nvPr>
            <p:ph idx="1"/>
          </p:nvPr>
        </p:nvSpPr>
        <p:spPr/>
        <p:txBody>
          <a:bodyPr>
            <a:normAutofit fontScale="92500" lnSpcReduction="20000"/>
          </a:bodyPr>
          <a:lstStyle/>
          <a:p>
            <a:pPr>
              <a:lnSpc>
                <a:spcPct val="200000"/>
              </a:lnSpc>
              <a:buFont typeface="Arial" panose="020B0604020202020204" pitchFamily="34" charset="0"/>
              <a:buChar char="•"/>
            </a:pPr>
            <a:r>
              <a:rPr lang="en-GB" altLang="en-US" dirty="0"/>
              <a:t>Represent how processes are performed inside a company</a:t>
            </a:r>
          </a:p>
          <a:p>
            <a:pPr>
              <a:lnSpc>
                <a:spcPct val="200000"/>
              </a:lnSpc>
              <a:buFont typeface="Arial" panose="020B0604020202020204" pitchFamily="34" charset="0"/>
              <a:buChar char="•"/>
            </a:pPr>
            <a:r>
              <a:rPr lang="en-GB" altLang="en-US" dirty="0"/>
              <a:t>Help to measure the performance of a business process</a:t>
            </a:r>
          </a:p>
          <a:p>
            <a:pPr>
              <a:lnSpc>
                <a:spcPct val="200000"/>
              </a:lnSpc>
              <a:buFont typeface="Arial" panose="020B0604020202020204" pitchFamily="34" charset="0"/>
              <a:buChar char="•"/>
            </a:pPr>
            <a:r>
              <a:rPr lang="en-GB" altLang="en-US" dirty="0"/>
              <a:t>Help in hiring the right person for an efficient execution</a:t>
            </a:r>
          </a:p>
          <a:p>
            <a:pPr>
              <a:lnSpc>
                <a:spcPct val="200000"/>
              </a:lnSpc>
              <a:buFont typeface="Arial" panose="020B0604020202020204" pitchFamily="34" charset="0"/>
              <a:buChar char="•"/>
            </a:pPr>
            <a:r>
              <a:rPr lang="en-GB" altLang="en-US" dirty="0"/>
              <a:t>Enhance coordination among various stakeholders</a:t>
            </a:r>
          </a:p>
          <a:p>
            <a:pPr>
              <a:lnSpc>
                <a:spcPct val="200000"/>
              </a:lnSpc>
              <a:buFont typeface="Arial" panose="020B0604020202020204" pitchFamily="34" charset="0"/>
              <a:buChar char="•"/>
            </a:pPr>
            <a:r>
              <a:rPr lang="en-GB" altLang="en-US" dirty="0"/>
              <a:t>Improve a process by optimizing and/or automating using a software</a:t>
            </a:r>
            <a:endParaRPr lang="en-US" altLang="en-US" dirty="0"/>
          </a:p>
        </p:txBody>
      </p:sp>
      <p:sp>
        <p:nvSpPr>
          <p:cNvPr id="24580" name="Slide Number Placeholder 3">
            <a:extLst>
              <a:ext uri="{FF2B5EF4-FFF2-40B4-BE49-F238E27FC236}">
                <a16:creationId xmlns:a16="http://schemas.microsoft.com/office/drawing/2014/main" id="{A2A6261E-BCAA-48CC-A1AB-41716F0E074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70CCB411-94EF-4583-A414-9B4B1F6AE730}" type="slidenum">
              <a:rPr lang="en-GB" altLang="en-US" smtClean="0"/>
              <a:pPr/>
              <a:t>23</a:t>
            </a:fld>
            <a:endParaRPr lang="en-GB"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C1F4-E8FA-41B0-BAF8-1BA9E595097B}"/>
              </a:ext>
            </a:extLst>
          </p:cNvPr>
          <p:cNvSpPr>
            <a:spLocks noGrp="1"/>
          </p:cNvSpPr>
          <p:nvPr>
            <p:ph type="title"/>
          </p:nvPr>
        </p:nvSpPr>
        <p:spPr/>
        <p:txBody>
          <a:bodyPr>
            <a:normAutofit/>
          </a:bodyPr>
          <a:lstStyle/>
          <a:p>
            <a:r>
              <a:rPr lang="en-GB" dirty="0">
                <a:solidFill>
                  <a:schemeClr val="accent2"/>
                </a:solidFill>
              </a:rPr>
              <a:t>Essential Attributes of a Business Process</a:t>
            </a:r>
            <a:endParaRPr lang="en-US" dirty="0">
              <a:solidFill>
                <a:schemeClr val="accent2"/>
              </a:solidFill>
            </a:endParaRPr>
          </a:p>
        </p:txBody>
      </p:sp>
      <p:sp>
        <p:nvSpPr>
          <p:cNvPr id="25603" name="Content Placeholder 2">
            <a:extLst>
              <a:ext uri="{FF2B5EF4-FFF2-40B4-BE49-F238E27FC236}">
                <a16:creationId xmlns:a16="http://schemas.microsoft.com/office/drawing/2014/main" id="{6BA4FBF4-54A7-4B8D-94F8-ED5FEEA0E5E8}"/>
              </a:ext>
            </a:extLst>
          </p:cNvPr>
          <p:cNvSpPr>
            <a:spLocks noGrp="1"/>
          </p:cNvSpPr>
          <p:nvPr>
            <p:ph idx="1"/>
          </p:nvPr>
        </p:nvSpPr>
        <p:spPr/>
        <p:txBody>
          <a:bodyPr>
            <a:normAutofit/>
          </a:bodyPr>
          <a:lstStyle/>
          <a:p>
            <a:r>
              <a:rPr lang="en-GB" altLang="en-US" dirty="0"/>
              <a:t>Repeatability</a:t>
            </a:r>
          </a:p>
          <a:p>
            <a:pPr lvl="1"/>
            <a:r>
              <a:rPr lang="en-GB" altLang="en-US" dirty="0"/>
              <a:t>Everyday processes of a business</a:t>
            </a:r>
          </a:p>
          <a:p>
            <a:pPr lvl="1"/>
            <a:r>
              <a:rPr lang="en-GB" altLang="en-US" dirty="0"/>
              <a:t>Totally part of an organization, whether they are visible to customers or not</a:t>
            </a:r>
          </a:p>
          <a:p>
            <a:pPr lvl="1"/>
            <a:r>
              <a:rPr lang="en-GB" altLang="en-US" dirty="0"/>
              <a:t>Involve multiple defined inputs, which are affected by different factors, and contribute to the final output value </a:t>
            </a:r>
          </a:p>
          <a:p>
            <a:r>
              <a:rPr lang="en-GB" altLang="en-US" dirty="0"/>
              <a:t>Flexibility</a:t>
            </a:r>
          </a:p>
          <a:p>
            <a:pPr lvl="1"/>
            <a:r>
              <a:rPr lang="en-GB" altLang="en-US" dirty="0"/>
              <a:t>Main processes are not changed or updated by businesses but still there is always room for improvement</a:t>
            </a:r>
          </a:p>
          <a:p>
            <a:pPr lvl="1"/>
            <a:r>
              <a:rPr lang="en-GB" altLang="en-US" dirty="0">
                <a:solidFill>
                  <a:srgbClr val="0070C0"/>
                </a:solidFill>
              </a:rPr>
              <a:t>Every business process should be flexible without affecting its stakeholders</a:t>
            </a:r>
            <a:endParaRPr lang="en-US" altLang="en-US" dirty="0">
              <a:solidFill>
                <a:srgbClr val="0070C0"/>
              </a:solidFill>
            </a:endParaRPr>
          </a:p>
        </p:txBody>
      </p:sp>
      <p:sp>
        <p:nvSpPr>
          <p:cNvPr id="25604" name="Slide Number Placeholder 3">
            <a:extLst>
              <a:ext uri="{FF2B5EF4-FFF2-40B4-BE49-F238E27FC236}">
                <a16:creationId xmlns:a16="http://schemas.microsoft.com/office/drawing/2014/main" id="{EF591D70-C47C-4DCD-B3D9-1690E75DEF2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3A9A6792-EE31-4B33-91FF-7924BFDB0FCB}" type="slidenum">
              <a:rPr lang="en-GB" altLang="en-US" smtClean="0"/>
              <a:pPr/>
              <a:t>24</a:t>
            </a:fld>
            <a:endParaRPr lang="en-GB"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0C3A3-724B-4652-B1F2-2E6883B3E2AE}"/>
              </a:ext>
            </a:extLst>
          </p:cNvPr>
          <p:cNvSpPr>
            <a:spLocks noGrp="1"/>
          </p:cNvSpPr>
          <p:nvPr>
            <p:ph type="title"/>
          </p:nvPr>
        </p:nvSpPr>
        <p:spPr/>
        <p:txBody>
          <a:bodyPr>
            <a:normAutofit/>
          </a:bodyPr>
          <a:lstStyle/>
          <a:p>
            <a:r>
              <a:rPr lang="en-GB" dirty="0">
                <a:solidFill>
                  <a:schemeClr val="accent2"/>
                </a:solidFill>
              </a:rPr>
              <a:t>Essential Attributes of a Business Process</a:t>
            </a:r>
            <a:endParaRPr lang="en-US" dirty="0">
              <a:solidFill>
                <a:schemeClr val="accent2"/>
              </a:solidFill>
            </a:endParaRPr>
          </a:p>
        </p:txBody>
      </p:sp>
      <p:sp>
        <p:nvSpPr>
          <p:cNvPr id="26627" name="Content Placeholder 2">
            <a:extLst>
              <a:ext uri="{FF2B5EF4-FFF2-40B4-BE49-F238E27FC236}">
                <a16:creationId xmlns:a16="http://schemas.microsoft.com/office/drawing/2014/main" id="{31DCD35D-69BA-4714-ABD6-0075AED9E12A}"/>
              </a:ext>
            </a:extLst>
          </p:cNvPr>
          <p:cNvSpPr>
            <a:spLocks noGrp="1"/>
          </p:cNvSpPr>
          <p:nvPr>
            <p:ph idx="1"/>
          </p:nvPr>
        </p:nvSpPr>
        <p:spPr/>
        <p:txBody>
          <a:bodyPr>
            <a:normAutofit/>
          </a:bodyPr>
          <a:lstStyle/>
          <a:p>
            <a:r>
              <a:rPr lang="en-GB" altLang="en-US" dirty="0"/>
              <a:t>Specific</a:t>
            </a:r>
          </a:p>
          <a:p>
            <a:pPr lvl="1"/>
            <a:r>
              <a:rPr lang="en-GB" altLang="en-US" dirty="0"/>
              <a:t>Should be </a:t>
            </a:r>
            <a:r>
              <a:rPr lang="en-GB" altLang="en-US" dirty="0">
                <a:solidFill>
                  <a:srgbClr val="0070C0"/>
                </a:solidFill>
              </a:rPr>
              <a:t>well-defined start point, end point </a:t>
            </a:r>
            <a:r>
              <a:rPr lang="en-GB" altLang="en-US" dirty="0"/>
              <a:t>and the series of these steps.</a:t>
            </a:r>
          </a:p>
          <a:p>
            <a:pPr lvl="1"/>
            <a:r>
              <a:rPr lang="en-GB" altLang="en-US" dirty="0">
                <a:solidFill>
                  <a:srgbClr val="0070C0"/>
                </a:solidFill>
              </a:rPr>
              <a:t>Determine the individuals </a:t>
            </a:r>
            <a:r>
              <a:rPr lang="en-GB" altLang="en-US" dirty="0"/>
              <a:t>that perform in every step</a:t>
            </a:r>
          </a:p>
          <a:p>
            <a:pPr lvl="1"/>
            <a:r>
              <a:rPr lang="en-GB" altLang="en-US" dirty="0"/>
              <a:t>Should decide the reason why a process is automated</a:t>
            </a:r>
          </a:p>
          <a:p>
            <a:r>
              <a:rPr lang="en-GB" altLang="en-US" dirty="0"/>
              <a:t>Measurable</a:t>
            </a:r>
          </a:p>
          <a:p>
            <a:pPr lvl="1"/>
            <a:r>
              <a:rPr lang="en-GB" altLang="en-US" dirty="0"/>
              <a:t>Should be measurable in every part to </a:t>
            </a:r>
            <a:r>
              <a:rPr lang="en-GB" altLang="en-US" dirty="0">
                <a:solidFill>
                  <a:srgbClr val="0070C0"/>
                </a:solidFill>
              </a:rPr>
              <a:t>identify which part of the process works well or not</a:t>
            </a:r>
          </a:p>
          <a:p>
            <a:pPr lvl="1"/>
            <a:r>
              <a:rPr lang="en-GB" altLang="en-US" dirty="0"/>
              <a:t>Nothing can be better without measuring first</a:t>
            </a:r>
          </a:p>
          <a:p>
            <a:pPr lvl="1"/>
            <a:r>
              <a:rPr lang="en-GB" altLang="en-US" dirty="0"/>
              <a:t>Helps in identifying which processes have more benefits due to business process automation</a:t>
            </a:r>
            <a:endParaRPr lang="en-US" altLang="en-US" dirty="0"/>
          </a:p>
        </p:txBody>
      </p:sp>
      <p:sp>
        <p:nvSpPr>
          <p:cNvPr id="26628" name="Slide Number Placeholder 3">
            <a:extLst>
              <a:ext uri="{FF2B5EF4-FFF2-40B4-BE49-F238E27FC236}">
                <a16:creationId xmlns:a16="http://schemas.microsoft.com/office/drawing/2014/main" id="{AF559331-942E-420A-8468-6B5CF9EDC6C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F04AAC38-6F9A-4880-8218-8982DDD0C6F4}" type="slidenum">
              <a:rPr lang="en-GB" altLang="en-US" smtClean="0"/>
              <a:pPr/>
              <a:t>25</a:t>
            </a:fld>
            <a:endParaRPr lang="en-GB"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DBE2-1718-48C0-BD66-39361D12BF89}"/>
              </a:ext>
            </a:extLst>
          </p:cNvPr>
          <p:cNvSpPr>
            <a:spLocks noGrp="1"/>
          </p:cNvSpPr>
          <p:nvPr>
            <p:ph type="title"/>
          </p:nvPr>
        </p:nvSpPr>
        <p:spPr/>
        <p:txBody>
          <a:bodyPr/>
          <a:lstStyle/>
          <a:p>
            <a:r>
              <a:rPr lang="en-GB" dirty="0">
                <a:solidFill>
                  <a:schemeClr val="accent2"/>
                </a:solidFill>
              </a:rPr>
              <a:t>Business Process Categorization</a:t>
            </a:r>
            <a:endParaRPr lang="en-US" dirty="0">
              <a:solidFill>
                <a:schemeClr val="accent2"/>
              </a:solidFill>
            </a:endParaRPr>
          </a:p>
        </p:txBody>
      </p:sp>
      <p:sp>
        <p:nvSpPr>
          <p:cNvPr id="29699" name="Content Placeholder 2">
            <a:extLst>
              <a:ext uri="{FF2B5EF4-FFF2-40B4-BE49-F238E27FC236}">
                <a16:creationId xmlns:a16="http://schemas.microsoft.com/office/drawing/2014/main" id="{786CE066-0E7E-42BA-806F-5AF5DA3AC789}"/>
              </a:ext>
            </a:extLst>
          </p:cNvPr>
          <p:cNvSpPr>
            <a:spLocks noGrp="1"/>
          </p:cNvSpPr>
          <p:nvPr>
            <p:ph idx="1"/>
          </p:nvPr>
        </p:nvSpPr>
        <p:spPr/>
        <p:txBody>
          <a:bodyPr>
            <a:normAutofit/>
          </a:bodyPr>
          <a:lstStyle/>
          <a:p>
            <a:r>
              <a:rPr lang="en-GB" altLang="en-US"/>
              <a:t>Every business is different with the types of business processes varying depending on the business nature. </a:t>
            </a:r>
          </a:p>
          <a:p>
            <a:endParaRPr lang="en-US" altLang="en-US"/>
          </a:p>
          <a:p>
            <a:r>
              <a:rPr lang="en-US" altLang="en-US"/>
              <a:t>A specific type of task could be a support process in one business and a core process in another.</a:t>
            </a:r>
          </a:p>
          <a:p>
            <a:endParaRPr lang="en-US" altLang="en-US"/>
          </a:p>
          <a:p>
            <a:r>
              <a:rPr lang="en-US" altLang="en-US"/>
              <a:t>The output of a process and its contribution towards the business determine the type of business process.  </a:t>
            </a:r>
          </a:p>
        </p:txBody>
      </p:sp>
      <p:sp>
        <p:nvSpPr>
          <p:cNvPr id="29700" name="Slide Number Placeholder 3">
            <a:extLst>
              <a:ext uri="{FF2B5EF4-FFF2-40B4-BE49-F238E27FC236}">
                <a16:creationId xmlns:a16="http://schemas.microsoft.com/office/drawing/2014/main" id="{A5508DF2-3FCB-4E04-A6F1-60196098C9D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DA89F8A3-4BF9-491B-85B7-E7A4F598A11F}" type="slidenum">
              <a:rPr lang="en-GB" altLang="en-US" smtClean="0"/>
              <a:pPr/>
              <a:t>26</a:t>
            </a:fld>
            <a:endParaRPr lang="en-GB"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73B5C-B43E-4533-9DF6-40B81543BAB2}"/>
              </a:ext>
            </a:extLst>
          </p:cNvPr>
          <p:cNvSpPr>
            <a:spLocks noGrp="1"/>
          </p:cNvSpPr>
          <p:nvPr>
            <p:ph type="title"/>
          </p:nvPr>
        </p:nvSpPr>
        <p:spPr/>
        <p:txBody>
          <a:bodyPr>
            <a:normAutofit/>
          </a:bodyPr>
          <a:lstStyle/>
          <a:p>
            <a:r>
              <a:rPr lang="en-GB" dirty="0">
                <a:solidFill>
                  <a:schemeClr val="accent2"/>
                </a:solidFill>
              </a:rPr>
              <a:t>Types of Business Processes </a:t>
            </a:r>
            <a:endParaRPr lang="en-US" dirty="0">
              <a:solidFill>
                <a:schemeClr val="accent2"/>
              </a:solidFill>
            </a:endParaRPr>
          </a:p>
        </p:txBody>
      </p:sp>
      <p:sp>
        <p:nvSpPr>
          <p:cNvPr id="30723" name="Content Placeholder 2">
            <a:extLst>
              <a:ext uri="{FF2B5EF4-FFF2-40B4-BE49-F238E27FC236}">
                <a16:creationId xmlns:a16="http://schemas.microsoft.com/office/drawing/2014/main" id="{AB9208B9-C194-46A9-A8BC-F4ED9AFE571C}"/>
              </a:ext>
            </a:extLst>
          </p:cNvPr>
          <p:cNvSpPr>
            <a:spLocks noGrp="1"/>
          </p:cNvSpPr>
          <p:nvPr>
            <p:ph idx="1"/>
          </p:nvPr>
        </p:nvSpPr>
        <p:spPr/>
        <p:txBody>
          <a:bodyPr>
            <a:normAutofit/>
          </a:bodyPr>
          <a:lstStyle/>
          <a:p>
            <a:r>
              <a:rPr lang="en-GB" altLang="en-US" dirty="0">
                <a:solidFill>
                  <a:schemeClr val="accent2"/>
                </a:solidFill>
              </a:rPr>
              <a:t>Core Processes</a:t>
            </a:r>
            <a:r>
              <a:rPr lang="en-GB" altLang="en-US" dirty="0"/>
              <a:t>: How you deliver a value</a:t>
            </a:r>
          </a:p>
          <a:p>
            <a:pPr lvl="1"/>
            <a:r>
              <a:rPr lang="en-GB" altLang="en-US" dirty="0"/>
              <a:t>Directly serve external clients and generate income</a:t>
            </a:r>
          </a:p>
          <a:p>
            <a:pPr lvl="1"/>
            <a:r>
              <a:rPr lang="en-GB" altLang="en-US" dirty="0"/>
              <a:t>Also known as Primary Processes</a:t>
            </a:r>
          </a:p>
          <a:p>
            <a:pPr lvl="1"/>
            <a:r>
              <a:rPr lang="en-GB" altLang="en-US" dirty="0"/>
              <a:t>How does my business generate value and make its income?</a:t>
            </a:r>
          </a:p>
          <a:p>
            <a:pPr lvl="1"/>
            <a:r>
              <a:rPr lang="en-GB" altLang="en-US" dirty="0"/>
              <a:t>What does my business primarily do? </a:t>
            </a:r>
          </a:p>
          <a:p>
            <a:r>
              <a:rPr lang="en-GB" altLang="en-US" dirty="0"/>
              <a:t>Examples of Core Processes</a:t>
            </a:r>
          </a:p>
          <a:p>
            <a:pPr lvl="1"/>
            <a:r>
              <a:rPr lang="en-GB" altLang="en-US" dirty="0"/>
              <a:t>Developing and creating a product or service</a:t>
            </a:r>
          </a:p>
          <a:p>
            <a:pPr lvl="1"/>
            <a:r>
              <a:rPr lang="en-GB" altLang="en-US" dirty="0"/>
              <a:t>Marketing the product or service and conveying it to the buyer</a:t>
            </a:r>
          </a:p>
          <a:p>
            <a:pPr lvl="1"/>
            <a:r>
              <a:rPr lang="en-GB" altLang="en-US" dirty="0"/>
              <a:t>After–sales service and support also add value and are part of core processes </a:t>
            </a:r>
          </a:p>
        </p:txBody>
      </p:sp>
      <p:sp>
        <p:nvSpPr>
          <p:cNvPr id="30724" name="Slide Number Placeholder 3">
            <a:extLst>
              <a:ext uri="{FF2B5EF4-FFF2-40B4-BE49-F238E27FC236}">
                <a16:creationId xmlns:a16="http://schemas.microsoft.com/office/drawing/2014/main" id="{1D926D5A-D66D-45C3-B66B-DEABA728B7B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7705267E-55AD-477A-9E5A-873394AAB240}" type="slidenum">
              <a:rPr lang="en-GB" altLang="en-US" smtClean="0"/>
              <a:pPr/>
              <a:t>27</a:t>
            </a:fld>
            <a:endParaRPr lang="en-GB"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689701-0262-40B7-BD9E-725FA400BE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B1E4D7-A57A-4736-9184-78AC9B04EF8D}"/>
              </a:ext>
            </a:extLst>
          </p:cNvPr>
          <p:cNvSpPr>
            <a:spLocks noGrp="1"/>
          </p:cNvSpPr>
          <p:nvPr>
            <p:ph idx="1"/>
          </p:nvPr>
        </p:nvSpPr>
        <p:spPr/>
        <p:txBody>
          <a:bodyPr>
            <a:normAutofit/>
          </a:bodyPr>
          <a:lstStyle/>
          <a:p>
            <a:r>
              <a:rPr lang="en-US" dirty="0"/>
              <a:t>If you are in a t-shirt company, one of your core operational processes is taking orders over the phone. Another would be getting manufactured t-shirts off to be shipped.</a:t>
            </a:r>
          </a:p>
          <a:p>
            <a:pPr marL="0" indent="0">
              <a:buNone/>
            </a:pPr>
            <a:endParaRPr lang="en-US" dirty="0"/>
          </a:p>
          <a:p>
            <a:r>
              <a:rPr lang="en-US" dirty="0"/>
              <a:t>Whatever your business does at its core, there should be watertight processes in place to make your business scalable and efficient.</a:t>
            </a:r>
          </a:p>
          <a:p>
            <a:endParaRPr lang="en-US" dirty="0"/>
          </a:p>
        </p:txBody>
      </p:sp>
      <p:sp>
        <p:nvSpPr>
          <p:cNvPr id="31748" name="Slide Number Placeholder 3">
            <a:extLst>
              <a:ext uri="{FF2B5EF4-FFF2-40B4-BE49-F238E27FC236}">
                <a16:creationId xmlns:a16="http://schemas.microsoft.com/office/drawing/2014/main" id="{D06D79A2-6292-4309-9A65-260BA0B77C5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204B52FE-004E-4A3B-A3C7-E1A3784ADAFE}" type="slidenum">
              <a:rPr lang="en-GB" altLang="en-US" smtClean="0"/>
              <a:pPr/>
              <a:t>28</a:t>
            </a:fld>
            <a:endParaRPr lang="en-GB"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20FFA-101F-4A31-8B98-07C230773532}"/>
              </a:ext>
            </a:extLst>
          </p:cNvPr>
          <p:cNvSpPr>
            <a:spLocks noGrp="1"/>
          </p:cNvSpPr>
          <p:nvPr>
            <p:ph type="title"/>
          </p:nvPr>
        </p:nvSpPr>
        <p:spPr/>
        <p:txBody>
          <a:bodyPr>
            <a:normAutofit/>
          </a:bodyPr>
          <a:lstStyle/>
          <a:p>
            <a:r>
              <a:rPr lang="en-GB" dirty="0">
                <a:solidFill>
                  <a:schemeClr val="accent2"/>
                </a:solidFill>
              </a:rPr>
              <a:t>Types of Business Processes </a:t>
            </a:r>
            <a:endParaRPr lang="en-US" dirty="0">
              <a:solidFill>
                <a:schemeClr val="accent2"/>
              </a:solidFill>
            </a:endParaRPr>
          </a:p>
        </p:txBody>
      </p:sp>
      <p:sp>
        <p:nvSpPr>
          <p:cNvPr id="32771" name="Content Placeholder 2">
            <a:extLst>
              <a:ext uri="{FF2B5EF4-FFF2-40B4-BE49-F238E27FC236}">
                <a16:creationId xmlns:a16="http://schemas.microsoft.com/office/drawing/2014/main" id="{425FA2AC-7AF2-46D5-8D1C-98DDC9E1DD0B}"/>
              </a:ext>
            </a:extLst>
          </p:cNvPr>
          <p:cNvSpPr>
            <a:spLocks noGrp="1"/>
          </p:cNvSpPr>
          <p:nvPr>
            <p:ph idx="1"/>
          </p:nvPr>
        </p:nvSpPr>
        <p:spPr/>
        <p:txBody>
          <a:bodyPr>
            <a:normAutofit/>
          </a:bodyPr>
          <a:lstStyle/>
          <a:p>
            <a:r>
              <a:rPr lang="en-GB" altLang="en-US" dirty="0">
                <a:solidFill>
                  <a:schemeClr val="accent2"/>
                </a:solidFill>
              </a:rPr>
              <a:t>Support Processes</a:t>
            </a:r>
            <a:r>
              <a:rPr lang="en-GB" altLang="en-US" dirty="0"/>
              <a:t>: Making Value Delivery Possible</a:t>
            </a:r>
          </a:p>
          <a:p>
            <a:pPr lvl="1"/>
            <a:r>
              <a:rPr lang="en-GB" altLang="en-US" dirty="0"/>
              <a:t>Serve internal clients and do not generate income in themselves</a:t>
            </a:r>
          </a:p>
          <a:p>
            <a:pPr lvl="1"/>
            <a:r>
              <a:rPr lang="en-GB" altLang="en-US" dirty="0"/>
              <a:t>Make it possible to carry out core processes effectively</a:t>
            </a:r>
          </a:p>
          <a:p>
            <a:r>
              <a:rPr lang="en-GB" altLang="en-US" dirty="0"/>
              <a:t>Example</a:t>
            </a:r>
          </a:p>
          <a:p>
            <a:pPr lvl="1"/>
            <a:r>
              <a:rPr lang="en-GB" altLang="en-US" dirty="0"/>
              <a:t>HR activities have nothing to do with customers, and they don’t directly generate money, but without them the business couldn’t function</a:t>
            </a:r>
          </a:p>
          <a:p>
            <a:pPr lvl="1"/>
            <a:r>
              <a:rPr lang="en-GB" altLang="en-US" dirty="0"/>
              <a:t>IT department doesn’t directly generate money, but without the systems it oversees, the value-generation part couldn’t function</a:t>
            </a:r>
            <a:endParaRPr lang="en-US" altLang="en-US" dirty="0"/>
          </a:p>
        </p:txBody>
      </p:sp>
      <p:sp>
        <p:nvSpPr>
          <p:cNvPr id="32772" name="Slide Number Placeholder 3">
            <a:extLst>
              <a:ext uri="{FF2B5EF4-FFF2-40B4-BE49-F238E27FC236}">
                <a16:creationId xmlns:a16="http://schemas.microsoft.com/office/drawing/2014/main" id="{F27BB60E-4ADA-475C-A531-77DA3DCB63E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29526F48-A430-4285-ADB7-C6B7965BB2EB}" type="slidenum">
              <a:rPr lang="en-GB" altLang="en-US" smtClean="0"/>
              <a:pPr/>
              <a:t>29</a:t>
            </a:fld>
            <a:endParaRPr lang="en-GB"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6BCBA5-56EB-4F38-B871-2A2E0DFB2A2A}"/>
              </a:ext>
            </a:extLst>
          </p:cNvPr>
          <p:cNvSpPr>
            <a:spLocks noGrp="1"/>
          </p:cNvSpPr>
          <p:nvPr>
            <p:ph type="title"/>
          </p:nvPr>
        </p:nvSpPr>
        <p:spPr/>
        <p:txBody>
          <a:bodyPr/>
          <a:lstStyle/>
          <a:p>
            <a:endParaRPr lang="en-US"/>
          </a:p>
        </p:txBody>
      </p:sp>
      <p:sp>
        <p:nvSpPr>
          <p:cNvPr id="33795" name="Content Placeholder 2">
            <a:extLst>
              <a:ext uri="{FF2B5EF4-FFF2-40B4-BE49-F238E27FC236}">
                <a16:creationId xmlns:a16="http://schemas.microsoft.com/office/drawing/2014/main" id="{53B2A81E-C967-4E89-959F-D2EEE0DBBBCF}"/>
              </a:ext>
            </a:extLst>
          </p:cNvPr>
          <p:cNvSpPr>
            <a:spLocks noGrp="1"/>
          </p:cNvSpPr>
          <p:nvPr>
            <p:ph idx="1"/>
          </p:nvPr>
        </p:nvSpPr>
        <p:spPr/>
        <p:txBody>
          <a:bodyPr/>
          <a:lstStyle/>
          <a:p>
            <a:r>
              <a:rPr lang="en-US" altLang="en-US"/>
              <a:t>While these aren’t what the company does to make money, they facilitate the main revenue stream and make it so the management processes have something to manage, and that the operational processes are as friction-free as possible.</a:t>
            </a:r>
          </a:p>
          <a:p>
            <a:endParaRPr lang="en-US" altLang="en-US"/>
          </a:p>
        </p:txBody>
      </p:sp>
      <p:sp>
        <p:nvSpPr>
          <p:cNvPr id="33796" name="Slide Number Placeholder 3">
            <a:extLst>
              <a:ext uri="{FF2B5EF4-FFF2-40B4-BE49-F238E27FC236}">
                <a16:creationId xmlns:a16="http://schemas.microsoft.com/office/drawing/2014/main" id="{EA7564AA-2FAD-4242-B225-7B93F31F9F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1ED07CE4-B371-4491-A0BB-AA2A83952E4C}" type="slidenum">
              <a:rPr lang="en-GB" altLang="en-US" smtClean="0"/>
              <a:pPr/>
              <a:t>30</a:t>
            </a:fld>
            <a:endParaRPr lang="en-GB"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7DDD3-8CE6-4629-9D10-B73BF6127AF4}"/>
              </a:ext>
            </a:extLst>
          </p:cNvPr>
          <p:cNvSpPr>
            <a:spLocks noGrp="1"/>
          </p:cNvSpPr>
          <p:nvPr>
            <p:ph type="title"/>
          </p:nvPr>
        </p:nvSpPr>
        <p:spPr/>
        <p:txBody>
          <a:bodyPr/>
          <a:lstStyle/>
          <a:p>
            <a:r>
              <a:rPr lang="en-GB" dirty="0"/>
              <a:t>Types of Business Processes </a:t>
            </a:r>
            <a:endParaRPr lang="en-US" dirty="0"/>
          </a:p>
        </p:txBody>
      </p:sp>
      <p:sp>
        <p:nvSpPr>
          <p:cNvPr id="34819" name="Content Placeholder 2">
            <a:extLst>
              <a:ext uri="{FF2B5EF4-FFF2-40B4-BE49-F238E27FC236}">
                <a16:creationId xmlns:a16="http://schemas.microsoft.com/office/drawing/2014/main" id="{014697E9-7489-4169-8B4A-4B6E3617AFE7}"/>
              </a:ext>
            </a:extLst>
          </p:cNvPr>
          <p:cNvSpPr>
            <a:spLocks noGrp="1"/>
          </p:cNvSpPr>
          <p:nvPr>
            <p:ph idx="1"/>
          </p:nvPr>
        </p:nvSpPr>
        <p:spPr/>
        <p:txBody>
          <a:bodyPr>
            <a:normAutofit/>
          </a:bodyPr>
          <a:lstStyle/>
          <a:p>
            <a:r>
              <a:rPr lang="en-GB" altLang="en-US" dirty="0">
                <a:solidFill>
                  <a:schemeClr val="accent2"/>
                </a:solidFill>
              </a:rPr>
              <a:t>Management Processes</a:t>
            </a:r>
          </a:p>
          <a:p>
            <a:pPr lvl="1"/>
            <a:r>
              <a:rPr lang="en-GB" altLang="en-US" dirty="0"/>
              <a:t>Optimize income generation </a:t>
            </a:r>
          </a:p>
          <a:p>
            <a:pPr lvl="1"/>
            <a:r>
              <a:rPr lang="en-GB" altLang="en-US" dirty="0"/>
              <a:t>Ensure the continued survival of the business as a whole</a:t>
            </a:r>
          </a:p>
          <a:p>
            <a:pPr lvl="1"/>
            <a:r>
              <a:rPr lang="en-GB" altLang="en-US" dirty="0"/>
              <a:t>Involve planning, coordination, monitoring and control of core and support processes</a:t>
            </a:r>
          </a:p>
          <a:p>
            <a:pPr lvl="1"/>
            <a:r>
              <a:rPr lang="en-GB" altLang="en-US" dirty="0"/>
              <a:t>Deal with opportunities and threats that could help or harm the business</a:t>
            </a:r>
          </a:p>
          <a:p>
            <a:pPr lvl="1"/>
            <a:r>
              <a:rPr lang="en-GB" altLang="en-US" dirty="0"/>
              <a:t>Ensure meeting:</a:t>
            </a:r>
          </a:p>
          <a:p>
            <a:pPr lvl="2"/>
            <a:r>
              <a:rPr lang="en-GB" altLang="en-US" dirty="0"/>
              <a:t>regulatory compliance needs</a:t>
            </a:r>
          </a:p>
          <a:p>
            <a:pPr lvl="2"/>
            <a:r>
              <a:rPr lang="en-GB" altLang="en-US" dirty="0"/>
              <a:t>Financial targets and budgets</a:t>
            </a:r>
          </a:p>
          <a:p>
            <a:pPr lvl="2"/>
            <a:endParaRPr lang="en-US" altLang="en-US" dirty="0"/>
          </a:p>
        </p:txBody>
      </p:sp>
      <p:sp>
        <p:nvSpPr>
          <p:cNvPr id="34820" name="Slide Number Placeholder 3">
            <a:extLst>
              <a:ext uri="{FF2B5EF4-FFF2-40B4-BE49-F238E27FC236}">
                <a16:creationId xmlns:a16="http://schemas.microsoft.com/office/drawing/2014/main" id="{35CFB903-AD90-423E-A79C-AF0843F01B3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AEE8C5B-BD34-4952-BB91-5EB427A70935}" type="slidenum">
              <a:rPr lang="en-GB" altLang="en-US" smtClean="0"/>
              <a:pPr/>
              <a:t>31</a:t>
            </a:fld>
            <a:endParaRPr lang="en-GB"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93820E-A43C-4179-A7F2-A73075EA4AE0}"/>
              </a:ext>
            </a:extLst>
          </p:cNvPr>
          <p:cNvSpPr>
            <a:spLocks noGrp="1"/>
          </p:cNvSpPr>
          <p:nvPr>
            <p:ph type="title"/>
          </p:nvPr>
        </p:nvSpPr>
        <p:spPr/>
        <p:txBody>
          <a:bodyPr/>
          <a:lstStyle/>
          <a:p>
            <a:endParaRPr lang="en-US"/>
          </a:p>
        </p:txBody>
      </p:sp>
      <p:sp>
        <p:nvSpPr>
          <p:cNvPr id="35843" name="Content Placeholder 2">
            <a:extLst>
              <a:ext uri="{FF2B5EF4-FFF2-40B4-BE49-F238E27FC236}">
                <a16:creationId xmlns:a16="http://schemas.microsoft.com/office/drawing/2014/main" id="{2A64FA2D-574E-4DC5-9903-CF3C4202374D}"/>
              </a:ext>
            </a:extLst>
          </p:cNvPr>
          <p:cNvSpPr>
            <a:spLocks noGrp="1"/>
          </p:cNvSpPr>
          <p:nvPr>
            <p:ph idx="1"/>
          </p:nvPr>
        </p:nvSpPr>
        <p:spPr/>
        <p:txBody>
          <a:bodyPr/>
          <a:lstStyle/>
          <a:p>
            <a:r>
              <a:rPr lang="en-US" altLang="en-US"/>
              <a:t>An example of a management process might be a CEO planning out how best to organize the marketing team’s time and energy for a PR launch campaign. The process part would be allocating resources, defining timeframes and checking that the systems are in place and optimized</a:t>
            </a:r>
          </a:p>
          <a:p>
            <a:endParaRPr lang="en-US" altLang="en-US"/>
          </a:p>
        </p:txBody>
      </p:sp>
      <p:sp>
        <p:nvSpPr>
          <p:cNvPr id="35844" name="Slide Number Placeholder 3">
            <a:extLst>
              <a:ext uri="{FF2B5EF4-FFF2-40B4-BE49-F238E27FC236}">
                <a16:creationId xmlns:a16="http://schemas.microsoft.com/office/drawing/2014/main" id="{1BBA11CD-A450-4432-AA3D-CA076507E3D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FEC13B03-3155-499E-8998-99F034D91DD3}" type="slidenum">
              <a:rPr lang="en-GB" altLang="en-US" smtClean="0"/>
              <a:pPr/>
              <a:t>32</a:t>
            </a:fld>
            <a:endParaRPr lang="en-GB"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86AF4-5AFA-4C55-8D91-9F2435C81E45}"/>
              </a:ext>
            </a:extLst>
          </p:cNvPr>
          <p:cNvSpPr>
            <a:spLocks noGrp="1"/>
          </p:cNvSpPr>
          <p:nvPr>
            <p:ph type="title"/>
          </p:nvPr>
        </p:nvSpPr>
        <p:spPr/>
        <p:txBody>
          <a:bodyPr/>
          <a:lstStyle/>
          <a:p>
            <a:r>
              <a:rPr lang="en-GB" dirty="0">
                <a:solidFill>
                  <a:schemeClr val="accent2"/>
                </a:solidFill>
              </a:rPr>
              <a:t>Examples of Business Processes</a:t>
            </a:r>
            <a:endParaRPr lang="en-US" dirty="0">
              <a:solidFill>
                <a:schemeClr val="accent2"/>
              </a:solidFill>
            </a:endParaRPr>
          </a:p>
        </p:txBody>
      </p:sp>
      <p:sp>
        <p:nvSpPr>
          <p:cNvPr id="36867" name="Content Placeholder 2">
            <a:extLst>
              <a:ext uri="{FF2B5EF4-FFF2-40B4-BE49-F238E27FC236}">
                <a16:creationId xmlns:a16="http://schemas.microsoft.com/office/drawing/2014/main" id="{32A944B1-FCF7-470B-B6CE-DF0C1FAD275C}"/>
              </a:ext>
            </a:extLst>
          </p:cNvPr>
          <p:cNvSpPr>
            <a:spLocks noGrp="1"/>
          </p:cNvSpPr>
          <p:nvPr>
            <p:ph idx="1"/>
          </p:nvPr>
        </p:nvSpPr>
        <p:spPr/>
        <p:txBody>
          <a:bodyPr>
            <a:normAutofit lnSpcReduction="10000"/>
          </a:bodyPr>
          <a:lstStyle/>
          <a:p>
            <a:r>
              <a:rPr lang="en-GB" altLang="en-US" dirty="0"/>
              <a:t>Order-to-cash</a:t>
            </a:r>
          </a:p>
          <a:p>
            <a:endParaRPr lang="en-GB" altLang="en-US" dirty="0"/>
          </a:p>
          <a:p>
            <a:r>
              <a:rPr lang="en-GB" altLang="en-US" dirty="0"/>
              <a:t>Quote-to-order</a:t>
            </a:r>
          </a:p>
          <a:p>
            <a:endParaRPr lang="en-GB" altLang="en-US" dirty="0"/>
          </a:p>
          <a:p>
            <a:r>
              <a:rPr lang="en-GB" altLang="en-US" dirty="0"/>
              <a:t>Procure-to-pay</a:t>
            </a:r>
          </a:p>
          <a:p>
            <a:endParaRPr lang="en-GB" altLang="en-US" dirty="0"/>
          </a:p>
          <a:p>
            <a:r>
              <a:rPr lang="en-GB" altLang="en-US" dirty="0"/>
              <a:t>Issue-to-resolution</a:t>
            </a:r>
          </a:p>
          <a:p>
            <a:endParaRPr lang="en-GB" altLang="en-US" dirty="0"/>
          </a:p>
          <a:p>
            <a:r>
              <a:rPr lang="en-GB" altLang="en-US" dirty="0"/>
              <a:t>Application-to-approval (document approval)</a:t>
            </a:r>
            <a:endParaRPr lang="en-US" altLang="en-US" dirty="0"/>
          </a:p>
        </p:txBody>
      </p:sp>
      <p:sp>
        <p:nvSpPr>
          <p:cNvPr id="36868" name="Slide Number Placeholder 3">
            <a:extLst>
              <a:ext uri="{FF2B5EF4-FFF2-40B4-BE49-F238E27FC236}">
                <a16:creationId xmlns:a16="http://schemas.microsoft.com/office/drawing/2014/main" id="{96ADED2B-236B-4508-94C7-FF9B4F435D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AB4C2779-0708-4E1C-9580-8F0F4F7DBDD1}" type="slidenum">
              <a:rPr lang="en-GB" altLang="en-US" smtClean="0"/>
              <a:pPr/>
              <a:t>33</a:t>
            </a:fld>
            <a:endParaRPr lang="en-GB"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7CA50-FB35-4138-94D6-1606D64054BF}"/>
              </a:ext>
            </a:extLst>
          </p:cNvPr>
          <p:cNvSpPr>
            <a:spLocks noGrp="1"/>
          </p:cNvSpPr>
          <p:nvPr>
            <p:ph type="title"/>
          </p:nvPr>
        </p:nvSpPr>
        <p:spPr/>
        <p:txBody>
          <a:bodyPr/>
          <a:lstStyle/>
          <a:p>
            <a:r>
              <a:rPr lang="en-US" dirty="0">
                <a:solidFill>
                  <a:schemeClr val="accent2"/>
                </a:solidFill>
              </a:rPr>
              <a:t>Business Process Engineering</a:t>
            </a:r>
          </a:p>
        </p:txBody>
      </p:sp>
      <p:sp>
        <p:nvSpPr>
          <p:cNvPr id="3" name="Content Placeholder 2">
            <a:extLst>
              <a:ext uri="{FF2B5EF4-FFF2-40B4-BE49-F238E27FC236}">
                <a16:creationId xmlns:a16="http://schemas.microsoft.com/office/drawing/2014/main" id="{8F62324E-ECD4-4E7F-8E85-BE099D601919}"/>
              </a:ext>
            </a:extLst>
          </p:cNvPr>
          <p:cNvSpPr>
            <a:spLocks noGrp="1"/>
          </p:cNvSpPr>
          <p:nvPr>
            <p:ph idx="1"/>
          </p:nvPr>
        </p:nvSpPr>
        <p:spPr/>
        <p:txBody>
          <a:bodyPr>
            <a:normAutofit/>
          </a:bodyPr>
          <a:lstStyle/>
          <a:p>
            <a:r>
              <a:rPr lang="en-US" dirty="0"/>
              <a:t>Why do we need Business Process Engineering?</a:t>
            </a:r>
          </a:p>
          <a:p>
            <a:r>
              <a:rPr lang="en-US" dirty="0"/>
              <a:t>The field of business engineering developed primarily to fill the gap between the management and technical or administrative teams within a company.</a:t>
            </a:r>
          </a:p>
          <a:p>
            <a:pPr marL="0" indent="0">
              <a:lnSpc>
                <a:spcPct val="150000"/>
              </a:lnSpc>
              <a:buNone/>
            </a:pPr>
            <a:r>
              <a:rPr lang="en-US" u="sng" dirty="0"/>
              <a:t>Management may have difficulty translating their plans to technical teams, who may in turn find it challenging to develop products and solutions to carry out these plans in the real world.</a:t>
            </a:r>
          </a:p>
          <a:p>
            <a:pPr>
              <a:lnSpc>
                <a:spcPct val="150000"/>
              </a:lnSpc>
            </a:pPr>
            <a:endParaRPr lang="en-US" u="sng"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D64B3-FCD8-4C08-ACBA-6A6CB8FFAD99}"/>
              </a:ext>
            </a:extLst>
          </p:cNvPr>
          <p:cNvSpPr>
            <a:spLocks noGrp="1"/>
          </p:cNvSpPr>
          <p:nvPr>
            <p:ph type="title"/>
          </p:nvPr>
        </p:nvSpPr>
        <p:spPr/>
        <p:txBody>
          <a:bodyPr/>
          <a:lstStyle/>
          <a:p>
            <a:r>
              <a:rPr lang="en-US" dirty="0"/>
              <a:t>Business Process Engineering</a:t>
            </a:r>
          </a:p>
        </p:txBody>
      </p:sp>
      <p:sp>
        <p:nvSpPr>
          <p:cNvPr id="40963" name="Content Placeholder 2">
            <a:extLst>
              <a:ext uri="{FF2B5EF4-FFF2-40B4-BE49-F238E27FC236}">
                <a16:creationId xmlns:a16="http://schemas.microsoft.com/office/drawing/2014/main" id="{9AC8D258-18A5-4AFE-A2AD-6690C4B069B2}"/>
              </a:ext>
            </a:extLst>
          </p:cNvPr>
          <p:cNvSpPr>
            <a:spLocks noGrp="1"/>
          </p:cNvSpPr>
          <p:nvPr>
            <p:ph idx="1"/>
          </p:nvPr>
        </p:nvSpPr>
        <p:spPr/>
        <p:txBody>
          <a:bodyPr>
            <a:normAutofit/>
          </a:bodyPr>
          <a:lstStyle/>
          <a:p>
            <a:r>
              <a:rPr lang="en-US" altLang="en-US"/>
              <a:t>Business engineering acts as a bridge between these two areas, and is designed to help a company not only develop effective goals, but also techniques for carrying out these goals as efficiently as possible. This may require changes in every area of the company, from marketing to administration, to computer systems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C5467-E01C-4949-8598-92BBDF2E3C45}"/>
              </a:ext>
            </a:extLst>
          </p:cNvPr>
          <p:cNvSpPr>
            <a:spLocks noGrp="1"/>
          </p:cNvSpPr>
          <p:nvPr>
            <p:ph type="title"/>
          </p:nvPr>
        </p:nvSpPr>
        <p:spPr/>
        <p:txBody>
          <a:bodyPr/>
          <a:lstStyle/>
          <a:p>
            <a:r>
              <a:rPr lang="en-US"/>
              <a:t>Business Process Engineering</a:t>
            </a:r>
            <a:endParaRPr lang="en-US" dirty="0"/>
          </a:p>
        </p:txBody>
      </p:sp>
      <p:sp>
        <p:nvSpPr>
          <p:cNvPr id="3" name="Content Placeholder 2">
            <a:extLst>
              <a:ext uri="{FF2B5EF4-FFF2-40B4-BE49-F238E27FC236}">
                <a16:creationId xmlns:a16="http://schemas.microsoft.com/office/drawing/2014/main" id="{703CF55F-2732-470C-BDC9-641A30F21B90}"/>
              </a:ext>
            </a:extLst>
          </p:cNvPr>
          <p:cNvSpPr>
            <a:spLocks noGrp="1"/>
          </p:cNvSpPr>
          <p:nvPr>
            <p:ph idx="1"/>
          </p:nvPr>
        </p:nvSpPr>
        <p:spPr/>
        <p:txBody>
          <a:bodyPr>
            <a:noAutofit/>
          </a:bodyPr>
          <a:lstStyle/>
          <a:p>
            <a:pPr marL="0" indent="0">
              <a:buNone/>
            </a:pPr>
            <a:r>
              <a:rPr lang="en-US" dirty="0"/>
              <a:t>Unique aspect of BPE</a:t>
            </a:r>
          </a:p>
          <a:p>
            <a:r>
              <a:rPr lang="en-US" dirty="0"/>
              <a:t>Another unique aspect of the business engineering field is that it can be applied to a company at any stage of development. </a:t>
            </a:r>
          </a:p>
          <a:p>
            <a:r>
              <a:rPr lang="en-US" dirty="0"/>
              <a:t>Individuals who wish to form a new business can use these principles to select the best product or market, or to refine an existing idea. </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122A-134C-4E59-A0D0-6A6A0E178355}"/>
              </a:ext>
            </a:extLst>
          </p:cNvPr>
          <p:cNvSpPr>
            <a:spLocks noGrp="1"/>
          </p:cNvSpPr>
          <p:nvPr>
            <p:ph type="title"/>
          </p:nvPr>
        </p:nvSpPr>
        <p:spPr/>
        <p:txBody>
          <a:bodyPr/>
          <a:lstStyle/>
          <a:p>
            <a:r>
              <a:rPr lang="en-US"/>
              <a:t>Business Process Engineering</a:t>
            </a:r>
            <a:endParaRPr lang="en-US" dirty="0"/>
          </a:p>
        </p:txBody>
      </p:sp>
      <p:sp>
        <p:nvSpPr>
          <p:cNvPr id="43011" name="Content Placeholder 2">
            <a:extLst>
              <a:ext uri="{FF2B5EF4-FFF2-40B4-BE49-F238E27FC236}">
                <a16:creationId xmlns:a16="http://schemas.microsoft.com/office/drawing/2014/main" id="{93D68070-8277-4382-9849-440B735A12C2}"/>
              </a:ext>
            </a:extLst>
          </p:cNvPr>
          <p:cNvSpPr>
            <a:spLocks noGrp="1"/>
          </p:cNvSpPr>
          <p:nvPr>
            <p:ph idx="1"/>
          </p:nvPr>
        </p:nvSpPr>
        <p:spPr/>
        <p:txBody>
          <a:bodyPr>
            <a:normAutofit/>
          </a:bodyPr>
          <a:lstStyle/>
          <a:p>
            <a:r>
              <a:rPr lang="en-US" altLang="en-US" u="sng" dirty="0"/>
              <a:t>It can also be used to improve an existing business.</a:t>
            </a:r>
            <a:r>
              <a:rPr lang="en-US" altLang="en-US" dirty="0"/>
              <a:t> This may mean increasing profit or cutting cost, but it can also refer to improving employee satisfaction or retention rates. </a:t>
            </a:r>
          </a:p>
          <a:p>
            <a:r>
              <a:rPr lang="en-US" altLang="en-US" dirty="0"/>
              <a:t>This process may involve making small changing or incorporating new technologies, or may require a complete redesign of the company and all its processes.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D4232-D3CF-4294-AB3E-BE271107C8FF}"/>
              </a:ext>
            </a:extLst>
          </p:cNvPr>
          <p:cNvSpPr>
            <a:spLocks noGrp="1"/>
          </p:cNvSpPr>
          <p:nvPr>
            <p:ph type="title"/>
          </p:nvPr>
        </p:nvSpPr>
        <p:spPr/>
        <p:txBody>
          <a:bodyPr>
            <a:noAutofit/>
          </a:bodyPr>
          <a:lstStyle/>
          <a:p>
            <a:r>
              <a:rPr lang="en-US" dirty="0"/>
              <a:t>Business Process Engineering and software engineering</a:t>
            </a:r>
          </a:p>
        </p:txBody>
      </p:sp>
      <p:sp>
        <p:nvSpPr>
          <p:cNvPr id="44035" name="Content Placeholder 2">
            <a:extLst>
              <a:ext uri="{FF2B5EF4-FFF2-40B4-BE49-F238E27FC236}">
                <a16:creationId xmlns:a16="http://schemas.microsoft.com/office/drawing/2014/main" id="{C42620F3-E15F-4ACE-A27B-1612EDBA402E}"/>
              </a:ext>
            </a:extLst>
          </p:cNvPr>
          <p:cNvSpPr>
            <a:spLocks noGrp="1"/>
          </p:cNvSpPr>
          <p:nvPr>
            <p:ph idx="1"/>
          </p:nvPr>
        </p:nvSpPr>
        <p:spPr/>
        <p:txBody>
          <a:bodyPr>
            <a:normAutofit/>
          </a:bodyPr>
          <a:lstStyle/>
          <a:p>
            <a:r>
              <a:rPr lang="en-US" altLang="en-US" dirty="0"/>
              <a:t>In many software engineering methods approaches to requirements engineering involve a detailed modeling of different aspects such as system structure data or behavior these models are an essential means of communication between system developers and expert users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7FCE0-A7EA-4964-94C7-6F8E3DC2699B}"/>
              </a:ext>
            </a:extLst>
          </p:cNvPr>
          <p:cNvSpPr>
            <a:spLocks noGrp="1"/>
          </p:cNvSpPr>
          <p:nvPr>
            <p:ph type="title"/>
          </p:nvPr>
        </p:nvSpPr>
        <p:spPr/>
        <p:txBody>
          <a:bodyPr>
            <a:normAutofit/>
          </a:bodyPr>
          <a:lstStyle/>
          <a:p>
            <a:r>
              <a:rPr lang="en-GB" dirty="0"/>
              <a:t>Business Processes – Historical Perspective</a:t>
            </a:r>
            <a:endParaRPr lang="en-US" dirty="0"/>
          </a:p>
        </p:txBody>
      </p:sp>
      <p:sp>
        <p:nvSpPr>
          <p:cNvPr id="47107" name="Content Placeholder 2">
            <a:extLst>
              <a:ext uri="{FF2B5EF4-FFF2-40B4-BE49-F238E27FC236}">
                <a16:creationId xmlns:a16="http://schemas.microsoft.com/office/drawing/2014/main" id="{B05B6F3B-0C84-4769-9874-8253B61D86FD}"/>
              </a:ext>
            </a:extLst>
          </p:cNvPr>
          <p:cNvSpPr>
            <a:spLocks noGrp="1"/>
          </p:cNvSpPr>
          <p:nvPr>
            <p:ph idx="1"/>
          </p:nvPr>
        </p:nvSpPr>
        <p:spPr/>
        <p:txBody>
          <a:bodyPr>
            <a:normAutofit/>
          </a:bodyPr>
          <a:lstStyle/>
          <a:p>
            <a:r>
              <a:rPr lang="en-GB" altLang="en-US" dirty="0"/>
              <a:t>Hundreds of years ago, work was the domain of each individual</a:t>
            </a:r>
          </a:p>
          <a:p>
            <a:pPr lvl="1"/>
            <a:r>
              <a:rPr lang="en-GB" altLang="en-US" dirty="0"/>
              <a:t>They completed all parts of the end-to-end process </a:t>
            </a:r>
          </a:p>
          <a:p>
            <a:pPr lvl="1"/>
            <a:r>
              <a:rPr lang="en-GB" altLang="en-US" dirty="0"/>
              <a:t>They researched, created, sold and distributed their products </a:t>
            </a:r>
          </a:p>
          <a:p>
            <a:r>
              <a:rPr lang="en-US" altLang="en-US" dirty="0"/>
              <a:t>Drawbacks</a:t>
            </a:r>
          </a:p>
          <a:p>
            <a:pPr lvl="1"/>
            <a:r>
              <a:rPr lang="en-US" altLang="en-US" dirty="0"/>
              <a:t>Variations in the quality of produced/manufactured product</a:t>
            </a:r>
          </a:p>
          <a:p>
            <a:pPr lvl="1"/>
            <a:r>
              <a:rPr lang="en-US" altLang="en-US" dirty="0"/>
              <a:t>Least productive</a:t>
            </a:r>
          </a:p>
          <a:p>
            <a:pPr lvl="1"/>
            <a:r>
              <a:rPr lang="en-US" altLang="en-US" dirty="0"/>
              <a:t>Expensive</a:t>
            </a:r>
          </a:p>
          <a:p>
            <a:pPr lvl="1"/>
            <a:r>
              <a:rPr lang="en-US" altLang="en-US" dirty="0"/>
              <a:t>Person dependent</a:t>
            </a:r>
          </a:p>
        </p:txBody>
      </p:sp>
      <p:sp>
        <p:nvSpPr>
          <p:cNvPr id="47108" name="Slide Number Placeholder 3">
            <a:extLst>
              <a:ext uri="{FF2B5EF4-FFF2-40B4-BE49-F238E27FC236}">
                <a16:creationId xmlns:a16="http://schemas.microsoft.com/office/drawing/2014/main" id="{0D576387-C1E9-41C9-908A-7B5A182E8ED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2FF6B19B-4590-496A-A1CB-0657A1B7B0F4}" type="slidenum">
              <a:rPr lang="en-GB" altLang="en-US" smtClean="0"/>
              <a:pPr/>
              <a:t>39</a:t>
            </a:fld>
            <a:endParaRPr lang="en-GB"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372A-435F-437B-A357-47309AC28913}"/>
              </a:ext>
            </a:extLst>
          </p:cNvPr>
          <p:cNvSpPr>
            <a:spLocks noGrp="1"/>
          </p:cNvSpPr>
          <p:nvPr>
            <p:ph type="title"/>
          </p:nvPr>
        </p:nvSpPr>
        <p:spPr/>
        <p:txBody>
          <a:bodyPr>
            <a:normAutofit/>
          </a:bodyPr>
          <a:lstStyle/>
          <a:p>
            <a:r>
              <a:rPr lang="en-GB" dirty="0"/>
              <a:t>Industrial Revolution (1760-1840)</a:t>
            </a:r>
            <a:endParaRPr lang="en-US" dirty="0"/>
          </a:p>
        </p:txBody>
      </p:sp>
      <p:sp>
        <p:nvSpPr>
          <p:cNvPr id="50179" name="Content Placeholder 2">
            <a:extLst>
              <a:ext uri="{FF2B5EF4-FFF2-40B4-BE49-F238E27FC236}">
                <a16:creationId xmlns:a16="http://schemas.microsoft.com/office/drawing/2014/main" id="{FE4E4476-84BE-4379-8E76-4E90895E34D0}"/>
              </a:ext>
            </a:extLst>
          </p:cNvPr>
          <p:cNvSpPr>
            <a:spLocks noGrp="1"/>
          </p:cNvSpPr>
          <p:nvPr>
            <p:ph idx="1"/>
          </p:nvPr>
        </p:nvSpPr>
        <p:spPr/>
        <p:txBody>
          <a:bodyPr>
            <a:normAutofit lnSpcReduction="10000"/>
          </a:bodyPr>
          <a:lstStyle/>
          <a:p>
            <a:r>
              <a:rPr lang="en-GB" altLang="en-US" dirty="0"/>
              <a:t>Era of transition from the traditional hand based manufacturing to machines</a:t>
            </a:r>
          </a:p>
          <a:p>
            <a:r>
              <a:rPr lang="en-GB" altLang="en-US" dirty="0"/>
              <a:t>New chemical manufacturing and iron production processes were introduced</a:t>
            </a:r>
          </a:p>
          <a:p>
            <a:r>
              <a:rPr lang="en-GB" altLang="en-US" dirty="0"/>
              <a:t>Increased usage of steam power and water power for industrial processes</a:t>
            </a:r>
          </a:p>
          <a:p>
            <a:r>
              <a:rPr lang="en-GB" altLang="en-US" dirty="0"/>
              <a:t>Development of machine tools gave rise to mechanized factory system</a:t>
            </a:r>
          </a:p>
          <a:p>
            <a:r>
              <a:rPr lang="en-GB" altLang="en-US" dirty="0"/>
              <a:t>Business Processes need to be defined properly to represent the manufacturing and industrial processes</a:t>
            </a:r>
            <a:endParaRPr lang="en-US" altLang="en-US" dirty="0"/>
          </a:p>
        </p:txBody>
      </p:sp>
      <p:sp>
        <p:nvSpPr>
          <p:cNvPr id="50180" name="Slide Number Placeholder 3">
            <a:extLst>
              <a:ext uri="{FF2B5EF4-FFF2-40B4-BE49-F238E27FC236}">
                <a16:creationId xmlns:a16="http://schemas.microsoft.com/office/drawing/2014/main" id="{9E163DB4-8AFC-41F7-819F-DFA52E22AA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C0A0C48A-5793-4889-9995-57EF86105DCF}" type="slidenum">
              <a:rPr lang="en-GB" altLang="en-US" smtClean="0"/>
              <a:pPr/>
              <a:t>40</a:t>
            </a:fld>
            <a:endParaRPr lang="en-GB"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FAADD-1A97-43D9-9BD9-00EDEC35AA33}"/>
              </a:ext>
            </a:extLst>
          </p:cNvPr>
          <p:cNvSpPr>
            <a:spLocks noGrp="1"/>
          </p:cNvSpPr>
          <p:nvPr>
            <p:ph type="title"/>
          </p:nvPr>
        </p:nvSpPr>
        <p:spPr/>
        <p:txBody>
          <a:bodyPr/>
          <a:lstStyle/>
          <a:p>
            <a:r>
              <a:rPr lang="en-GB" dirty="0"/>
              <a:t>Scientific Management</a:t>
            </a:r>
            <a:endParaRPr lang="en-US" dirty="0"/>
          </a:p>
        </p:txBody>
      </p:sp>
      <p:sp>
        <p:nvSpPr>
          <p:cNvPr id="51203" name="Content Placeholder 2">
            <a:extLst>
              <a:ext uri="{FF2B5EF4-FFF2-40B4-BE49-F238E27FC236}">
                <a16:creationId xmlns:a16="http://schemas.microsoft.com/office/drawing/2014/main" id="{D9CB5F79-4279-454E-9955-89E9881396CF}"/>
              </a:ext>
            </a:extLst>
          </p:cNvPr>
          <p:cNvSpPr>
            <a:spLocks noGrp="1"/>
          </p:cNvSpPr>
          <p:nvPr>
            <p:ph idx="1"/>
          </p:nvPr>
        </p:nvSpPr>
        <p:spPr/>
        <p:txBody>
          <a:bodyPr>
            <a:normAutofit fontScale="92500"/>
          </a:bodyPr>
          <a:lstStyle/>
          <a:p>
            <a:r>
              <a:rPr lang="en-GB" altLang="en-US"/>
              <a:t>In 1911, Frederick Winslow Taylor published “The Principles of Scientific Management” for the American Society of Mechanical Engineers</a:t>
            </a:r>
          </a:p>
          <a:p>
            <a:r>
              <a:rPr lang="en-GB" altLang="en-US"/>
              <a:t>Taylor advocated “enforced standardization of methods, enforced adoption of the best implements and working conditions, and enforced cooperation” in order to improve efficiency</a:t>
            </a:r>
          </a:p>
          <a:p>
            <a:r>
              <a:rPr lang="en-GB" altLang="en-US"/>
              <a:t>Taylor’s focus was on scientific study of work, standardization of process, systematic training and sound structure of employees and management.</a:t>
            </a:r>
          </a:p>
          <a:p>
            <a:r>
              <a:rPr lang="en-GB" altLang="en-US"/>
              <a:t>The work was hugely unpopular with workers</a:t>
            </a:r>
          </a:p>
          <a:p>
            <a:r>
              <a:rPr lang="en-GB" altLang="en-US"/>
              <a:t>Taylor’s work laid foundation for modern industrial engineering</a:t>
            </a:r>
            <a:endParaRPr lang="en-US" altLang="en-US"/>
          </a:p>
        </p:txBody>
      </p:sp>
      <p:sp>
        <p:nvSpPr>
          <p:cNvPr id="51204" name="Slide Number Placeholder 3">
            <a:extLst>
              <a:ext uri="{FF2B5EF4-FFF2-40B4-BE49-F238E27FC236}">
                <a16:creationId xmlns:a16="http://schemas.microsoft.com/office/drawing/2014/main" id="{6D53F9C8-30F2-47E0-9687-D4390EFD451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57F966C7-55F5-41D0-9114-C4184B1E0D61}" type="slidenum">
              <a:rPr lang="en-GB" altLang="en-US" smtClean="0"/>
              <a:pPr/>
              <a:t>41</a:t>
            </a:fld>
            <a:endParaRPr lang="en-GB"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CF33DBEE726CD409D4DC07CABE7CC02" ma:contentTypeVersion="15" ma:contentTypeDescription="Create a new document." ma:contentTypeScope="" ma:versionID="ccf8e18e3575733ee251ca40a18f17b9">
  <xsd:schema xmlns:xsd="http://www.w3.org/2001/XMLSchema" xmlns:xs="http://www.w3.org/2001/XMLSchema" xmlns:p="http://schemas.microsoft.com/office/2006/metadata/properties" xmlns:ns1="http://schemas.microsoft.com/sharepoint/v3" xmlns:ns3="d3fd0a5a-c432-4165-bdf8-309f717b1cbe" xmlns:ns4="77238265-2550-427f-b250-392dcfaa6617" targetNamespace="http://schemas.microsoft.com/office/2006/metadata/properties" ma:root="true" ma:fieldsID="97857150dadc488efe94eb67a7593b08" ns1:_="" ns3:_="" ns4:_="">
    <xsd:import namespace="http://schemas.microsoft.com/sharepoint/v3"/>
    <xsd:import namespace="d3fd0a5a-c432-4165-bdf8-309f717b1cbe"/>
    <xsd:import namespace="77238265-2550-427f-b250-392dcfaa661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3fd0a5a-c432-4165-bdf8-309f717b1c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238265-2550-427f-b250-392dcfaa661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E0B876-21D2-40EC-AD12-A69E0BEB28B5}">
  <ds:schemaRefs>
    <ds:schemaRef ds:uri="http://schemas.microsoft.com/office/2006/metadata/properties"/>
    <ds:schemaRef ds:uri="http://purl.org/dc/dcmitype/"/>
    <ds:schemaRef ds:uri="d3fd0a5a-c432-4165-bdf8-309f717b1cbe"/>
    <ds:schemaRef ds:uri="77238265-2550-427f-b250-392dcfaa6617"/>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http://schemas.microsoft.com/sharepoint/v3"/>
    <ds:schemaRef ds:uri="http://www.w3.org/XML/1998/namespace"/>
    <ds:schemaRef ds:uri="http://purl.org/dc/terms/"/>
  </ds:schemaRefs>
</ds:datastoreItem>
</file>

<file path=customXml/itemProps2.xml><?xml version="1.0" encoding="utf-8"?>
<ds:datastoreItem xmlns:ds="http://schemas.openxmlformats.org/officeDocument/2006/customXml" ds:itemID="{512A66CF-D244-429C-91DE-6324DB125DB6}">
  <ds:schemaRefs>
    <ds:schemaRef ds:uri="http://schemas.microsoft.com/sharepoint/v3/contenttype/forms"/>
  </ds:schemaRefs>
</ds:datastoreItem>
</file>

<file path=customXml/itemProps3.xml><?xml version="1.0" encoding="utf-8"?>
<ds:datastoreItem xmlns:ds="http://schemas.openxmlformats.org/officeDocument/2006/customXml" ds:itemID="{07A62E44-73D7-41FF-B154-94B3F38799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3fd0a5a-c432-4165-bdf8-309f717b1cbe"/>
    <ds:schemaRef ds:uri="77238265-2550-427f-b250-392dcfaa66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7034</TotalTime>
  <Words>1826</Words>
  <Application>Microsoft Office PowerPoint</Application>
  <PresentationFormat>Widescreen</PresentationFormat>
  <Paragraphs>238</Paragraphs>
  <Slides>41</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Arial</vt:lpstr>
      <vt:lpstr>Calibri</vt:lpstr>
      <vt:lpstr>Calibri Light</vt:lpstr>
      <vt:lpstr>Garamond</vt:lpstr>
      <vt:lpstr>Gill Sans MT</vt:lpstr>
      <vt:lpstr>Times New Roman</vt:lpstr>
      <vt:lpstr>Wingdings 2</vt:lpstr>
      <vt:lpstr>Office Theme</vt:lpstr>
      <vt:lpstr>Business Process Engineering </vt:lpstr>
      <vt:lpstr>Today’s Agenda</vt:lpstr>
      <vt:lpstr>Course Objectives</vt:lpstr>
      <vt:lpstr>Overall Learning Outcomes</vt:lpstr>
      <vt:lpstr>Tentative Course Contents</vt:lpstr>
      <vt:lpstr>Course Material</vt:lpstr>
      <vt:lpstr>Plagiarism Policy</vt:lpstr>
      <vt:lpstr>Tentative Grading Policy *</vt:lpstr>
      <vt:lpstr>PowerPoint Presentation</vt:lpstr>
      <vt:lpstr>Basic Concept: Business Process</vt:lpstr>
      <vt:lpstr>PowerPoint Presentation</vt:lpstr>
      <vt:lpstr>PowerPoint Presentation</vt:lpstr>
      <vt:lpstr>A small case study: Double Check (DC)</vt:lpstr>
      <vt:lpstr>DC Example</vt:lpstr>
      <vt:lpstr>DC Example</vt:lpstr>
      <vt:lpstr>DC Example</vt:lpstr>
      <vt:lpstr>DC Example</vt:lpstr>
      <vt:lpstr>DC Example</vt:lpstr>
      <vt:lpstr>DC Example</vt:lpstr>
      <vt:lpstr>The Birth of Process Thinking https://bprford.wordpress.com/2014/03/12/business-process-reengineering-fords-accounts-payable-case-study/</vt:lpstr>
      <vt:lpstr>Purchasing process at Ford at the initial stage</vt:lpstr>
      <vt:lpstr>Purchasing process at Ford after redesign</vt:lpstr>
      <vt:lpstr>Importance of Business Processes</vt:lpstr>
      <vt:lpstr>Essential Attributes of a Business Process</vt:lpstr>
      <vt:lpstr>Essential Attributes of a Business Process</vt:lpstr>
      <vt:lpstr>Business Process Categorization</vt:lpstr>
      <vt:lpstr>Types of Business Processes </vt:lpstr>
      <vt:lpstr>PowerPoint Presentation</vt:lpstr>
      <vt:lpstr>Types of Business Processes </vt:lpstr>
      <vt:lpstr>PowerPoint Presentation</vt:lpstr>
      <vt:lpstr>Types of Business Processes </vt:lpstr>
      <vt:lpstr>PowerPoint Presentation</vt:lpstr>
      <vt:lpstr>Examples of Business Processes</vt:lpstr>
      <vt:lpstr>Business Process Engineering</vt:lpstr>
      <vt:lpstr>Business Process Engineering</vt:lpstr>
      <vt:lpstr>Business Process Engineering</vt:lpstr>
      <vt:lpstr>Business Process Engineering</vt:lpstr>
      <vt:lpstr>Business Process Engineering and software engineering</vt:lpstr>
      <vt:lpstr>Business Processes – Historical Perspective</vt:lpstr>
      <vt:lpstr>Industrial Revolution (1760-1840)</vt:lpstr>
      <vt:lpstr>Scientific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Process Engineering Week # 1</dc:title>
  <dc:creator>Haroon Abdul Waheed Majid</dc:creator>
  <cp:lastModifiedBy>Saher Zia</cp:lastModifiedBy>
  <cp:revision>21</cp:revision>
  <dcterms:created xsi:type="dcterms:W3CDTF">2021-10-17T16:48:06Z</dcterms:created>
  <dcterms:modified xsi:type="dcterms:W3CDTF">2025-09-29T08:08:20Z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0x0101004CF33DBEE726CD409D4DC07CABE7CC02</vt:lpwstr>
  </property>
</Properties>
</file>