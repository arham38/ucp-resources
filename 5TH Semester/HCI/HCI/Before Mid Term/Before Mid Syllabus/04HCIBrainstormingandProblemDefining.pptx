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9"/>
  </p:notesMasterIdLst>
  <p:sldIdLst>
    <p:sldId id="377" r:id="rId2"/>
    <p:sldId id="356" r:id="rId3"/>
    <p:sldId id="358" r:id="rId4"/>
    <p:sldId id="378" r:id="rId5"/>
    <p:sldId id="359" r:id="rId6"/>
    <p:sldId id="374" r:id="rId7"/>
    <p:sldId id="357" r:id="rId8"/>
    <p:sldId id="367" r:id="rId9"/>
    <p:sldId id="369" r:id="rId10"/>
    <p:sldId id="370" r:id="rId11"/>
    <p:sldId id="371" r:id="rId12"/>
    <p:sldId id="376" r:id="rId13"/>
    <p:sldId id="372" r:id="rId14"/>
    <p:sldId id="373" r:id="rId15"/>
    <p:sldId id="360" r:id="rId16"/>
    <p:sldId id="361" r:id="rId17"/>
    <p:sldId id="362" r:id="rId18"/>
    <p:sldId id="363" r:id="rId19"/>
    <p:sldId id="365" r:id="rId20"/>
    <p:sldId id="476" r:id="rId21"/>
    <p:sldId id="498" r:id="rId22"/>
    <p:sldId id="518" r:id="rId23"/>
    <p:sldId id="343" r:id="rId24"/>
    <p:sldId id="366" r:id="rId25"/>
    <p:sldId id="474" r:id="rId26"/>
    <p:sldId id="509" r:id="rId27"/>
    <p:sldId id="520" r:id="rId28"/>
    <p:sldId id="508" r:id="rId29"/>
    <p:sldId id="379" r:id="rId30"/>
    <p:sldId id="521" r:id="rId31"/>
    <p:sldId id="475" r:id="rId32"/>
    <p:sldId id="519" r:id="rId33"/>
    <p:sldId id="364" r:id="rId34"/>
    <p:sldId id="321" r:id="rId35"/>
    <p:sldId id="322" r:id="rId36"/>
    <p:sldId id="323" r:id="rId37"/>
    <p:sldId id="324" r:id="rId38"/>
  </p:sldIdLst>
  <p:sldSz cx="12192000" cy="6858000"/>
  <p:notesSz cx="6858000" cy="10001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sT ." initials="M." lastIdx="11" clrIdx="0">
    <p:extLst>
      <p:ext uri="{19B8F6BF-5375-455C-9EA6-DF929625EA0E}">
        <p15:presenceInfo xmlns:p15="http://schemas.microsoft.com/office/powerpoint/2012/main" userId="5156833f1983e9af" providerId="Windows Live"/>
      </p:ext>
    </p:extLst>
  </p:cmAuthor>
  <p:cmAuthor id="2" name="Sadaf Baloch" initials="SB" lastIdx="3" clrIdx="1">
    <p:extLst>
      <p:ext uri="{19B8F6BF-5375-455C-9EA6-DF929625EA0E}">
        <p15:presenceInfo xmlns:p15="http://schemas.microsoft.com/office/powerpoint/2012/main" userId="S::sadaf.baloch@ucp.edu.pk::2cdfe0ab-03ea-46b2-8263-c67d3be957c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82629B-FE24-4B7D-C86E-036451962E06}" v="313" dt="2019-10-23T17:37:26.553"/>
    <p1510:client id="{8B9F3820-0609-D073-BEE7-FA8FBB0A1623}" v="338" dt="2019-10-23T09:56:37.322"/>
    <p1510:client id="{A5B098E5-B82E-AE81-3957-85E24C246330}" v="892" dt="2019-10-18T08:38:54.2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38" autoAdjust="0"/>
    <p:restoredTop sz="73540" autoAdjust="0"/>
  </p:normalViewPr>
  <p:slideViewPr>
    <p:cSldViewPr snapToGrid="0">
      <p:cViewPr varScale="1">
        <p:scale>
          <a:sx n="53" d="100"/>
          <a:sy n="53" d="100"/>
        </p:scale>
        <p:origin x="124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daf Baloch" userId="S::sadaf.baloch@ucp.edu.pk::2cdfe0ab-03ea-46b2-8263-c67d3be957cb" providerId="AD" clId="Web-{8B9F3820-0609-D073-BEE7-FA8FBB0A1623}"/>
    <pc:docChg chg="addSld delSld modSld sldOrd">
      <pc:chgData name="Sadaf Baloch" userId="S::sadaf.baloch@ucp.edu.pk::2cdfe0ab-03ea-46b2-8263-c67d3be957cb" providerId="AD" clId="Web-{8B9F3820-0609-D073-BEE7-FA8FBB0A1623}" dt="2019-10-23T09:56:37.322" v="327" actId="20577"/>
      <pc:docMkLst>
        <pc:docMk/>
      </pc:docMkLst>
      <pc:sldChg chg="modSp">
        <pc:chgData name="Sadaf Baloch" userId="S::sadaf.baloch@ucp.edu.pk::2cdfe0ab-03ea-46b2-8263-c67d3be957cb" providerId="AD" clId="Web-{8B9F3820-0609-D073-BEE7-FA8FBB0A1623}" dt="2019-10-23T09:20:53.690" v="108" actId="20577"/>
        <pc:sldMkLst>
          <pc:docMk/>
          <pc:sldMk cId="715327142" sldId="354"/>
        </pc:sldMkLst>
        <pc:spChg chg="mod">
          <ac:chgData name="Sadaf Baloch" userId="S::sadaf.baloch@ucp.edu.pk::2cdfe0ab-03ea-46b2-8263-c67d3be957cb" providerId="AD" clId="Web-{8B9F3820-0609-D073-BEE7-FA8FBB0A1623}" dt="2019-10-23T09:20:53.690" v="108" actId="20577"/>
          <ac:spMkLst>
            <pc:docMk/>
            <pc:sldMk cId="715327142" sldId="354"/>
            <ac:spMk id="2" creationId="{238EC91F-69DE-4489-8F97-269153CB475F}"/>
          </ac:spMkLst>
        </pc:spChg>
      </pc:sldChg>
      <pc:sldChg chg="modSp">
        <pc:chgData name="Sadaf Baloch" userId="S::sadaf.baloch@ucp.edu.pk::2cdfe0ab-03ea-46b2-8263-c67d3be957cb" providerId="AD" clId="Web-{8B9F3820-0609-D073-BEE7-FA8FBB0A1623}" dt="2019-10-23T09:52:46.086" v="325" actId="20577"/>
        <pc:sldMkLst>
          <pc:docMk/>
          <pc:sldMk cId="3850674471" sldId="356"/>
        </pc:sldMkLst>
        <pc:spChg chg="mod">
          <ac:chgData name="Sadaf Baloch" userId="S::sadaf.baloch@ucp.edu.pk::2cdfe0ab-03ea-46b2-8263-c67d3be957cb" providerId="AD" clId="Web-{8B9F3820-0609-D073-BEE7-FA8FBB0A1623}" dt="2019-10-23T09:52:46.086" v="325" actId="20577"/>
          <ac:spMkLst>
            <pc:docMk/>
            <pc:sldMk cId="3850674471" sldId="356"/>
            <ac:spMk id="3" creationId="{1A3DF532-74E1-455A-9F93-E9CFA610F1A1}"/>
          </ac:spMkLst>
        </pc:spChg>
      </pc:sldChg>
      <pc:sldChg chg="ord">
        <pc:chgData name="Sadaf Baloch" userId="S::sadaf.baloch@ucp.edu.pk::2cdfe0ab-03ea-46b2-8263-c67d3be957cb" providerId="AD" clId="Web-{8B9F3820-0609-D073-BEE7-FA8FBB0A1623}" dt="2019-10-23T09:40:37.365" v="143"/>
        <pc:sldMkLst>
          <pc:docMk/>
          <pc:sldMk cId="3813006738" sldId="360"/>
        </pc:sldMkLst>
      </pc:sldChg>
      <pc:sldChg chg="modSp">
        <pc:chgData name="Sadaf Baloch" userId="S::sadaf.baloch@ucp.edu.pk::2cdfe0ab-03ea-46b2-8263-c67d3be957cb" providerId="AD" clId="Web-{8B9F3820-0609-D073-BEE7-FA8FBB0A1623}" dt="2019-10-23T09:15:10.189" v="27" actId="20577"/>
        <pc:sldMkLst>
          <pc:docMk/>
          <pc:sldMk cId="1279399492" sldId="361"/>
        </pc:sldMkLst>
        <pc:spChg chg="mod">
          <ac:chgData name="Sadaf Baloch" userId="S::sadaf.baloch@ucp.edu.pk::2cdfe0ab-03ea-46b2-8263-c67d3be957cb" providerId="AD" clId="Web-{8B9F3820-0609-D073-BEE7-FA8FBB0A1623}" dt="2019-10-23T09:15:10.189" v="27" actId="20577"/>
          <ac:spMkLst>
            <pc:docMk/>
            <pc:sldMk cId="1279399492" sldId="361"/>
            <ac:spMk id="3" creationId="{A93AB208-3456-496C-84D8-56F47CBEC2EC}"/>
          </ac:spMkLst>
        </pc:spChg>
      </pc:sldChg>
      <pc:sldChg chg="modSp">
        <pc:chgData name="Sadaf Baloch" userId="S::sadaf.baloch@ucp.edu.pk::2cdfe0ab-03ea-46b2-8263-c67d3be957cb" providerId="AD" clId="Web-{8B9F3820-0609-D073-BEE7-FA8FBB0A1623}" dt="2019-10-23T09:16:09.564" v="58" actId="20577"/>
        <pc:sldMkLst>
          <pc:docMk/>
          <pc:sldMk cId="3059622038" sldId="362"/>
        </pc:sldMkLst>
        <pc:spChg chg="mod">
          <ac:chgData name="Sadaf Baloch" userId="S::sadaf.baloch@ucp.edu.pk::2cdfe0ab-03ea-46b2-8263-c67d3be957cb" providerId="AD" clId="Web-{8B9F3820-0609-D073-BEE7-FA8FBB0A1623}" dt="2019-10-23T09:16:09.564" v="58" actId="20577"/>
          <ac:spMkLst>
            <pc:docMk/>
            <pc:sldMk cId="3059622038" sldId="362"/>
            <ac:spMk id="3" creationId="{1B4CCAA0-33CB-4D13-997A-2E99921274EA}"/>
          </ac:spMkLst>
        </pc:spChg>
      </pc:sldChg>
      <pc:sldChg chg="modSp">
        <pc:chgData name="Sadaf Baloch" userId="S::sadaf.baloch@ucp.edu.pk::2cdfe0ab-03ea-46b2-8263-c67d3be957cb" providerId="AD" clId="Web-{8B9F3820-0609-D073-BEE7-FA8FBB0A1623}" dt="2019-10-23T09:51:22.414" v="318" actId="20577"/>
        <pc:sldMkLst>
          <pc:docMk/>
          <pc:sldMk cId="1414656061" sldId="363"/>
        </pc:sldMkLst>
        <pc:spChg chg="mod">
          <ac:chgData name="Sadaf Baloch" userId="S::sadaf.baloch@ucp.edu.pk::2cdfe0ab-03ea-46b2-8263-c67d3be957cb" providerId="AD" clId="Web-{8B9F3820-0609-D073-BEE7-FA8FBB0A1623}" dt="2019-10-23T09:51:22.414" v="318" actId="20577"/>
          <ac:spMkLst>
            <pc:docMk/>
            <pc:sldMk cId="1414656061" sldId="363"/>
            <ac:spMk id="3" creationId="{191D2525-160C-49D2-AF56-444EFEACBD25}"/>
          </ac:spMkLst>
        </pc:spChg>
      </pc:sldChg>
      <pc:sldChg chg="modSp">
        <pc:chgData name="Sadaf Baloch" userId="S::sadaf.baloch@ucp.edu.pk::2cdfe0ab-03ea-46b2-8263-c67d3be957cb" providerId="AD" clId="Web-{8B9F3820-0609-D073-BEE7-FA8FBB0A1623}" dt="2019-10-23T07:48:54.730" v="8" actId="20577"/>
        <pc:sldMkLst>
          <pc:docMk/>
          <pc:sldMk cId="75204842" sldId="364"/>
        </pc:sldMkLst>
        <pc:spChg chg="mod">
          <ac:chgData name="Sadaf Baloch" userId="S::sadaf.baloch@ucp.edu.pk::2cdfe0ab-03ea-46b2-8263-c67d3be957cb" providerId="AD" clId="Web-{8B9F3820-0609-D073-BEE7-FA8FBB0A1623}" dt="2019-10-23T07:48:54.730" v="8" actId="20577"/>
          <ac:spMkLst>
            <pc:docMk/>
            <pc:sldMk cId="75204842" sldId="364"/>
            <ac:spMk id="2" creationId="{21397C3E-11DB-4646-8B6C-184EA631829C}"/>
          </ac:spMkLst>
        </pc:spChg>
      </pc:sldChg>
      <pc:sldChg chg="modSp ord">
        <pc:chgData name="Sadaf Baloch" userId="S::sadaf.baloch@ucp.edu.pk::2cdfe0ab-03ea-46b2-8263-c67d3be957cb" providerId="AD" clId="Web-{8B9F3820-0609-D073-BEE7-FA8FBB0A1623}" dt="2019-10-23T07:48:42.058" v="2" actId="20577"/>
        <pc:sldMkLst>
          <pc:docMk/>
          <pc:sldMk cId="3290073620" sldId="365"/>
        </pc:sldMkLst>
        <pc:spChg chg="mod">
          <ac:chgData name="Sadaf Baloch" userId="S::sadaf.baloch@ucp.edu.pk::2cdfe0ab-03ea-46b2-8263-c67d3be957cb" providerId="AD" clId="Web-{8B9F3820-0609-D073-BEE7-FA8FBB0A1623}" dt="2019-10-23T07:48:42.058" v="2" actId="20577"/>
          <ac:spMkLst>
            <pc:docMk/>
            <pc:sldMk cId="3290073620" sldId="365"/>
            <ac:spMk id="2" creationId="{CD5E8F04-86E0-41B5-BFF7-25F6053CBB9F}"/>
          </ac:spMkLst>
        </pc:spChg>
      </pc:sldChg>
      <pc:sldChg chg="modSp ord">
        <pc:chgData name="Sadaf Baloch" userId="S::sadaf.baloch@ucp.edu.pk::2cdfe0ab-03ea-46b2-8263-c67d3be957cb" providerId="AD" clId="Web-{8B9F3820-0609-D073-BEE7-FA8FBB0A1623}" dt="2019-10-23T07:48:49.871" v="5" actId="20577"/>
        <pc:sldMkLst>
          <pc:docMk/>
          <pc:sldMk cId="1323021317" sldId="366"/>
        </pc:sldMkLst>
        <pc:spChg chg="mod">
          <ac:chgData name="Sadaf Baloch" userId="S::sadaf.baloch@ucp.edu.pk::2cdfe0ab-03ea-46b2-8263-c67d3be957cb" providerId="AD" clId="Web-{8B9F3820-0609-D073-BEE7-FA8FBB0A1623}" dt="2019-10-23T07:48:49.871" v="5" actId="20577"/>
          <ac:spMkLst>
            <pc:docMk/>
            <pc:sldMk cId="1323021317" sldId="366"/>
            <ac:spMk id="2" creationId="{BD2456E7-A5B6-4005-B712-1E128FA251BF}"/>
          </ac:spMkLst>
        </pc:spChg>
      </pc:sldChg>
      <pc:sldChg chg="addSp delSp modSp del">
        <pc:chgData name="Sadaf Baloch" userId="S::sadaf.baloch@ucp.edu.pk::2cdfe0ab-03ea-46b2-8263-c67d3be957cb" providerId="AD" clId="Web-{8B9F3820-0609-D073-BEE7-FA8FBB0A1623}" dt="2019-10-23T09:26:13.003" v="121"/>
        <pc:sldMkLst>
          <pc:docMk/>
          <pc:sldMk cId="2775121510" sldId="368"/>
        </pc:sldMkLst>
        <pc:spChg chg="del">
          <ac:chgData name="Sadaf Baloch" userId="S::sadaf.baloch@ucp.edu.pk::2cdfe0ab-03ea-46b2-8263-c67d3be957cb" providerId="AD" clId="Web-{8B9F3820-0609-D073-BEE7-FA8FBB0A1623}" dt="2019-10-23T09:25:28.956" v="111"/>
          <ac:spMkLst>
            <pc:docMk/>
            <pc:sldMk cId="2775121510" sldId="368"/>
            <ac:spMk id="3" creationId="{DACFFDAA-BBE2-4022-B378-F3F779046583}"/>
          </ac:spMkLst>
        </pc:spChg>
        <pc:picChg chg="add mod ord">
          <ac:chgData name="Sadaf Baloch" userId="S::sadaf.baloch@ucp.edu.pk::2cdfe0ab-03ea-46b2-8263-c67d3be957cb" providerId="AD" clId="Web-{8B9F3820-0609-D073-BEE7-FA8FBB0A1623}" dt="2019-10-23T09:25:28.956" v="111"/>
          <ac:picMkLst>
            <pc:docMk/>
            <pc:sldMk cId="2775121510" sldId="368"/>
            <ac:picMk id="4" creationId="{95E28D3A-39EF-4F66-98E4-893911008FAC}"/>
          </ac:picMkLst>
        </pc:picChg>
      </pc:sldChg>
      <pc:sldChg chg="addSp delSp modSp add replId">
        <pc:chgData name="Sadaf Baloch" userId="S::sadaf.baloch@ucp.edu.pk::2cdfe0ab-03ea-46b2-8263-c67d3be957cb" providerId="AD" clId="Web-{8B9F3820-0609-D073-BEE7-FA8FBB0A1623}" dt="2019-10-23T09:26:00.644" v="120" actId="1076"/>
        <pc:sldMkLst>
          <pc:docMk/>
          <pc:sldMk cId="2065212139" sldId="369"/>
        </pc:sldMkLst>
        <pc:spChg chg="add del mod">
          <ac:chgData name="Sadaf Baloch" userId="S::sadaf.baloch@ucp.edu.pk::2cdfe0ab-03ea-46b2-8263-c67d3be957cb" providerId="AD" clId="Web-{8B9F3820-0609-D073-BEE7-FA8FBB0A1623}" dt="2019-10-23T09:25:43.238" v="114"/>
          <ac:spMkLst>
            <pc:docMk/>
            <pc:sldMk cId="2065212139" sldId="369"/>
            <ac:spMk id="5" creationId="{114AC7AB-E126-4118-BD78-9B59886C6DBD}"/>
          </ac:spMkLst>
        </pc:spChg>
        <pc:picChg chg="del">
          <ac:chgData name="Sadaf Baloch" userId="S::sadaf.baloch@ucp.edu.pk::2cdfe0ab-03ea-46b2-8263-c67d3be957cb" providerId="AD" clId="Web-{8B9F3820-0609-D073-BEE7-FA8FBB0A1623}" dt="2019-10-23T09:25:39.659" v="113"/>
          <ac:picMkLst>
            <pc:docMk/>
            <pc:sldMk cId="2065212139" sldId="369"/>
            <ac:picMk id="4" creationId="{2C039EA9-0E2E-4D43-B69E-316288D62782}"/>
          </ac:picMkLst>
        </pc:picChg>
        <pc:picChg chg="add mod ord">
          <ac:chgData name="Sadaf Baloch" userId="S::sadaf.baloch@ucp.edu.pk::2cdfe0ab-03ea-46b2-8263-c67d3be957cb" providerId="AD" clId="Web-{8B9F3820-0609-D073-BEE7-FA8FBB0A1623}" dt="2019-10-23T09:26:00.644" v="120" actId="1076"/>
          <ac:picMkLst>
            <pc:docMk/>
            <pc:sldMk cId="2065212139" sldId="369"/>
            <ac:picMk id="6" creationId="{9BB07847-238F-4186-8FD4-E7C442BB23D4}"/>
          </ac:picMkLst>
        </pc:picChg>
      </pc:sldChg>
      <pc:sldChg chg="addSp delSp modSp add replId">
        <pc:chgData name="Sadaf Baloch" userId="S::sadaf.baloch@ucp.edu.pk::2cdfe0ab-03ea-46b2-8263-c67d3be957cb" providerId="AD" clId="Web-{8B9F3820-0609-D073-BEE7-FA8FBB0A1623}" dt="2019-10-23T09:28:01.269" v="130" actId="1076"/>
        <pc:sldMkLst>
          <pc:docMk/>
          <pc:sldMk cId="96090680" sldId="370"/>
        </pc:sldMkLst>
        <pc:spChg chg="add del mod">
          <ac:chgData name="Sadaf Baloch" userId="S::sadaf.baloch@ucp.edu.pk::2cdfe0ab-03ea-46b2-8263-c67d3be957cb" providerId="AD" clId="Web-{8B9F3820-0609-D073-BEE7-FA8FBB0A1623}" dt="2019-10-23T09:27:33.316" v="124"/>
          <ac:spMkLst>
            <pc:docMk/>
            <pc:sldMk cId="96090680" sldId="370"/>
            <ac:spMk id="4" creationId="{D6E0634F-E41F-4232-A44D-5D13F8B20A3C}"/>
          </ac:spMkLst>
        </pc:spChg>
        <pc:picChg chg="add mod ord">
          <ac:chgData name="Sadaf Baloch" userId="S::sadaf.baloch@ucp.edu.pk::2cdfe0ab-03ea-46b2-8263-c67d3be957cb" providerId="AD" clId="Web-{8B9F3820-0609-D073-BEE7-FA8FBB0A1623}" dt="2019-10-23T09:28:01.269" v="130" actId="1076"/>
          <ac:picMkLst>
            <pc:docMk/>
            <pc:sldMk cId="96090680" sldId="370"/>
            <ac:picMk id="5" creationId="{34AE39EC-D9F4-4670-ADCA-2D0815CD66FC}"/>
          </ac:picMkLst>
        </pc:picChg>
        <pc:picChg chg="del">
          <ac:chgData name="Sadaf Baloch" userId="S::sadaf.baloch@ucp.edu.pk::2cdfe0ab-03ea-46b2-8263-c67d3be957cb" providerId="AD" clId="Web-{8B9F3820-0609-D073-BEE7-FA8FBB0A1623}" dt="2019-10-23T09:27:29.988" v="123"/>
          <ac:picMkLst>
            <pc:docMk/>
            <pc:sldMk cId="96090680" sldId="370"/>
            <ac:picMk id="6" creationId="{9BB07847-238F-4186-8FD4-E7C442BB23D4}"/>
          </ac:picMkLst>
        </pc:picChg>
      </pc:sldChg>
      <pc:sldChg chg="addSp delSp modSp add replId">
        <pc:chgData name="Sadaf Baloch" userId="S::sadaf.baloch@ucp.edu.pk::2cdfe0ab-03ea-46b2-8263-c67d3be957cb" providerId="AD" clId="Web-{8B9F3820-0609-D073-BEE7-FA8FBB0A1623}" dt="2019-10-23T09:35:19.583" v="141" actId="14100"/>
        <pc:sldMkLst>
          <pc:docMk/>
          <pc:sldMk cId="1647869095" sldId="371"/>
        </pc:sldMkLst>
        <pc:spChg chg="add del mod">
          <ac:chgData name="Sadaf Baloch" userId="S::sadaf.baloch@ucp.edu.pk::2cdfe0ab-03ea-46b2-8263-c67d3be957cb" providerId="AD" clId="Web-{8B9F3820-0609-D073-BEE7-FA8FBB0A1623}" dt="2019-10-23T09:34:36.552" v="133"/>
          <ac:spMkLst>
            <pc:docMk/>
            <pc:sldMk cId="1647869095" sldId="371"/>
            <ac:spMk id="4" creationId="{C09E012A-83D4-4340-830A-3E7EB90D9734}"/>
          </ac:spMkLst>
        </pc:spChg>
        <pc:picChg chg="del">
          <ac:chgData name="Sadaf Baloch" userId="S::sadaf.baloch@ucp.edu.pk::2cdfe0ab-03ea-46b2-8263-c67d3be957cb" providerId="AD" clId="Web-{8B9F3820-0609-D073-BEE7-FA8FBB0A1623}" dt="2019-10-23T09:34:32.395" v="132"/>
          <ac:picMkLst>
            <pc:docMk/>
            <pc:sldMk cId="1647869095" sldId="371"/>
            <ac:picMk id="5" creationId="{34AE39EC-D9F4-4670-ADCA-2D0815CD66FC}"/>
          </ac:picMkLst>
        </pc:picChg>
        <pc:picChg chg="add mod ord modCrop">
          <ac:chgData name="Sadaf Baloch" userId="S::sadaf.baloch@ucp.edu.pk::2cdfe0ab-03ea-46b2-8263-c67d3be957cb" providerId="AD" clId="Web-{8B9F3820-0609-D073-BEE7-FA8FBB0A1623}" dt="2019-10-23T09:35:19.583" v="141" actId="14100"/>
          <ac:picMkLst>
            <pc:docMk/>
            <pc:sldMk cId="1647869095" sldId="371"/>
            <ac:picMk id="6" creationId="{845F5246-F345-45CC-BC7E-4B811F4F5975}"/>
          </ac:picMkLst>
        </pc:picChg>
      </pc:sldChg>
      <pc:sldChg chg="addSp modSp new mod modClrScheme chgLayout">
        <pc:chgData name="Sadaf Baloch" userId="S::sadaf.baloch@ucp.edu.pk::2cdfe0ab-03ea-46b2-8263-c67d3be957cb" providerId="AD" clId="Web-{8B9F3820-0609-D073-BEE7-FA8FBB0A1623}" dt="2019-10-23T09:44:15.272" v="182" actId="1076"/>
        <pc:sldMkLst>
          <pc:docMk/>
          <pc:sldMk cId="2811714225" sldId="372"/>
        </pc:sldMkLst>
        <pc:spChg chg="mod ord">
          <ac:chgData name="Sadaf Baloch" userId="S::sadaf.baloch@ucp.edu.pk::2cdfe0ab-03ea-46b2-8263-c67d3be957cb" providerId="AD" clId="Web-{8B9F3820-0609-D073-BEE7-FA8FBB0A1623}" dt="2019-10-23T09:43:44.100" v="177"/>
          <ac:spMkLst>
            <pc:docMk/>
            <pc:sldMk cId="2811714225" sldId="372"/>
            <ac:spMk id="2" creationId="{84DCAF50-2FBD-454D-B9E3-B4659440F8CF}"/>
          </ac:spMkLst>
        </pc:spChg>
        <pc:spChg chg="mod ord">
          <ac:chgData name="Sadaf Baloch" userId="S::sadaf.baloch@ucp.edu.pk::2cdfe0ab-03ea-46b2-8263-c67d3be957cb" providerId="AD" clId="Web-{8B9F3820-0609-D073-BEE7-FA8FBB0A1623}" dt="2019-10-23T09:43:44.100" v="177"/>
          <ac:spMkLst>
            <pc:docMk/>
            <pc:sldMk cId="2811714225" sldId="372"/>
            <ac:spMk id="3" creationId="{FE88EE53-087A-44CE-8F57-EE2D86695AC9}"/>
          </ac:spMkLst>
        </pc:spChg>
        <pc:spChg chg="add mod ord">
          <ac:chgData name="Sadaf Baloch" userId="S::sadaf.baloch@ucp.edu.pk::2cdfe0ab-03ea-46b2-8263-c67d3be957cb" providerId="AD" clId="Web-{8B9F3820-0609-D073-BEE7-FA8FBB0A1623}" dt="2019-10-23T09:43:44.100" v="177"/>
          <ac:spMkLst>
            <pc:docMk/>
            <pc:sldMk cId="2811714225" sldId="372"/>
            <ac:spMk id="6" creationId="{12D9E69D-61D4-40D6-9AE8-997E8DCDA00B}"/>
          </ac:spMkLst>
        </pc:spChg>
        <pc:picChg chg="add mod modCrop">
          <ac:chgData name="Sadaf Baloch" userId="S::sadaf.baloch@ucp.edu.pk::2cdfe0ab-03ea-46b2-8263-c67d3be957cb" providerId="AD" clId="Web-{8B9F3820-0609-D073-BEE7-FA8FBB0A1623}" dt="2019-10-23T09:44:15.272" v="182" actId="1076"/>
          <ac:picMkLst>
            <pc:docMk/>
            <pc:sldMk cId="2811714225" sldId="372"/>
            <ac:picMk id="4" creationId="{48A3421B-D06B-41CE-91DB-6C04F245FDBD}"/>
          </ac:picMkLst>
        </pc:picChg>
      </pc:sldChg>
      <pc:sldChg chg="addSp delSp modSp add replId">
        <pc:chgData name="Sadaf Baloch" userId="S::sadaf.baloch@ucp.edu.pk::2cdfe0ab-03ea-46b2-8263-c67d3be957cb" providerId="AD" clId="Web-{8B9F3820-0609-D073-BEE7-FA8FBB0A1623}" dt="2019-10-23T09:46:00.304" v="222" actId="20577"/>
        <pc:sldMkLst>
          <pc:docMk/>
          <pc:sldMk cId="16636235" sldId="373"/>
        </pc:sldMkLst>
        <pc:spChg chg="mod">
          <ac:chgData name="Sadaf Baloch" userId="S::sadaf.baloch@ucp.edu.pk::2cdfe0ab-03ea-46b2-8263-c67d3be957cb" providerId="AD" clId="Web-{8B9F3820-0609-D073-BEE7-FA8FBB0A1623}" dt="2019-10-23T09:46:00.304" v="222" actId="20577"/>
          <ac:spMkLst>
            <pc:docMk/>
            <pc:sldMk cId="16636235" sldId="373"/>
            <ac:spMk id="3" creationId="{FE88EE53-087A-44CE-8F57-EE2D86695AC9}"/>
          </ac:spMkLst>
        </pc:spChg>
        <pc:spChg chg="del">
          <ac:chgData name="Sadaf Baloch" userId="S::sadaf.baloch@ucp.edu.pk::2cdfe0ab-03ea-46b2-8263-c67d3be957cb" providerId="AD" clId="Web-{8B9F3820-0609-D073-BEE7-FA8FBB0A1623}" dt="2019-10-23T09:45:31.648" v="184"/>
          <ac:spMkLst>
            <pc:docMk/>
            <pc:sldMk cId="16636235" sldId="373"/>
            <ac:spMk id="6" creationId="{12D9E69D-61D4-40D6-9AE8-997E8DCDA00B}"/>
          </ac:spMkLst>
        </pc:spChg>
        <pc:picChg chg="del">
          <ac:chgData name="Sadaf Baloch" userId="S::sadaf.baloch@ucp.edu.pk::2cdfe0ab-03ea-46b2-8263-c67d3be957cb" providerId="AD" clId="Web-{8B9F3820-0609-D073-BEE7-FA8FBB0A1623}" dt="2019-10-23T09:45:34.819" v="185"/>
          <ac:picMkLst>
            <pc:docMk/>
            <pc:sldMk cId="16636235" sldId="373"/>
            <ac:picMk id="4" creationId="{48A3421B-D06B-41CE-91DB-6C04F245FDBD}"/>
          </ac:picMkLst>
        </pc:picChg>
        <pc:picChg chg="add mod ord">
          <ac:chgData name="Sadaf Baloch" userId="S::sadaf.baloch@ucp.edu.pk::2cdfe0ab-03ea-46b2-8263-c67d3be957cb" providerId="AD" clId="Web-{8B9F3820-0609-D073-BEE7-FA8FBB0A1623}" dt="2019-10-23T09:45:49.101" v="189" actId="14100"/>
          <ac:picMkLst>
            <pc:docMk/>
            <pc:sldMk cId="16636235" sldId="373"/>
            <ac:picMk id="5" creationId="{8400C155-2C54-424E-A97B-2A9FCC78B42D}"/>
          </ac:picMkLst>
        </pc:picChg>
      </pc:sldChg>
      <pc:sldChg chg="addSp delSp modSp add replId">
        <pc:chgData name="Sadaf Baloch" userId="S::sadaf.baloch@ucp.edu.pk::2cdfe0ab-03ea-46b2-8263-c67d3be957cb" providerId="AD" clId="Web-{8B9F3820-0609-D073-BEE7-FA8FBB0A1623}" dt="2019-10-23T09:48:40.914" v="307"/>
        <pc:sldMkLst>
          <pc:docMk/>
          <pc:sldMk cId="2205890853" sldId="374"/>
        </pc:sldMkLst>
        <pc:spChg chg="mod">
          <ac:chgData name="Sadaf Baloch" userId="S::sadaf.baloch@ucp.edu.pk::2cdfe0ab-03ea-46b2-8263-c67d3be957cb" providerId="AD" clId="Web-{8B9F3820-0609-D073-BEE7-FA8FBB0A1623}" dt="2019-10-23T09:48:38.398" v="305" actId="20577"/>
          <ac:spMkLst>
            <pc:docMk/>
            <pc:sldMk cId="2205890853" sldId="374"/>
            <ac:spMk id="3" creationId="{FE88EE53-087A-44CE-8F57-EE2D86695AC9}"/>
          </ac:spMkLst>
        </pc:spChg>
        <pc:spChg chg="add del mod">
          <ac:chgData name="Sadaf Baloch" userId="S::sadaf.baloch@ucp.edu.pk::2cdfe0ab-03ea-46b2-8263-c67d3be957cb" providerId="AD" clId="Web-{8B9F3820-0609-D073-BEE7-FA8FBB0A1623}" dt="2019-10-23T09:48:40.914" v="307"/>
          <ac:spMkLst>
            <pc:docMk/>
            <pc:sldMk cId="2205890853" sldId="374"/>
            <ac:spMk id="6" creationId="{D1CA957D-F19A-405A-BEDB-B70C29A0CECC}"/>
          </ac:spMkLst>
        </pc:spChg>
        <pc:picChg chg="del">
          <ac:chgData name="Sadaf Baloch" userId="S::sadaf.baloch@ucp.edu.pk::2cdfe0ab-03ea-46b2-8263-c67d3be957cb" providerId="AD" clId="Web-{8B9F3820-0609-D073-BEE7-FA8FBB0A1623}" dt="2019-10-23T09:47:43.976" v="289"/>
          <ac:picMkLst>
            <pc:docMk/>
            <pc:sldMk cId="2205890853" sldId="374"/>
            <ac:picMk id="5" creationId="{8400C155-2C54-424E-A97B-2A9FCC78B42D}"/>
          </ac:picMkLst>
        </pc:picChg>
        <pc:picChg chg="add mod ord">
          <ac:chgData name="Sadaf Baloch" userId="S::sadaf.baloch@ucp.edu.pk::2cdfe0ab-03ea-46b2-8263-c67d3be957cb" providerId="AD" clId="Web-{8B9F3820-0609-D073-BEE7-FA8FBB0A1623}" dt="2019-10-23T09:48:40.914" v="307"/>
          <ac:picMkLst>
            <pc:docMk/>
            <pc:sldMk cId="2205890853" sldId="374"/>
            <ac:picMk id="7" creationId="{6D740528-3440-446E-866D-BC864622182C}"/>
          </ac:picMkLst>
        </pc:picChg>
      </pc:sldChg>
      <pc:sldChg chg="add del replId">
        <pc:chgData name="Sadaf Baloch" userId="S::sadaf.baloch@ucp.edu.pk::2cdfe0ab-03ea-46b2-8263-c67d3be957cb" providerId="AD" clId="Web-{8B9F3820-0609-D073-BEE7-FA8FBB0A1623}" dt="2019-10-23T09:50:14.711" v="310"/>
        <pc:sldMkLst>
          <pc:docMk/>
          <pc:sldMk cId="3030829378" sldId="375"/>
        </pc:sldMkLst>
      </pc:sldChg>
      <pc:sldChg chg="addSp delSp modSp add ord replId">
        <pc:chgData name="Sadaf Baloch" userId="S::sadaf.baloch@ucp.edu.pk::2cdfe0ab-03ea-46b2-8263-c67d3be957cb" providerId="AD" clId="Web-{8B9F3820-0609-D073-BEE7-FA8FBB0A1623}" dt="2019-10-23T09:50:47.086" v="315"/>
        <pc:sldMkLst>
          <pc:docMk/>
          <pc:sldMk cId="3662673896" sldId="376"/>
        </pc:sldMkLst>
        <pc:spChg chg="add del mod">
          <ac:chgData name="Sadaf Baloch" userId="S::sadaf.baloch@ucp.edu.pk::2cdfe0ab-03ea-46b2-8263-c67d3be957cb" providerId="AD" clId="Web-{8B9F3820-0609-D073-BEE7-FA8FBB0A1623}" dt="2019-10-23T09:50:31.852" v="312"/>
          <ac:spMkLst>
            <pc:docMk/>
            <pc:sldMk cId="3662673896" sldId="376"/>
            <ac:spMk id="4" creationId="{93D7C418-F3AE-4801-B396-44C2DD0DC5ED}"/>
          </ac:spMkLst>
        </pc:spChg>
        <pc:picChg chg="add mod ord">
          <ac:chgData name="Sadaf Baloch" userId="S::sadaf.baloch@ucp.edu.pk::2cdfe0ab-03ea-46b2-8263-c67d3be957cb" providerId="AD" clId="Web-{8B9F3820-0609-D073-BEE7-FA8FBB0A1623}" dt="2019-10-23T09:50:38.258" v="314" actId="14100"/>
          <ac:picMkLst>
            <pc:docMk/>
            <pc:sldMk cId="3662673896" sldId="376"/>
            <ac:picMk id="5" creationId="{0AF8859E-A27D-4D5F-871F-F50A3B508779}"/>
          </ac:picMkLst>
        </pc:picChg>
        <pc:picChg chg="del">
          <ac:chgData name="Sadaf Baloch" userId="S::sadaf.baloch@ucp.edu.pk::2cdfe0ab-03ea-46b2-8263-c67d3be957cb" providerId="AD" clId="Web-{8B9F3820-0609-D073-BEE7-FA8FBB0A1623}" dt="2019-10-23T09:50:27.883" v="311"/>
          <ac:picMkLst>
            <pc:docMk/>
            <pc:sldMk cId="3662673896" sldId="376"/>
            <ac:picMk id="6" creationId="{845F5246-F345-45CC-BC7E-4B811F4F5975}"/>
          </ac:picMkLst>
        </pc:picChg>
      </pc:sldChg>
    </pc:docChg>
  </pc:docChgLst>
  <pc:docChgLst>
    <pc:chgData name="Sadaf Baloch" userId="S::sadaf.baloch@ucp.edu.pk::2cdfe0ab-03ea-46b2-8263-c67d3be957cb" providerId="AD" clId="Web-{A5B098E5-B82E-AE81-3957-85E24C246330}"/>
    <pc:docChg chg="addSld delSld modSld">
      <pc:chgData name="Sadaf Baloch" userId="S::sadaf.baloch@ucp.edu.pk::2cdfe0ab-03ea-46b2-8263-c67d3be957cb" providerId="AD" clId="Web-{A5B098E5-B82E-AE81-3957-85E24C246330}" dt="2019-10-18T08:38:54.277" v="878" actId="20577"/>
      <pc:docMkLst>
        <pc:docMk/>
      </pc:docMkLst>
      <pc:sldChg chg="modSp">
        <pc:chgData name="Sadaf Baloch" userId="S::sadaf.baloch@ucp.edu.pk::2cdfe0ab-03ea-46b2-8263-c67d3be957cb" providerId="AD" clId="Web-{A5B098E5-B82E-AE81-3957-85E24C246330}" dt="2019-10-18T08:00:04.743" v="452" actId="20577"/>
        <pc:sldMkLst>
          <pc:docMk/>
          <pc:sldMk cId="72287565" sldId="273"/>
        </pc:sldMkLst>
        <pc:spChg chg="mod">
          <ac:chgData name="Sadaf Baloch" userId="S::sadaf.baloch@ucp.edu.pk::2cdfe0ab-03ea-46b2-8263-c67d3be957cb" providerId="AD" clId="Web-{A5B098E5-B82E-AE81-3957-85E24C246330}" dt="2019-10-18T08:00:04.743" v="452" actId="20577"/>
          <ac:spMkLst>
            <pc:docMk/>
            <pc:sldMk cId="72287565" sldId="273"/>
            <ac:spMk id="3" creationId="{00000000-0000-0000-0000-000000000000}"/>
          </ac:spMkLst>
        </pc:spChg>
      </pc:sldChg>
      <pc:sldChg chg="modNotes">
        <pc:chgData name="Sadaf Baloch" userId="S::sadaf.baloch@ucp.edu.pk::2cdfe0ab-03ea-46b2-8263-c67d3be957cb" providerId="AD" clId="Web-{A5B098E5-B82E-AE81-3957-85E24C246330}" dt="2019-10-18T06:05:06.769" v="119"/>
        <pc:sldMkLst>
          <pc:docMk/>
          <pc:sldMk cId="1391127423" sldId="277"/>
        </pc:sldMkLst>
      </pc:sldChg>
      <pc:sldChg chg="modSp addCm">
        <pc:chgData name="Sadaf Baloch" userId="S::sadaf.baloch@ucp.edu.pk::2cdfe0ab-03ea-46b2-8263-c67d3be957cb" providerId="AD" clId="Web-{A5B098E5-B82E-AE81-3957-85E24C246330}" dt="2019-10-18T06:09:27.670" v="146"/>
        <pc:sldMkLst>
          <pc:docMk/>
          <pc:sldMk cId="1182884797" sldId="281"/>
        </pc:sldMkLst>
        <pc:spChg chg="mod">
          <ac:chgData name="Sadaf Baloch" userId="S::sadaf.baloch@ucp.edu.pk::2cdfe0ab-03ea-46b2-8263-c67d3be957cb" providerId="AD" clId="Web-{A5B098E5-B82E-AE81-3957-85E24C246330}" dt="2019-10-18T06:09:02.564" v="144" actId="20577"/>
          <ac:spMkLst>
            <pc:docMk/>
            <pc:sldMk cId="1182884797" sldId="281"/>
            <ac:spMk id="3" creationId="{00000000-0000-0000-0000-000000000000}"/>
          </ac:spMkLst>
        </pc:spChg>
        <pc:picChg chg="mod">
          <ac:chgData name="Sadaf Baloch" userId="S::sadaf.baloch@ucp.edu.pk::2cdfe0ab-03ea-46b2-8263-c67d3be957cb" providerId="AD" clId="Web-{A5B098E5-B82E-AE81-3957-85E24C246330}" dt="2019-10-18T06:08:51.368" v="138" actId="1076"/>
          <ac:picMkLst>
            <pc:docMk/>
            <pc:sldMk cId="1182884797" sldId="281"/>
            <ac:picMk id="5122" creationId="{00000000-0000-0000-0000-000000000000}"/>
          </ac:picMkLst>
        </pc:picChg>
      </pc:sldChg>
      <pc:sldChg chg="mod modShow addCm">
        <pc:chgData name="Sadaf Baloch" userId="S::sadaf.baloch@ucp.edu.pk::2cdfe0ab-03ea-46b2-8263-c67d3be957cb" providerId="AD" clId="Web-{A5B098E5-B82E-AE81-3957-85E24C246330}" dt="2019-10-18T06:05:57.628" v="121"/>
        <pc:sldMkLst>
          <pc:docMk/>
          <pc:sldMk cId="3473537629" sldId="282"/>
        </pc:sldMkLst>
      </pc:sldChg>
      <pc:sldChg chg="mod modShow">
        <pc:chgData name="Sadaf Baloch" userId="S::sadaf.baloch@ucp.edu.pk::2cdfe0ab-03ea-46b2-8263-c67d3be957cb" providerId="AD" clId="Web-{A5B098E5-B82E-AE81-3957-85E24C246330}" dt="2019-10-18T06:06:26.143" v="123"/>
        <pc:sldMkLst>
          <pc:docMk/>
          <pc:sldMk cId="2495111006" sldId="283"/>
        </pc:sldMkLst>
      </pc:sldChg>
      <pc:sldChg chg="mod modShow">
        <pc:chgData name="Sadaf Baloch" userId="S::sadaf.baloch@ucp.edu.pk::2cdfe0ab-03ea-46b2-8263-c67d3be957cb" providerId="AD" clId="Web-{A5B098E5-B82E-AE81-3957-85E24C246330}" dt="2019-10-18T06:06:48.018" v="124"/>
        <pc:sldMkLst>
          <pc:docMk/>
          <pc:sldMk cId="121709368" sldId="284"/>
        </pc:sldMkLst>
      </pc:sldChg>
      <pc:sldChg chg="mod modShow">
        <pc:chgData name="Sadaf Baloch" userId="S::sadaf.baloch@ucp.edu.pk::2cdfe0ab-03ea-46b2-8263-c67d3be957cb" providerId="AD" clId="Web-{A5B098E5-B82E-AE81-3957-85E24C246330}" dt="2019-10-18T06:06:51.080" v="125"/>
        <pc:sldMkLst>
          <pc:docMk/>
          <pc:sldMk cId="2874631306" sldId="285"/>
        </pc:sldMkLst>
      </pc:sldChg>
      <pc:sldChg chg="mod modShow">
        <pc:chgData name="Sadaf Baloch" userId="S::sadaf.baloch@ucp.edu.pk::2cdfe0ab-03ea-46b2-8263-c67d3be957cb" providerId="AD" clId="Web-{A5B098E5-B82E-AE81-3957-85E24C246330}" dt="2019-10-18T06:06:53.080" v="126"/>
        <pc:sldMkLst>
          <pc:docMk/>
          <pc:sldMk cId="2314104444" sldId="286"/>
        </pc:sldMkLst>
      </pc:sldChg>
      <pc:sldChg chg="modSp">
        <pc:chgData name="Sadaf Baloch" userId="S::sadaf.baloch@ucp.edu.pk::2cdfe0ab-03ea-46b2-8263-c67d3be957cb" providerId="AD" clId="Web-{A5B098E5-B82E-AE81-3957-85E24C246330}" dt="2019-10-18T08:16:02.547" v="588" actId="20577"/>
        <pc:sldMkLst>
          <pc:docMk/>
          <pc:sldMk cId="33834468" sldId="287"/>
        </pc:sldMkLst>
        <pc:spChg chg="mod">
          <ac:chgData name="Sadaf Baloch" userId="S::sadaf.baloch@ucp.edu.pk::2cdfe0ab-03ea-46b2-8263-c67d3be957cb" providerId="AD" clId="Web-{A5B098E5-B82E-AE81-3957-85E24C246330}" dt="2019-10-18T08:16:02.547" v="588" actId="20577"/>
          <ac:spMkLst>
            <pc:docMk/>
            <pc:sldMk cId="33834468" sldId="287"/>
            <ac:spMk id="2" creationId="{00000000-0000-0000-0000-000000000000}"/>
          </ac:spMkLst>
        </pc:spChg>
      </pc:sldChg>
      <pc:sldChg chg="modSp modNotes">
        <pc:chgData name="Sadaf Baloch" userId="S::sadaf.baloch@ucp.edu.pk::2cdfe0ab-03ea-46b2-8263-c67d3be957cb" providerId="AD" clId="Web-{A5B098E5-B82E-AE81-3957-85E24C246330}" dt="2019-10-18T08:01:12.197" v="473" actId="20577"/>
        <pc:sldMkLst>
          <pc:docMk/>
          <pc:sldMk cId="102246939" sldId="320"/>
        </pc:sldMkLst>
        <pc:spChg chg="mod">
          <ac:chgData name="Sadaf Baloch" userId="S::sadaf.baloch@ucp.edu.pk::2cdfe0ab-03ea-46b2-8263-c67d3be957cb" providerId="AD" clId="Web-{A5B098E5-B82E-AE81-3957-85E24C246330}" dt="2019-10-18T08:01:12.197" v="473" actId="20577"/>
          <ac:spMkLst>
            <pc:docMk/>
            <pc:sldMk cId="102246939" sldId="320"/>
            <ac:spMk id="3" creationId="{00000000-0000-0000-0000-000000000000}"/>
          </ac:spMkLst>
        </pc:spChg>
      </pc:sldChg>
      <pc:sldChg chg="modSp">
        <pc:chgData name="Sadaf Baloch" userId="S::sadaf.baloch@ucp.edu.pk::2cdfe0ab-03ea-46b2-8263-c67d3be957cb" providerId="AD" clId="Web-{A5B098E5-B82E-AE81-3957-85E24C246330}" dt="2019-10-18T08:03:30.245" v="501" actId="20577"/>
        <pc:sldMkLst>
          <pc:docMk/>
          <pc:sldMk cId="2014780746" sldId="330"/>
        </pc:sldMkLst>
        <pc:spChg chg="mod">
          <ac:chgData name="Sadaf Baloch" userId="S::sadaf.baloch@ucp.edu.pk::2cdfe0ab-03ea-46b2-8263-c67d3be957cb" providerId="AD" clId="Web-{A5B098E5-B82E-AE81-3957-85E24C246330}" dt="2019-10-18T08:03:30.245" v="501" actId="20577"/>
          <ac:spMkLst>
            <pc:docMk/>
            <pc:sldMk cId="2014780746" sldId="330"/>
            <ac:spMk id="3" creationId="{00000000-0000-0000-0000-000000000000}"/>
          </ac:spMkLst>
        </pc:spChg>
      </pc:sldChg>
      <pc:sldChg chg="modSp add del">
        <pc:chgData name="Sadaf Baloch" userId="S::sadaf.baloch@ucp.edu.pk::2cdfe0ab-03ea-46b2-8263-c67d3be957cb" providerId="AD" clId="Web-{A5B098E5-B82E-AE81-3957-85E24C246330}" dt="2019-10-18T08:05:08.058" v="565"/>
        <pc:sldMkLst>
          <pc:docMk/>
          <pc:sldMk cId="1742550510" sldId="331"/>
        </pc:sldMkLst>
        <pc:spChg chg="mod">
          <ac:chgData name="Sadaf Baloch" userId="S::sadaf.baloch@ucp.edu.pk::2cdfe0ab-03ea-46b2-8263-c67d3be957cb" providerId="AD" clId="Web-{A5B098E5-B82E-AE81-3957-85E24C246330}" dt="2019-10-18T08:04:34.370" v="560" actId="20577"/>
          <ac:spMkLst>
            <pc:docMk/>
            <pc:sldMk cId="1742550510" sldId="331"/>
            <ac:spMk id="3" creationId="{00000000-0000-0000-0000-000000000000}"/>
          </ac:spMkLst>
        </pc:spChg>
      </pc:sldChg>
      <pc:sldChg chg="modSp">
        <pc:chgData name="Sadaf Baloch" userId="S::sadaf.baloch@ucp.edu.pk::2cdfe0ab-03ea-46b2-8263-c67d3be957cb" providerId="AD" clId="Web-{A5B098E5-B82E-AE81-3957-85E24C246330}" dt="2019-10-18T08:38:51.152" v="876" actId="20577"/>
        <pc:sldMkLst>
          <pc:docMk/>
          <pc:sldMk cId="2153598616" sldId="333"/>
        </pc:sldMkLst>
        <pc:spChg chg="mod">
          <ac:chgData name="Sadaf Baloch" userId="S::sadaf.baloch@ucp.edu.pk::2cdfe0ab-03ea-46b2-8263-c67d3be957cb" providerId="AD" clId="Web-{A5B098E5-B82E-AE81-3957-85E24C246330}" dt="2019-10-18T08:38:51.152" v="876" actId="20577"/>
          <ac:spMkLst>
            <pc:docMk/>
            <pc:sldMk cId="2153598616" sldId="333"/>
            <ac:spMk id="2" creationId="{00000000-0000-0000-0000-000000000000}"/>
          </ac:spMkLst>
        </pc:spChg>
      </pc:sldChg>
      <pc:sldChg chg="modSp new">
        <pc:chgData name="Sadaf Baloch" userId="S::sadaf.baloch@ucp.edu.pk::2cdfe0ab-03ea-46b2-8263-c67d3be957cb" providerId="AD" clId="Web-{A5B098E5-B82E-AE81-3957-85E24C246330}" dt="2019-10-18T06:04:46.222" v="116" actId="20577"/>
        <pc:sldMkLst>
          <pc:docMk/>
          <pc:sldMk cId="1309216545" sldId="339"/>
        </pc:sldMkLst>
        <pc:spChg chg="mod">
          <ac:chgData name="Sadaf Baloch" userId="S::sadaf.baloch@ucp.edu.pk::2cdfe0ab-03ea-46b2-8263-c67d3be957cb" providerId="AD" clId="Web-{A5B098E5-B82E-AE81-3957-85E24C246330}" dt="2019-10-18T06:04:24.097" v="21" actId="20577"/>
          <ac:spMkLst>
            <pc:docMk/>
            <pc:sldMk cId="1309216545" sldId="339"/>
            <ac:spMk id="2" creationId="{CD8F5DF0-7A2B-48C9-83AE-2F7FFCE87E1B}"/>
          </ac:spMkLst>
        </pc:spChg>
        <pc:spChg chg="mod">
          <ac:chgData name="Sadaf Baloch" userId="S::sadaf.baloch@ucp.edu.pk::2cdfe0ab-03ea-46b2-8263-c67d3be957cb" providerId="AD" clId="Web-{A5B098E5-B82E-AE81-3957-85E24C246330}" dt="2019-10-18T06:04:46.222" v="116" actId="20577"/>
          <ac:spMkLst>
            <pc:docMk/>
            <pc:sldMk cId="1309216545" sldId="339"/>
            <ac:spMk id="3" creationId="{40460628-F240-4B2D-8A7D-1EC48487FF43}"/>
          </ac:spMkLst>
        </pc:spChg>
      </pc:sldChg>
      <pc:sldChg chg="modSp new">
        <pc:chgData name="Sadaf Baloch" userId="S::sadaf.baloch@ucp.edu.pk::2cdfe0ab-03ea-46b2-8263-c67d3be957cb" providerId="AD" clId="Web-{A5B098E5-B82E-AE81-3957-85E24C246330}" dt="2019-10-18T06:15:32.075" v="337" actId="20577"/>
        <pc:sldMkLst>
          <pc:docMk/>
          <pc:sldMk cId="691805078" sldId="340"/>
        </pc:sldMkLst>
        <pc:spChg chg="mod">
          <ac:chgData name="Sadaf Baloch" userId="S::sadaf.baloch@ucp.edu.pk::2cdfe0ab-03ea-46b2-8263-c67d3be957cb" providerId="AD" clId="Web-{A5B098E5-B82E-AE81-3957-85E24C246330}" dt="2019-10-18T06:14:52.418" v="305" actId="20577"/>
          <ac:spMkLst>
            <pc:docMk/>
            <pc:sldMk cId="691805078" sldId="340"/>
            <ac:spMk id="2" creationId="{562FFE70-06EE-4B51-8DC5-B56101956262}"/>
          </ac:spMkLst>
        </pc:spChg>
        <pc:spChg chg="mod">
          <ac:chgData name="Sadaf Baloch" userId="S::sadaf.baloch@ucp.edu.pk::2cdfe0ab-03ea-46b2-8263-c67d3be957cb" providerId="AD" clId="Web-{A5B098E5-B82E-AE81-3957-85E24C246330}" dt="2019-10-18T06:15:32.075" v="337" actId="20577"/>
          <ac:spMkLst>
            <pc:docMk/>
            <pc:sldMk cId="691805078" sldId="340"/>
            <ac:spMk id="3" creationId="{0E113E7D-B892-492B-AAF2-17D1EFEC3CE9}"/>
          </ac:spMkLst>
        </pc:spChg>
      </pc:sldChg>
      <pc:sldChg chg="modSp add replId">
        <pc:chgData name="Sadaf Baloch" userId="S::sadaf.baloch@ucp.edu.pk::2cdfe0ab-03ea-46b2-8263-c67d3be957cb" providerId="AD" clId="Web-{A5B098E5-B82E-AE81-3957-85E24C246330}" dt="2019-10-18T07:56:07.429" v="405" actId="20577"/>
        <pc:sldMkLst>
          <pc:docMk/>
          <pc:sldMk cId="1626755077" sldId="341"/>
        </pc:sldMkLst>
        <pc:spChg chg="mod">
          <ac:chgData name="Sadaf Baloch" userId="S::sadaf.baloch@ucp.edu.pk::2cdfe0ab-03ea-46b2-8263-c67d3be957cb" providerId="AD" clId="Web-{A5B098E5-B82E-AE81-3957-85E24C246330}" dt="2019-10-18T07:56:07.429" v="405" actId="20577"/>
          <ac:spMkLst>
            <pc:docMk/>
            <pc:sldMk cId="1626755077" sldId="341"/>
            <ac:spMk id="3" creationId="{0E113E7D-B892-492B-AAF2-17D1EFEC3CE9}"/>
          </ac:spMkLst>
        </pc:spChg>
      </pc:sldChg>
      <pc:sldChg chg="modSp add replId">
        <pc:chgData name="Sadaf Baloch" userId="S::sadaf.baloch@ucp.edu.pk::2cdfe0ab-03ea-46b2-8263-c67d3be957cb" providerId="AD" clId="Web-{A5B098E5-B82E-AE81-3957-85E24C246330}" dt="2019-10-18T07:59:05.946" v="413" actId="20577"/>
        <pc:sldMkLst>
          <pc:docMk/>
          <pc:sldMk cId="158570997" sldId="342"/>
        </pc:sldMkLst>
        <pc:spChg chg="mod">
          <ac:chgData name="Sadaf Baloch" userId="S::sadaf.baloch@ucp.edu.pk::2cdfe0ab-03ea-46b2-8263-c67d3be957cb" providerId="AD" clId="Web-{A5B098E5-B82E-AE81-3957-85E24C246330}" dt="2019-10-18T07:59:05.946" v="413" actId="20577"/>
          <ac:spMkLst>
            <pc:docMk/>
            <pc:sldMk cId="158570997" sldId="342"/>
            <ac:spMk id="3" creationId="{0E113E7D-B892-492B-AAF2-17D1EFEC3CE9}"/>
          </ac:spMkLst>
        </pc:spChg>
      </pc:sldChg>
      <pc:sldChg chg="modSp add replId">
        <pc:chgData name="Sadaf Baloch" userId="S::sadaf.baloch@ucp.edu.pk::2cdfe0ab-03ea-46b2-8263-c67d3be957cb" providerId="AD" clId="Web-{A5B098E5-B82E-AE81-3957-85E24C246330}" dt="2019-10-18T08:04:17.495" v="555" actId="20577"/>
        <pc:sldMkLst>
          <pc:docMk/>
          <pc:sldMk cId="2255657947" sldId="343"/>
        </pc:sldMkLst>
        <pc:spChg chg="mod">
          <ac:chgData name="Sadaf Baloch" userId="S::sadaf.baloch@ucp.edu.pk::2cdfe0ab-03ea-46b2-8263-c67d3be957cb" providerId="AD" clId="Web-{A5B098E5-B82E-AE81-3957-85E24C246330}" dt="2019-10-18T08:04:17.495" v="555" actId="20577"/>
          <ac:spMkLst>
            <pc:docMk/>
            <pc:sldMk cId="2255657947" sldId="343"/>
            <ac:spMk id="3" creationId="{00000000-0000-0000-0000-000000000000}"/>
          </ac:spMkLst>
        </pc:spChg>
      </pc:sldChg>
      <pc:sldChg chg="addSp modSp new">
        <pc:chgData name="Sadaf Baloch" userId="S::sadaf.baloch@ucp.edu.pk::2cdfe0ab-03ea-46b2-8263-c67d3be957cb" providerId="AD" clId="Web-{A5B098E5-B82E-AE81-3957-85E24C246330}" dt="2019-10-18T08:30:02.679" v="848" actId="20577"/>
        <pc:sldMkLst>
          <pc:docMk/>
          <pc:sldMk cId="1936144255" sldId="344"/>
        </pc:sldMkLst>
        <pc:spChg chg="mod">
          <ac:chgData name="Sadaf Baloch" userId="S::sadaf.baloch@ucp.edu.pk::2cdfe0ab-03ea-46b2-8263-c67d3be957cb" providerId="AD" clId="Web-{A5B098E5-B82E-AE81-3957-85E24C246330}" dt="2019-10-18T08:23:01.427" v="597" actId="20577"/>
          <ac:spMkLst>
            <pc:docMk/>
            <pc:sldMk cId="1936144255" sldId="344"/>
            <ac:spMk id="2" creationId="{BE339DCB-D708-4D80-91EC-671B76DE18D7}"/>
          </ac:spMkLst>
        </pc:spChg>
        <pc:spChg chg="mod">
          <ac:chgData name="Sadaf Baloch" userId="S::sadaf.baloch@ucp.edu.pk::2cdfe0ab-03ea-46b2-8263-c67d3be957cb" providerId="AD" clId="Web-{A5B098E5-B82E-AE81-3957-85E24C246330}" dt="2019-10-18T08:30:02.679" v="848" actId="20577"/>
          <ac:spMkLst>
            <pc:docMk/>
            <pc:sldMk cId="1936144255" sldId="344"/>
            <ac:spMk id="3" creationId="{C219B5DD-57F0-48D6-9492-54EE45876655}"/>
          </ac:spMkLst>
        </pc:spChg>
        <pc:picChg chg="add mod">
          <ac:chgData name="Sadaf Baloch" userId="S::sadaf.baloch@ucp.edu.pk::2cdfe0ab-03ea-46b2-8263-c67d3be957cb" providerId="AD" clId="Web-{A5B098E5-B82E-AE81-3957-85E24C246330}" dt="2019-10-18T08:26:33.693" v="782" actId="14100"/>
          <ac:picMkLst>
            <pc:docMk/>
            <pc:sldMk cId="1936144255" sldId="344"/>
            <ac:picMk id="4" creationId="{EA0EFDD1-75CE-4822-AE94-C9526151236E}"/>
          </ac:picMkLst>
        </pc:picChg>
      </pc:sldChg>
      <pc:sldChg chg="addSp delSp modSp new">
        <pc:chgData name="Sadaf Baloch" userId="S::sadaf.baloch@ucp.edu.pk::2cdfe0ab-03ea-46b2-8263-c67d3be957cb" providerId="AD" clId="Web-{A5B098E5-B82E-AE81-3957-85E24C246330}" dt="2019-10-18T08:26:19.302" v="778"/>
        <pc:sldMkLst>
          <pc:docMk/>
          <pc:sldMk cId="2959462768" sldId="345"/>
        </pc:sldMkLst>
        <pc:spChg chg="mod">
          <ac:chgData name="Sadaf Baloch" userId="S::sadaf.baloch@ucp.edu.pk::2cdfe0ab-03ea-46b2-8263-c67d3be957cb" providerId="AD" clId="Web-{A5B098E5-B82E-AE81-3957-85E24C246330}" dt="2019-10-18T08:23:22.973" v="629" actId="20577"/>
          <ac:spMkLst>
            <pc:docMk/>
            <pc:sldMk cId="2959462768" sldId="345"/>
            <ac:spMk id="2" creationId="{B45F0EF1-94C0-4FE8-BE0F-A755486F0BAA}"/>
          </ac:spMkLst>
        </pc:spChg>
        <pc:spChg chg="mod">
          <ac:chgData name="Sadaf Baloch" userId="S::sadaf.baloch@ucp.edu.pk::2cdfe0ab-03ea-46b2-8263-c67d3be957cb" providerId="AD" clId="Web-{A5B098E5-B82E-AE81-3957-85E24C246330}" dt="2019-10-18T08:25:03.317" v="640" actId="20577"/>
          <ac:spMkLst>
            <pc:docMk/>
            <pc:sldMk cId="2959462768" sldId="345"/>
            <ac:spMk id="3" creationId="{4712E25E-90D1-4842-9E76-4D8873CEFE3D}"/>
          </ac:spMkLst>
        </pc:spChg>
        <pc:picChg chg="add del mod">
          <ac:chgData name="Sadaf Baloch" userId="S::sadaf.baloch@ucp.edu.pk::2cdfe0ab-03ea-46b2-8263-c67d3be957cb" providerId="AD" clId="Web-{A5B098E5-B82E-AE81-3957-85E24C246330}" dt="2019-10-18T08:25:09.521" v="644"/>
          <ac:picMkLst>
            <pc:docMk/>
            <pc:sldMk cId="2959462768" sldId="345"/>
            <ac:picMk id="4" creationId="{10ADB5BA-254A-453D-A23B-A8FB8D806309}"/>
          </ac:picMkLst>
        </pc:picChg>
        <pc:picChg chg="add del mod">
          <ac:chgData name="Sadaf Baloch" userId="S::sadaf.baloch@ucp.edu.pk::2cdfe0ab-03ea-46b2-8263-c67d3be957cb" providerId="AD" clId="Web-{A5B098E5-B82E-AE81-3957-85E24C246330}" dt="2019-10-18T08:26:19.302" v="778"/>
          <ac:picMkLst>
            <pc:docMk/>
            <pc:sldMk cId="2959462768" sldId="345"/>
            <ac:picMk id="6" creationId="{5E900199-C5F9-4E76-AD9C-9CD64DADE298}"/>
          </ac:picMkLst>
        </pc:picChg>
      </pc:sldChg>
      <pc:sldChg chg="modSp new">
        <pc:chgData name="Sadaf Baloch" userId="S::sadaf.baloch@ucp.edu.pk::2cdfe0ab-03ea-46b2-8263-c67d3be957cb" providerId="AD" clId="Web-{A5B098E5-B82E-AE81-3957-85E24C246330}" dt="2019-10-18T08:28:24.913" v="821" actId="20577"/>
        <pc:sldMkLst>
          <pc:docMk/>
          <pc:sldMk cId="4252279048" sldId="346"/>
        </pc:sldMkLst>
        <pc:spChg chg="mod">
          <ac:chgData name="Sadaf Baloch" userId="S::sadaf.baloch@ucp.edu.pk::2cdfe0ab-03ea-46b2-8263-c67d3be957cb" providerId="AD" clId="Web-{A5B098E5-B82E-AE81-3957-85E24C246330}" dt="2019-10-18T08:27:42.678" v="794" actId="20577"/>
          <ac:spMkLst>
            <pc:docMk/>
            <pc:sldMk cId="4252279048" sldId="346"/>
            <ac:spMk id="2" creationId="{6B78934E-A9A1-477D-B534-3539EC50649A}"/>
          </ac:spMkLst>
        </pc:spChg>
        <pc:spChg chg="mod">
          <ac:chgData name="Sadaf Baloch" userId="S::sadaf.baloch@ucp.edu.pk::2cdfe0ab-03ea-46b2-8263-c67d3be957cb" providerId="AD" clId="Web-{A5B098E5-B82E-AE81-3957-85E24C246330}" dt="2019-10-18T08:28:24.913" v="821" actId="20577"/>
          <ac:spMkLst>
            <pc:docMk/>
            <pc:sldMk cId="4252279048" sldId="346"/>
            <ac:spMk id="3" creationId="{B6A8A2B4-5045-4688-BE77-D7CB8D9EFB7E}"/>
          </ac:spMkLst>
        </pc:spChg>
      </pc:sldChg>
      <pc:sldChg chg="addSp delSp modSp new">
        <pc:chgData name="Sadaf Baloch" userId="S::sadaf.baloch@ucp.edu.pk::2cdfe0ab-03ea-46b2-8263-c67d3be957cb" providerId="AD" clId="Web-{A5B098E5-B82E-AE81-3957-85E24C246330}" dt="2019-10-18T08:38:21.714" v="873" actId="1076"/>
        <pc:sldMkLst>
          <pc:docMk/>
          <pc:sldMk cId="1227065978" sldId="347"/>
        </pc:sldMkLst>
        <pc:spChg chg="mod">
          <ac:chgData name="Sadaf Baloch" userId="S::sadaf.baloch@ucp.edu.pk::2cdfe0ab-03ea-46b2-8263-c67d3be957cb" providerId="AD" clId="Web-{A5B098E5-B82E-AE81-3957-85E24C246330}" dt="2019-10-18T08:35:56.416" v="864" actId="20577"/>
          <ac:spMkLst>
            <pc:docMk/>
            <pc:sldMk cId="1227065978" sldId="347"/>
            <ac:spMk id="2" creationId="{4A23CA10-64CD-4D53-9718-EE66A991046E}"/>
          </ac:spMkLst>
        </pc:spChg>
        <pc:spChg chg="del">
          <ac:chgData name="Sadaf Baloch" userId="S::sadaf.baloch@ucp.edu.pk::2cdfe0ab-03ea-46b2-8263-c67d3be957cb" providerId="AD" clId="Web-{A5B098E5-B82E-AE81-3957-85E24C246330}" dt="2019-10-18T08:36:00.026" v="867"/>
          <ac:spMkLst>
            <pc:docMk/>
            <pc:sldMk cId="1227065978" sldId="347"/>
            <ac:spMk id="3" creationId="{5B01CB92-E138-434F-B52F-4F80D9528DE3}"/>
          </ac:spMkLst>
        </pc:spChg>
        <pc:picChg chg="add mod ord">
          <ac:chgData name="Sadaf Baloch" userId="S::sadaf.baloch@ucp.edu.pk::2cdfe0ab-03ea-46b2-8263-c67d3be957cb" providerId="AD" clId="Web-{A5B098E5-B82E-AE81-3957-85E24C246330}" dt="2019-10-18T08:36:07.401" v="869" actId="14100"/>
          <ac:picMkLst>
            <pc:docMk/>
            <pc:sldMk cId="1227065978" sldId="347"/>
            <ac:picMk id="4" creationId="{90B778E2-C5A6-4592-ADCB-8DA23FBD2C5C}"/>
          </ac:picMkLst>
        </pc:picChg>
        <pc:picChg chg="add mod">
          <ac:chgData name="Sadaf Baloch" userId="S::sadaf.baloch@ucp.edu.pk::2cdfe0ab-03ea-46b2-8263-c67d3be957cb" providerId="AD" clId="Web-{A5B098E5-B82E-AE81-3957-85E24C246330}" dt="2019-10-18T08:38:21.714" v="873" actId="1076"/>
          <ac:picMkLst>
            <pc:docMk/>
            <pc:sldMk cId="1227065978" sldId="347"/>
            <ac:picMk id="6" creationId="{DB734A0A-8F62-430D-83A9-AB71433B5163}"/>
          </ac:picMkLst>
        </pc:picChg>
      </pc:sldChg>
    </pc:docChg>
  </pc:docChgLst>
  <pc:docChgLst>
    <pc:chgData name="Rubab Javaid" userId="S::rubabjavaid@ucp.edu.pk::f843fb4d-260f-4f2e-a9e2-c9f7ed1ef3b5" providerId="AD" clId="Web-{8A82629B-FE24-4B7D-C86E-036451962E06}"/>
    <pc:docChg chg="delSld modSld">
      <pc:chgData name="Rubab Javaid" userId="S::rubabjavaid@ucp.edu.pk::f843fb4d-260f-4f2e-a9e2-c9f7ed1ef3b5" providerId="AD" clId="Web-{8A82629B-FE24-4B7D-C86E-036451962E06}" dt="2019-10-23T17:37:26.553" v="311"/>
      <pc:docMkLst>
        <pc:docMk/>
      </pc:docMkLst>
      <pc:sldChg chg="del">
        <pc:chgData name="Rubab Javaid" userId="S::rubabjavaid@ucp.edu.pk::f843fb4d-260f-4f2e-a9e2-c9f7ed1ef3b5" providerId="AD" clId="Web-{8A82629B-FE24-4B7D-C86E-036451962E06}" dt="2019-10-23T17:37:26.553" v="311"/>
        <pc:sldMkLst>
          <pc:docMk/>
          <pc:sldMk cId="3677017141" sldId="355"/>
        </pc:sldMkLst>
      </pc:sldChg>
      <pc:sldChg chg="modSp">
        <pc:chgData name="Rubab Javaid" userId="S::rubabjavaid@ucp.edu.pk::f843fb4d-260f-4f2e-a9e2-c9f7ed1ef3b5" providerId="AD" clId="Web-{8A82629B-FE24-4B7D-C86E-036451962E06}" dt="2019-10-23T17:36:58.084" v="309" actId="20577"/>
        <pc:sldMkLst>
          <pc:docMk/>
          <pc:sldMk cId="75204842" sldId="364"/>
        </pc:sldMkLst>
        <pc:spChg chg="mod">
          <ac:chgData name="Rubab Javaid" userId="S::rubabjavaid@ucp.edu.pk::f843fb4d-260f-4f2e-a9e2-c9f7ed1ef3b5" providerId="AD" clId="Web-{8A82629B-FE24-4B7D-C86E-036451962E06}" dt="2019-10-23T17:36:58.084" v="309" actId="20577"/>
          <ac:spMkLst>
            <pc:docMk/>
            <pc:sldMk cId="75204842" sldId="364"/>
            <ac:spMk id="3" creationId="{F090E2A8-6569-4EE2-AAC2-6D441BA81A39}"/>
          </ac:spMkLst>
        </pc:spChg>
      </pc:sldChg>
      <pc:sldChg chg="modSp">
        <pc:chgData name="Rubab Javaid" userId="S::rubabjavaid@ucp.edu.pk::f843fb4d-260f-4f2e-a9e2-c9f7ed1ef3b5" providerId="AD" clId="Web-{8A82629B-FE24-4B7D-C86E-036451962E06}" dt="2019-10-23T17:35:48.210" v="212" actId="20577"/>
        <pc:sldMkLst>
          <pc:docMk/>
          <pc:sldMk cId="1323021317" sldId="366"/>
        </pc:sldMkLst>
        <pc:spChg chg="mod">
          <ac:chgData name="Rubab Javaid" userId="S::rubabjavaid@ucp.edu.pk::f843fb4d-260f-4f2e-a9e2-c9f7ed1ef3b5" providerId="AD" clId="Web-{8A82629B-FE24-4B7D-C86E-036451962E06}" dt="2019-10-23T17:35:48.210" v="212" actId="20577"/>
          <ac:spMkLst>
            <pc:docMk/>
            <pc:sldMk cId="1323021317" sldId="366"/>
            <ac:spMk id="3" creationId="{01446C58-5243-4AAA-8F71-B2315088E9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6BF83A-216F-4208-BE74-07046102302F}" type="datetimeFigureOut">
              <a:rPr lang="en-US" smtClean="0"/>
              <a:t>10/20/2025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E2B17D-D1E4-46FC-91FC-F57F8469F8A9}" type="slidenum">
              <a:rPr lang="en-US" smtClean="0"/>
              <a:t>‹#›</a:t>
            </a:fld>
            <a:endParaRPr lang="en-US"/>
          </a:p>
        </p:txBody>
      </p:sp>
    </p:spTree>
    <p:extLst>
      <p:ext uri="{BB962C8B-B14F-4D97-AF65-F5344CB8AC3E}">
        <p14:creationId xmlns:p14="http://schemas.microsoft.com/office/powerpoint/2010/main" val="2762163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stick to the protocol, no matter if some groups are able to complete it or not. They may complete it later and submit in the next class. </a:t>
            </a:r>
          </a:p>
        </p:txBody>
      </p:sp>
      <p:sp>
        <p:nvSpPr>
          <p:cNvPr id="4" name="Slide Number Placeholder 3"/>
          <p:cNvSpPr>
            <a:spLocks noGrp="1"/>
          </p:cNvSpPr>
          <p:nvPr>
            <p:ph type="sldNum" sz="quarter" idx="5"/>
          </p:nvPr>
        </p:nvSpPr>
        <p:spPr/>
        <p:txBody>
          <a:bodyPr/>
          <a:lstStyle/>
          <a:p>
            <a:fld id="{84E2B17D-D1E4-46FC-91FC-F57F8469F8A9}" type="slidenum">
              <a:rPr lang="en-US" smtClean="0"/>
              <a:t>2</a:t>
            </a:fld>
            <a:endParaRPr lang="en-US"/>
          </a:p>
        </p:txBody>
      </p:sp>
    </p:spTree>
    <p:extLst>
      <p:ext uri="{BB962C8B-B14F-4D97-AF65-F5344CB8AC3E}">
        <p14:creationId xmlns:p14="http://schemas.microsoft.com/office/powerpoint/2010/main" val="3016807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 also not that good at drawing, so my sketches are very crude. But that's the point! Low-fidelity prototypes, such as sketches should be simple and easy to replicate, as well as translate and flow ideas easily into the audience.</a:t>
            </a:r>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5</a:t>
            </a:fld>
            <a:endParaRPr lang="en-US"/>
          </a:p>
        </p:txBody>
      </p:sp>
    </p:spTree>
    <p:extLst>
      <p:ext uri="{BB962C8B-B14F-4D97-AF65-F5344CB8AC3E}">
        <p14:creationId xmlns:p14="http://schemas.microsoft.com/office/powerpoint/2010/main" val="4219742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board is scenario</a:t>
            </a:r>
            <a:r>
              <a:rPr lang="en-US" baseline="0" dirty="0"/>
              <a:t> based and is in sequence. Sketching is mostly used for designing user interface , it is stand alone and not part of a series. It contains all possible details. </a:t>
            </a:r>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6</a:t>
            </a:fld>
            <a:endParaRPr lang="en-US"/>
          </a:p>
        </p:txBody>
      </p:sp>
    </p:spTree>
    <p:extLst>
      <p:ext uri="{BB962C8B-B14F-4D97-AF65-F5344CB8AC3E}">
        <p14:creationId xmlns:p14="http://schemas.microsoft.com/office/powerpoint/2010/main" val="374003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first storyboard shows a stick figure waking up by it's alarm clock. His goal is to navigate across the three application and widget that he routinely visits every time in the morning. I don't think I see any problem at all here</a:t>
            </a:r>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9</a:t>
            </a:fld>
            <a:endParaRPr lang="en-US"/>
          </a:p>
        </p:txBody>
      </p:sp>
    </p:spTree>
    <p:extLst>
      <p:ext uri="{BB962C8B-B14F-4D97-AF65-F5344CB8AC3E}">
        <p14:creationId xmlns:p14="http://schemas.microsoft.com/office/powerpoint/2010/main" val="3621267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5E5E5E"/>
                </a:solidFill>
                <a:effectLst/>
                <a:latin typeface="Open Sans"/>
              </a:rPr>
              <a:t>Age</a:t>
            </a:r>
            <a:r>
              <a:rPr lang="en-US" b="0" i="0" dirty="0">
                <a:solidFill>
                  <a:srgbClr val="5E5E5E"/>
                </a:solidFill>
                <a:effectLst/>
                <a:latin typeface="Open Sans"/>
              </a:rPr>
              <a:t> – What is the general age range of your current customers? Knowing this data will help you when choosing your target segment in social media ads.</a:t>
            </a:r>
          </a:p>
          <a:p>
            <a:pPr algn="l">
              <a:buFont typeface="Arial" panose="020B0604020202020204" pitchFamily="34" charset="0"/>
              <a:buChar char="•"/>
            </a:pPr>
            <a:r>
              <a:rPr lang="en-US" b="1" i="0" dirty="0">
                <a:solidFill>
                  <a:srgbClr val="5E5E5E"/>
                </a:solidFill>
                <a:effectLst/>
                <a:latin typeface="Open Sans"/>
              </a:rPr>
              <a:t>Gender</a:t>
            </a:r>
            <a:r>
              <a:rPr lang="en-US" b="0" i="0" dirty="0">
                <a:solidFill>
                  <a:srgbClr val="5E5E5E"/>
                </a:solidFill>
                <a:effectLst/>
                <a:latin typeface="Open Sans"/>
              </a:rPr>
              <a:t> – Are your current customers mostly male or female? This will help you better understand their specific needs and wants that are perhaps unique to their gender.</a:t>
            </a:r>
          </a:p>
          <a:p>
            <a:pPr algn="l">
              <a:buFont typeface="Arial" panose="020B0604020202020204" pitchFamily="34" charset="0"/>
              <a:buChar char="•"/>
            </a:pPr>
            <a:r>
              <a:rPr lang="en-US" b="1" i="0" dirty="0">
                <a:solidFill>
                  <a:srgbClr val="5E5E5E"/>
                </a:solidFill>
                <a:effectLst/>
                <a:latin typeface="Open Sans"/>
              </a:rPr>
              <a:t>Income</a:t>
            </a:r>
            <a:r>
              <a:rPr lang="en-US" b="0" i="0" dirty="0">
                <a:solidFill>
                  <a:srgbClr val="5E5E5E"/>
                </a:solidFill>
                <a:effectLst/>
                <a:latin typeface="Open Sans"/>
              </a:rPr>
              <a:t> – How much money do your customers have to spend on your products or services? Are they able to make repeat purchases or do they need to save up for your product? Are there any financial barriers that you need to address?</a:t>
            </a:r>
          </a:p>
          <a:p>
            <a:pPr algn="l">
              <a:buFont typeface="Arial" panose="020B0604020202020204" pitchFamily="34" charset="0"/>
              <a:buChar char="•"/>
            </a:pPr>
            <a:r>
              <a:rPr lang="en-US" b="1" i="0" dirty="0">
                <a:solidFill>
                  <a:srgbClr val="5E5E5E"/>
                </a:solidFill>
                <a:effectLst/>
                <a:latin typeface="Open Sans"/>
              </a:rPr>
              <a:t>Location</a:t>
            </a:r>
            <a:r>
              <a:rPr lang="en-US" b="0" i="0" dirty="0">
                <a:solidFill>
                  <a:srgbClr val="5E5E5E"/>
                </a:solidFill>
                <a:effectLst/>
                <a:latin typeface="Open Sans"/>
              </a:rPr>
              <a:t> – Where do your customers live and what time zone are they in? What are some cultural issues that are unique to their location (</a:t>
            </a:r>
            <a:r>
              <a:rPr lang="en-US" b="0" i="0" dirty="0" err="1">
                <a:solidFill>
                  <a:srgbClr val="5E5E5E"/>
                </a:solidFill>
                <a:effectLst/>
                <a:latin typeface="Open Sans"/>
              </a:rPr>
              <a:t>ie</a:t>
            </a:r>
            <a:r>
              <a:rPr lang="en-US" b="0" i="0" dirty="0">
                <a:solidFill>
                  <a:srgbClr val="5E5E5E"/>
                </a:solidFill>
                <a:effectLst/>
                <a:latin typeface="Open Sans"/>
              </a:rPr>
              <a:t> products targeting American football versus real football</a:t>
            </a:r>
          </a:p>
          <a:p>
            <a:pPr algn="l">
              <a:buFont typeface="Arial" panose="020B0604020202020204" pitchFamily="34" charset="0"/>
              <a:buChar char="•"/>
            </a:pPr>
            <a:r>
              <a:rPr lang="en-US" b="1" i="0" dirty="0">
                <a:solidFill>
                  <a:srgbClr val="5E5E5E"/>
                </a:solidFill>
                <a:effectLst/>
                <a:latin typeface="Open Sans"/>
              </a:rPr>
              <a:t>Behavior</a:t>
            </a:r>
            <a:r>
              <a:rPr lang="en-US" b="0" i="0" dirty="0">
                <a:solidFill>
                  <a:srgbClr val="5E5E5E"/>
                </a:solidFill>
                <a:effectLst/>
                <a:latin typeface="Open Sans"/>
              </a:rPr>
              <a:t> – How do your customers hang out online? Which pages or brands do they follow and what is their preferred social media platform? What kinds of content do they consume and can you incorporate that into your content marketing strategy?</a:t>
            </a:r>
          </a:p>
          <a:p>
            <a:pPr algn="l">
              <a:buFont typeface="Arial" panose="020B0604020202020204" pitchFamily="34" charset="0"/>
              <a:buChar char="•"/>
            </a:pPr>
            <a:r>
              <a:rPr lang="en-US" b="1" i="0" dirty="0">
                <a:solidFill>
                  <a:srgbClr val="5E5E5E"/>
                </a:solidFill>
                <a:effectLst/>
                <a:latin typeface="Open Sans"/>
              </a:rPr>
              <a:t>Lifestyle</a:t>
            </a:r>
            <a:r>
              <a:rPr lang="en-US" b="0" i="0" dirty="0">
                <a:solidFill>
                  <a:srgbClr val="5E5E5E"/>
                </a:solidFill>
                <a:effectLst/>
                <a:latin typeface="Open Sans"/>
              </a:rPr>
              <a:t> – How do your customers spend their free time? What kinds of products or services do they need to support those hobbies?</a:t>
            </a:r>
          </a:p>
          <a:p>
            <a:pPr algn="l">
              <a:buFont typeface="Arial" panose="020B0604020202020204" pitchFamily="34" charset="0"/>
              <a:buChar char="•"/>
            </a:pPr>
            <a:r>
              <a:rPr lang="en-US" b="1" i="0" dirty="0">
                <a:solidFill>
                  <a:srgbClr val="5E5E5E"/>
                </a:solidFill>
                <a:effectLst/>
                <a:latin typeface="Open Sans"/>
              </a:rPr>
              <a:t>Values</a:t>
            </a:r>
            <a:r>
              <a:rPr lang="en-US" b="0" i="0" dirty="0">
                <a:solidFill>
                  <a:srgbClr val="5E5E5E"/>
                </a:solidFill>
                <a:effectLst/>
                <a:latin typeface="Open Sans"/>
              </a:rPr>
              <a:t> – What are their general beliefs and values? Does this influence their brand loyalty, where they purchase products or what kinds of products they purchase</a:t>
            </a:r>
          </a:p>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22</a:t>
            </a:fld>
            <a:endParaRPr lang="en-US"/>
          </a:p>
        </p:txBody>
      </p:sp>
    </p:spTree>
    <p:extLst>
      <p:ext uri="{BB962C8B-B14F-4D97-AF65-F5344CB8AC3E}">
        <p14:creationId xmlns:p14="http://schemas.microsoft.com/office/powerpoint/2010/main" val="1939671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User classes will differ based on the type of software you are writing, and the audience it is designed for. For example, I created a database application which had two user classes: traders and administrators.</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25</a:t>
            </a:fld>
            <a:endParaRPr lang="en-US"/>
          </a:p>
        </p:txBody>
      </p:sp>
    </p:spTree>
    <p:extLst>
      <p:ext uri="{BB962C8B-B14F-4D97-AF65-F5344CB8AC3E}">
        <p14:creationId xmlns:p14="http://schemas.microsoft.com/office/powerpoint/2010/main" val="167806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29</a:t>
            </a:fld>
            <a:endParaRPr lang="en-US"/>
          </a:p>
        </p:txBody>
      </p:sp>
    </p:spTree>
    <p:extLst>
      <p:ext uri="{BB962C8B-B14F-4D97-AF65-F5344CB8AC3E}">
        <p14:creationId xmlns:p14="http://schemas.microsoft.com/office/powerpoint/2010/main" val="185901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Seller &amp; buyer, buyer-&gt; boys and </a:t>
            </a:r>
            <a:r>
              <a:rPr lang="en-US" dirty="0" err="1"/>
              <a:t>girks</a:t>
            </a:r>
            <a:r>
              <a:rPr lang="en-US" dirty="0">
                <a:sym typeface="Wingdings" panose="05000000000000000000" pitchFamily="2" charset="2"/>
              </a:rPr>
              <a:t> boys need efficiency and effectiveness. Girls need?? Learnability same. </a:t>
            </a:r>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30</a:t>
            </a:fld>
            <a:endParaRPr lang="en-US"/>
          </a:p>
        </p:txBody>
      </p:sp>
    </p:spTree>
    <p:extLst>
      <p:ext uri="{BB962C8B-B14F-4D97-AF65-F5344CB8AC3E}">
        <p14:creationId xmlns:p14="http://schemas.microsoft.com/office/powerpoint/2010/main" val="3079024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34</a:t>
            </a:fld>
            <a:endParaRPr lang="en-US"/>
          </a:p>
        </p:txBody>
      </p:sp>
    </p:spTree>
    <p:extLst>
      <p:ext uri="{BB962C8B-B14F-4D97-AF65-F5344CB8AC3E}">
        <p14:creationId xmlns:p14="http://schemas.microsoft.com/office/powerpoint/2010/main" val="3490801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35</a:t>
            </a:fld>
            <a:endParaRPr lang="en-US"/>
          </a:p>
        </p:txBody>
      </p:sp>
    </p:spTree>
    <p:extLst>
      <p:ext uri="{BB962C8B-B14F-4D97-AF65-F5344CB8AC3E}">
        <p14:creationId xmlns:p14="http://schemas.microsoft.com/office/powerpoint/2010/main" val="1590383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43DC809B-8B90-4719-85AD-028366CCF037}" type="datetimeFigureOut">
              <a:rPr lang="en-US" smtClean="0"/>
              <a:t>10/20/2025</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770BD36D-CB3D-4FAA-9E11-1E8960B6FEFB}" type="slidenum">
              <a:rPr lang="en-US" smtClean="0"/>
              <a:t>‹#›</a:t>
            </a:fld>
            <a:endParaRPr lang="en-US"/>
          </a:p>
        </p:txBody>
      </p:sp>
    </p:spTree>
    <p:extLst>
      <p:ext uri="{BB962C8B-B14F-4D97-AF65-F5344CB8AC3E}">
        <p14:creationId xmlns:p14="http://schemas.microsoft.com/office/powerpoint/2010/main" val="1285140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DC809B-8B90-4719-85AD-028366CCF037}"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1681830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3DC809B-8B90-4719-85AD-028366CCF037}"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515429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3DC809B-8B90-4719-85AD-028366CCF037}"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2382681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DC809B-8B90-4719-85AD-028366CCF037}" type="datetimeFigureOut">
              <a:rPr lang="en-US" smtClean="0"/>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1680713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DC809B-8B90-4719-85AD-028366CCF037}" type="datetimeFigureOut">
              <a:rPr lang="en-US" smtClean="0"/>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255545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DC809B-8B90-4719-85AD-028366CCF037}" type="datetimeFigureOut">
              <a:rPr lang="en-US" smtClean="0"/>
              <a:t>10/20/2025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3752977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fld id="{43DC809B-8B90-4719-85AD-028366CCF037}"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770BD36D-CB3D-4FAA-9E11-1E8960B6FEFB}" type="slidenum">
              <a:rPr lang="en-US" smtClean="0"/>
              <a:t>‹#›</a:t>
            </a:fld>
            <a:endParaRPr lang="en-US"/>
          </a:p>
        </p:txBody>
      </p:sp>
    </p:spTree>
    <p:extLst>
      <p:ext uri="{BB962C8B-B14F-4D97-AF65-F5344CB8AC3E}">
        <p14:creationId xmlns:p14="http://schemas.microsoft.com/office/powerpoint/2010/main" val="536063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43DC809B-8B90-4719-85AD-028366CCF037}" type="datetimeFigureOut">
              <a:rPr lang="en-US" smtClean="0"/>
              <a:t>10/20/2025</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770BD36D-CB3D-4FAA-9E11-1E8960B6FEFB}" type="slidenum">
              <a:rPr lang="en-US" smtClean="0"/>
              <a:t>‹#›</a:t>
            </a:fld>
            <a:endParaRPr lang="en-US"/>
          </a:p>
        </p:txBody>
      </p:sp>
    </p:spTree>
    <p:extLst>
      <p:ext uri="{BB962C8B-B14F-4D97-AF65-F5344CB8AC3E}">
        <p14:creationId xmlns:p14="http://schemas.microsoft.com/office/powerpoint/2010/main" val="413391966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DC809B-8B90-4719-85AD-028366CCF037}"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3092577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DC809B-8B90-4719-85AD-028366CCF037}"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2250300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43DC809B-8B90-4719-85AD-028366CCF037}" type="datetimeFigureOut">
              <a:rPr lang="en-US" smtClean="0"/>
              <a:t>10/20/2025</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770BD36D-CB3D-4FAA-9E11-1E8960B6FEFB}" type="slidenum">
              <a:rPr lang="en-US" smtClean="0"/>
              <a:t>‹#›</a:t>
            </a:fld>
            <a:endParaRPr lang="en-US"/>
          </a:p>
        </p:txBody>
      </p:sp>
    </p:spTree>
    <p:extLst>
      <p:ext uri="{BB962C8B-B14F-4D97-AF65-F5344CB8AC3E}">
        <p14:creationId xmlns:p14="http://schemas.microsoft.com/office/powerpoint/2010/main" val="129118299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https://research-methodology.net/mcdonalds-segmentation-targeting-and-positionin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Lecture 04 </a:t>
            </a:r>
            <a:br>
              <a:rPr lang="en-US" dirty="0"/>
            </a:br>
            <a:r>
              <a:rPr lang="en-US" sz="4800" dirty="0"/>
              <a:t>Inspiration and problem definition protocol </a:t>
            </a:r>
            <a:endParaRPr lang="en-US" dirty="0"/>
          </a:p>
        </p:txBody>
      </p:sp>
    </p:spTree>
    <p:extLst>
      <p:ext uri="{BB962C8B-B14F-4D97-AF65-F5344CB8AC3E}">
        <p14:creationId xmlns:p14="http://schemas.microsoft.com/office/powerpoint/2010/main" val="3645785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76F00-EB54-4EA6-BEBE-47877B586301}"/>
              </a:ext>
            </a:extLst>
          </p:cNvPr>
          <p:cNvSpPr>
            <a:spLocks noGrp="1"/>
          </p:cNvSpPr>
          <p:nvPr>
            <p:ph type="title"/>
          </p:nvPr>
        </p:nvSpPr>
        <p:spPr/>
        <p:txBody>
          <a:bodyPr/>
          <a:lstStyle/>
          <a:p>
            <a:r>
              <a:rPr lang="en-US" dirty="0"/>
              <a:t>Inspiration and problem definition protocol </a:t>
            </a:r>
          </a:p>
        </p:txBody>
      </p:sp>
      <p:sp>
        <p:nvSpPr>
          <p:cNvPr id="3" name="Content Placeholder 2">
            <a:extLst>
              <a:ext uri="{FF2B5EF4-FFF2-40B4-BE49-F238E27FC236}">
                <a16:creationId xmlns:a16="http://schemas.microsoft.com/office/drawing/2014/main" id="{1A3DF532-74E1-455A-9F93-E9CFA610F1A1}"/>
              </a:ext>
            </a:extLst>
          </p:cNvPr>
          <p:cNvSpPr>
            <a:spLocks noGrp="1"/>
          </p:cNvSpPr>
          <p:nvPr>
            <p:ph idx="1"/>
          </p:nvPr>
        </p:nvSpPr>
        <p:spPr/>
        <p:txBody>
          <a:bodyPr vert="horz" lIns="91440" tIns="45720" rIns="91440" bIns="45720" rtlCol="0" anchor="t">
            <a:normAutofit/>
          </a:bodyPr>
          <a:lstStyle/>
          <a:p>
            <a:pPr marL="514350" indent="-514350">
              <a:buFont typeface="+mj-lt"/>
              <a:buAutoNum type="arabicPeriod"/>
            </a:pPr>
            <a:r>
              <a:rPr lang="en-US" dirty="0"/>
              <a:t>Write down your idea </a:t>
            </a:r>
          </a:p>
          <a:p>
            <a:pPr marL="514350" indent="-514350">
              <a:buFont typeface="+mj-lt"/>
              <a:buAutoNum type="arabicPeriod"/>
            </a:pPr>
            <a:r>
              <a:rPr lang="en-US" dirty="0"/>
              <a:t>Make an abstract 8-up storyboard </a:t>
            </a:r>
          </a:p>
          <a:p>
            <a:pPr marL="514350" indent="-514350">
              <a:buFont typeface="+mj-lt"/>
              <a:buAutoNum type="arabicPeriod"/>
            </a:pPr>
            <a:r>
              <a:rPr lang="en-US" dirty="0"/>
              <a:t>Share your work with others: 2 minutes for each idea </a:t>
            </a:r>
          </a:p>
          <a:p>
            <a:pPr marL="514350" indent="-514350">
              <a:buFont typeface="+mj-lt"/>
              <a:buAutoNum type="arabicPeriod"/>
            </a:pPr>
            <a:r>
              <a:rPr lang="en-US" dirty="0"/>
              <a:t>Discuss each idea, build on each other: keep/throw it </a:t>
            </a:r>
          </a:p>
          <a:p>
            <a:pPr marL="514350" indent="-514350">
              <a:buFont typeface="+mj-lt"/>
              <a:buAutoNum type="arabicPeriod"/>
            </a:pPr>
            <a:r>
              <a:rPr lang="en-US" dirty="0"/>
              <a:t>Finalize one idea </a:t>
            </a:r>
          </a:p>
          <a:p>
            <a:pPr marL="514350" indent="-514350">
              <a:buAutoNum type="arabicPeriod"/>
            </a:pPr>
            <a:r>
              <a:rPr lang="en-US" dirty="0">
                <a:ea typeface="+mn-lt"/>
                <a:cs typeface="+mn-lt"/>
              </a:rPr>
              <a:t>Define users </a:t>
            </a:r>
          </a:p>
          <a:p>
            <a:pPr marL="514350" indent="-514350">
              <a:buAutoNum type="arabicPeriod"/>
            </a:pPr>
            <a:r>
              <a:rPr lang="en-US" dirty="0">
                <a:ea typeface="+mn-lt"/>
                <a:cs typeface="+mn-lt"/>
              </a:rPr>
              <a:t>Identify classes </a:t>
            </a:r>
            <a:endParaRPr lang="en-US" dirty="0"/>
          </a:p>
          <a:p>
            <a:pPr marL="514350" indent="-514350">
              <a:buFont typeface="+mj-lt"/>
              <a:buAutoNum type="arabicPeriod"/>
            </a:pPr>
            <a:r>
              <a:rPr lang="en-US" dirty="0"/>
              <a:t>Make sketches and storyboards </a:t>
            </a:r>
          </a:p>
          <a:p>
            <a:pPr marL="514350" indent="-514350">
              <a:buFont typeface="+mj-lt"/>
              <a:buAutoNum type="arabicPeriod"/>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3850674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EFE6F-5B7A-47C8-A13B-28FBFFB7CB4F}"/>
              </a:ext>
            </a:extLst>
          </p:cNvPr>
          <p:cNvSpPr>
            <a:spLocks noGrp="1"/>
          </p:cNvSpPr>
          <p:nvPr>
            <p:ph type="title"/>
          </p:nvPr>
        </p:nvSpPr>
        <p:spPr/>
        <p:txBody>
          <a:bodyPr/>
          <a:lstStyle/>
          <a:p>
            <a:r>
              <a:rPr lang="en-US" dirty="0"/>
              <a:t>1 - Write down your idea on Paper </a:t>
            </a:r>
          </a:p>
        </p:txBody>
      </p:sp>
      <p:sp>
        <p:nvSpPr>
          <p:cNvPr id="3" name="Content Placeholder 2">
            <a:extLst>
              <a:ext uri="{FF2B5EF4-FFF2-40B4-BE49-F238E27FC236}">
                <a16:creationId xmlns:a16="http://schemas.microsoft.com/office/drawing/2014/main" id="{DADEA527-8A57-4F83-9D82-40DB3B45D234}"/>
              </a:ext>
            </a:extLst>
          </p:cNvPr>
          <p:cNvSpPr>
            <a:spLocks noGrp="1"/>
          </p:cNvSpPr>
          <p:nvPr>
            <p:ph idx="1"/>
          </p:nvPr>
        </p:nvSpPr>
        <p:spPr/>
        <p:txBody>
          <a:bodyPr/>
          <a:lstStyle/>
          <a:p>
            <a:r>
              <a:rPr lang="en-US" dirty="0"/>
              <a:t>It must be a problem description, it should not be a solution to the mentioned problem </a:t>
            </a:r>
          </a:p>
          <a:p>
            <a:endParaRPr lang="en-US" dirty="0"/>
          </a:p>
          <a:p>
            <a:pPr marL="0" indent="0">
              <a:buNone/>
            </a:pPr>
            <a:endParaRPr lang="en-US" dirty="0"/>
          </a:p>
        </p:txBody>
      </p:sp>
    </p:spTree>
    <p:extLst>
      <p:ext uri="{BB962C8B-B14F-4D97-AF65-F5344CB8AC3E}">
        <p14:creationId xmlns:p14="http://schemas.microsoft.com/office/powerpoint/2010/main" val="1158881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EFE6F-5B7A-47C8-A13B-28FBFFB7CB4F}"/>
              </a:ext>
            </a:extLst>
          </p:cNvPr>
          <p:cNvSpPr>
            <a:spLocks noGrp="1"/>
          </p:cNvSpPr>
          <p:nvPr>
            <p:ph type="title"/>
          </p:nvPr>
        </p:nvSpPr>
        <p:spPr/>
        <p:txBody>
          <a:bodyPr/>
          <a:lstStyle/>
          <a:p>
            <a:r>
              <a:rPr lang="en-US" dirty="0"/>
              <a:t>1 - Write down your idea on Paper </a:t>
            </a:r>
          </a:p>
        </p:txBody>
      </p:sp>
      <p:sp>
        <p:nvSpPr>
          <p:cNvPr id="3" name="Content Placeholder 2">
            <a:extLst>
              <a:ext uri="{FF2B5EF4-FFF2-40B4-BE49-F238E27FC236}">
                <a16:creationId xmlns:a16="http://schemas.microsoft.com/office/drawing/2014/main" id="{DADEA527-8A57-4F83-9D82-40DB3B45D234}"/>
              </a:ext>
            </a:extLst>
          </p:cNvPr>
          <p:cNvSpPr>
            <a:spLocks noGrp="1"/>
          </p:cNvSpPr>
          <p:nvPr>
            <p:ph idx="1"/>
          </p:nvPr>
        </p:nvSpPr>
        <p:spPr/>
        <p:txBody>
          <a:bodyPr/>
          <a:lstStyle/>
          <a:p>
            <a:r>
              <a:rPr lang="en-US" dirty="0"/>
              <a:t>Think whether this problem can be solved with a mobile application or not. </a:t>
            </a:r>
          </a:p>
          <a:p>
            <a:endParaRPr lang="en-US" dirty="0"/>
          </a:p>
          <a:p>
            <a:r>
              <a:rPr lang="en-US" dirty="0"/>
              <a:t>If yes then fine. Other wise re-think an idea in this context. </a:t>
            </a:r>
          </a:p>
          <a:p>
            <a:endParaRPr lang="en-US" dirty="0"/>
          </a:p>
          <a:p>
            <a:pPr marL="0" indent="0">
              <a:buNone/>
            </a:pPr>
            <a:endParaRPr lang="en-US" dirty="0"/>
          </a:p>
        </p:txBody>
      </p:sp>
    </p:spTree>
    <p:extLst>
      <p:ext uri="{BB962C8B-B14F-4D97-AF65-F5344CB8AC3E}">
        <p14:creationId xmlns:p14="http://schemas.microsoft.com/office/powerpoint/2010/main" val="3254617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6D709-D394-4D63-B4B6-325C42BCDF08}"/>
              </a:ext>
            </a:extLst>
          </p:cNvPr>
          <p:cNvSpPr>
            <a:spLocks noGrp="1"/>
          </p:cNvSpPr>
          <p:nvPr>
            <p:ph type="title"/>
          </p:nvPr>
        </p:nvSpPr>
        <p:spPr/>
        <p:txBody>
          <a:bodyPr/>
          <a:lstStyle/>
          <a:p>
            <a:r>
              <a:rPr lang="en-US" dirty="0"/>
              <a:t>2 - Draw an 8-up storyboard </a:t>
            </a:r>
          </a:p>
        </p:txBody>
      </p:sp>
      <p:sp>
        <p:nvSpPr>
          <p:cNvPr id="3" name="Content Placeholder 2">
            <a:extLst>
              <a:ext uri="{FF2B5EF4-FFF2-40B4-BE49-F238E27FC236}">
                <a16:creationId xmlns:a16="http://schemas.microsoft.com/office/drawing/2014/main" id="{F56A545A-F5E9-44FA-9215-E6E79671D6B0}"/>
              </a:ext>
            </a:extLst>
          </p:cNvPr>
          <p:cNvSpPr>
            <a:spLocks noGrp="1"/>
          </p:cNvSpPr>
          <p:nvPr>
            <p:ph idx="1"/>
          </p:nvPr>
        </p:nvSpPr>
        <p:spPr/>
        <p:txBody>
          <a:bodyPr>
            <a:normAutofit/>
          </a:bodyPr>
          <a:lstStyle/>
          <a:p>
            <a:r>
              <a:rPr lang="en-US" dirty="0"/>
              <a:t>Fold a paper in half three times</a:t>
            </a:r>
          </a:p>
          <a:p>
            <a:endParaRPr lang="en-US" dirty="0"/>
          </a:p>
          <a:p>
            <a:r>
              <a:rPr lang="en-US" dirty="0"/>
              <a:t>Number the frames</a:t>
            </a:r>
          </a:p>
          <a:p>
            <a:endParaRPr lang="en-US" dirty="0"/>
          </a:p>
          <a:p>
            <a:r>
              <a:rPr lang="en-US" dirty="0"/>
              <a:t>Use each box to represent one step of your problem. </a:t>
            </a:r>
          </a:p>
          <a:p>
            <a:endParaRPr lang="en-US" dirty="0"/>
          </a:p>
        </p:txBody>
      </p:sp>
      <p:pic>
        <p:nvPicPr>
          <p:cNvPr id="4" name="Picture 7">
            <a:extLst>
              <a:ext uri="{FF2B5EF4-FFF2-40B4-BE49-F238E27FC236}">
                <a16:creationId xmlns:a16="http://schemas.microsoft.com/office/drawing/2014/main" id="{FCC70701-09C7-4E78-943F-AB06BC696567}"/>
              </a:ext>
            </a:extLst>
          </p:cNvPr>
          <p:cNvPicPr>
            <a:picLocks noChangeAspect="1"/>
          </p:cNvPicPr>
          <p:nvPr/>
        </p:nvPicPr>
        <p:blipFill>
          <a:blip r:embed="rId3"/>
          <a:stretch>
            <a:fillRect/>
          </a:stretch>
        </p:blipFill>
        <p:spPr>
          <a:xfrm>
            <a:off x="7498080" y="2324420"/>
            <a:ext cx="4236974" cy="2854073"/>
          </a:xfrm>
          <a:prstGeom prst="rect">
            <a:avLst/>
          </a:prstGeom>
        </p:spPr>
      </p:pic>
    </p:spTree>
    <p:extLst>
      <p:ext uri="{BB962C8B-B14F-4D97-AF65-F5344CB8AC3E}">
        <p14:creationId xmlns:p14="http://schemas.microsoft.com/office/powerpoint/2010/main" val="333470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AF50-2FBD-454D-B9E3-B4659440F8CF}"/>
              </a:ext>
            </a:extLst>
          </p:cNvPr>
          <p:cNvSpPr>
            <a:spLocks noGrp="1"/>
          </p:cNvSpPr>
          <p:nvPr>
            <p:ph type="title"/>
          </p:nvPr>
        </p:nvSpPr>
        <p:spPr/>
        <p:txBody>
          <a:bodyPr/>
          <a:lstStyle/>
          <a:p>
            <a:r>
              <a:rPr lang="en-US">
                <a:cs typeface="Calibri Light"/>
              </a:rPr>
              <a:t>A Story board</a:t>
            </a:r>
            <a:endParaRPr lang="en-US"/>
          </a:p>
        </p:txBody>
      </p:sp>
      <p:sp>
        <p:nvSpPr>
          <p:cNvPr id="3" name="Content Placeholder 2">
            <a:extLst>
              <a:ext uri="{FF2B5EF4-FFF2-40B4-BE49-F238E27FC236}">
                <a16:creationId xmlns:a16="http://schemas.microsoft.com/office/drawing/2014/main" id="{FE88EE53-087A-44CE-8F57-EE2D86695AC9}"/>
              </a:ext>
            </a:extLst>
          </p:cNvPr>
          <p:cNvSpPr>
            <a:spLocks noGrp="1"/>
          </p:cNvSpPr>
          <p:nvPr>
            <p:ph sz="half" idx="1"/>
          </p:nvPr>
        </p:nvSpPr>
        <p:spPr/>
        <p:txBody>
          <a:bodyPr vert="horz" lIns="91440" tIns="45720" rIns="91440" bIns="45720" rtlCol="0" anchor="t">
            <a:normAutofit fontScale="92500" lnSpcReduction="20000"/>
          </a:bodyPr>
          <a:lstStyle/>
          <a:p>
            <a:r>
              <a:rPr lang="en-US" dirty="0"/>
              <a:t>Just do a dirty quick prototype of your problem </a:t>
            </a:r>
          </a:p>
          <a:p>
            <a:endParaRPr lang="en-US" dirty="0"/>
          </a:p>
          <a:p>
            <a:r>
              <a:rPr lang="en-US" dirty="0"/>
              <a:t>The sketches need not be neat and clean </a:t>
            </a:r>
          </a:p>
          <a:p>
            <a:endParaRPr lang="en-US" dirty="0"/>
          </a:p>
          <a:p>
            <a:r>
              <a:rPr lang="en-US" dirty="0">
                <a:ea typeface="+mn-lt"/>
                <a:cs typeface="+mn-lt"/>
              </a:rPr>
              <a:t>You can leave a comment on the back of each frame to give more context. </a:t>
            </a:r>
          </a:p>
          <a:p>
            <a:endParaRPr lang="en-US" dirty="0">
              <a:ea typeface="+mn-lt"/>
              <a:cs typeface="+mn-lt"/>
            </a:endParaRPr>
          </a:p>
          <a:p>
            <a:r>
              <a:rPr lang="en-US" dirty="0">
                <a:ea typeface="+mn-lt"/>
                <a:cs typeface="+mn-lt"/>
              </a:rPr>
              <a:t>You can also show a character’s thinking with thought bubbles</a:t>
            </a:r>
            <a:endParaRPr lang="en-US" dirty="0">
              <a:cs typeface="Calibri"/>
            </a:endParaRPr>
          </a:p>
        </p:txBody>
      </p:sp>
      <p:pic>
        <p:nvPicPr>
          <p:cNvPr id="7" name="Picture 7">
            <a:extLst>
              <a:ext uri="{FF2B5EF4-FFF2-40B4-BE49-F238E27FC236}">
                <a16:creationId xmlns:a16="http://schemas.microsoft.com/office/drawing/2014/main" id="{6D740528-3440-446E-866D-BC864622182C}"/>
              </a:ext>
            </a:extLst>
          </p:cNvPr>
          <p:cNvPicPr>
            <a:picLocks noGrp="1" noChangeAspect="1"/>
          </p:cNvPicPr>
          <p:nvPr>
            <p:ph sz="half" idx="2"/>
          </p:nvPr>
        </p:nvPicPr>
        <p:blipFill>
          <a:blip r:embed="rId3"/>
          <a:stretch>
            <a:fillRect/>
          </a:stretch>
        </p:blipFill>
        <p:spPr>
          <a:xfrm>
            <a:off x="6011863" y="2311880"/>
            <a:ext cx="4662487" cy="3140703"/>
          </a:xfrm>
        </p:spPr>
      </p:pic>
    </p:spTree>
    <p:extLst>
      <p:ext uri="{BB962C8B-B14F-4D97-AF65-F5344CB8AC3E}">
        <p14:creationId xmlns:p14="http://schemas.microsoft.com/office/powerpoint/2010/main" val="2205890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661B7-0586-4B61-B5BC-F74FB555D9A9}"/>
              </a:ext>
            </a:extLst>
          </p:cNvPr>
          <p:cNvSpPr>
            <a:spLocks noGrp="1"/>
          </p:cNvSpPr>
          <p:nvPr>
            <p:ph type="title"/>
          </p:nvPr>
        </p:nvSpPr>
        <p:spPr>
          <a:xfrm>
            <a:off x="424543" y="365125"/>
            <a:ext cx="10929257" cy="1325563"/>
          </a:xfrm>
        </p:spPr>
        <p:txBody>
          <a:bodyPr/>
          <a:lstStyle/>
          <a:p>
            <a:r>
              <a:rPr lang="en-US" dirty="0"/>
              <a:t>A Storyboard</a:t>
            </a:r>
          </a:p>
        </p:txBody>
      </p:sp>
      <p:pic>
        <p:nvPicPr>
          <p:cNvPr id="6" name="Content Placeholder 5">
            <a:extLst>
              <a:ext uri="{FF2B5EF4-FFF2-40B4-BE49-F238E27FC236}">
                <a16:creationId xmlns:a16="http://schemas.microsoft.com/office/drawing/2014/main" id="{295F5A49-D94E-4083-9B94-FC9A91BCCE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08943" y="188662"/>
            <a:ext cx="8283057" cy="6323796"/>
          </a:xfrm>
        </p:spPr>
      </p:pic>
    </p:spTree>
    <p:extLst>
      <p:ext uri="{BB962C8B-B14F-4D97-AF65-F5344CB8AC3E}">
        <p14:creationId xmlns:p14="http://schemas.microsoft.com/office/powerpoint/2010/main" val="2204560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E74B-4634-4CED-82AA-27FDCA4C1316}"/>
              </a:ext>
            </a:extLst>
          </p:cNvPr>
          <p:cNvSpPr>
            <a:spLocks noGrp="1"/>
          </p:cNvSpPr>
          <p:nvPr>
            <p:ph type="title"/>
          </p:nvPr>
        </p:nvSpPr>
        <p:spPr>
          <a:xfrm>
            <a:off x="462645" y="365125"/>
            <a:ext cx="10891155" cy="1325563"/>
          </a:xfrm>
        </p:spPr>
        <p:txBody>
          <a:bodyPr/>
          <a:lstStyle/>
          <a:p>
            <a:r>
              <a:rPr lang="en-US" dirty="0"/>
              <a:t>A Storyboard</a:t>
            </a:r>
          </a:p>
        </p:txBody>
      </p:sp>
      <p:pic>
        <p:nvPicPr>
          <p:cNvPr id="4" name="Content Placeholder 3" descr="11-4">
            <a:extLst>
              <a:ext uri="{FF2B5EF4-FFF2-40B4-BE49-F238E27FC236}">
                <a16:creationId xmlns:a16="http://schemas.microsoft.com/office/drawing/2014/main" id="{2C039EA9-0E2E-4D43-B69E-316288D62782}"/>
              </a:ext>
            </a:extLst>
          </p:cNvPr>
          <p:cNvPicPr>
            <a:picLocks noGrp="1" noChangeAspect="1" noChangeArrowheads="1"/>
          </p:cNvPicPr>
          <p:nvPr>
            <p:ph idx="1"/>
          </p:nvPr>
        </p:nvPicPr>
        <p:blipFill>
          <a:blip r:embed="rId2" cstate="print"/>
          <a:srcRect/>
          <a:stretch>
            <a:fillRect/>
          </a:stretch>
        </p:blipFill>
        <p:spPr>
          <a:xfrm>
            <a:off x="4019492" y="365125"/>
            <a:ext cx="8324053" cy="6127750"/>
          </a:xfrm>
          <a:prstGeom prst="rect">
            <a:avLst/>
          </a:prstGeom>
          <a:noFill/>
          <a:ln/>
        </p:spPr>
      </p:pic>
    </p:spTree>
    <p:extLst>
      <p:ext uri="{BB962C8B-B14F-4D97-AF65-F5344CB8AC3E}">
        <p14:creationId xmlns:p14="http://schemas.microsoft.com/office/powerpoint/2010/main" val="2031582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E74B-4634-4CED-82AA-27FDCA4C1316}"/>
              </a:ext>
            </a:extLst>
          </p:cNvPr>
          <p:cNvSpPr>
            <a:spLocks noGrp="1"/>
          </p:cNvSpPr>
          <p:nvPr>
            <p:ph type="title"/>
          </p:nvPr>
        </p:nvSpPr>
        <p:spPr>
          <a:xfrm>
            <a:off x="462645" y="365125"/>
            <a:ext cx="10891155" cy="1325563"/>
          </a:xfrm>
        </p:spPr>
        <p:txBody>
          <a:bodyPr/>
          <a:lstStyle/>
          <a:p>
            <a:r>
              <a:rPr lang="en-US" dirty="0"/>
              <a:t>A Storyboard</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4042860" y="152149"/>
            <a:ext cx="7106403" cy="6769852"/>
          </a:xfrm>
          <a:prstGeom prst="rect">
            <a:avLst/>
          </a:prstGeom>
        </p:spPr>
      </p:pic>
    </p:spTree>
    <p:extLst>
      <p:ext uri="{BB962C8B-B14F-4D97-AF65-F5344CB8AC3E}">
        <p14:creationId xmlns:p14="http://schemas.microsoft.com/office/powerpoint/2010/main" val="2065212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E74B-4634-4CED-82AA-27FDCA4C1316}"/>
              </a:ext>
            </a:extLst>
          </p:cNvPr>
          <p:cNvSpPr>
            <a:spLocks noGrp="1"/>
          </p:cNvSpPr>
          <p:nvPr>
            <p:ph type="title"/>
          </p:nvPr>
        </p:nvSpPr>
        <p:spPr>
          <a:xfrm>
            <a:off x="0" y="226611"/>
            <a:ext cx="10891155" cy="1325563"/>
          </a:xfrm>
        </p:spPr>
        <p:txBody>
          <a:bodyPr/>
          <a:lstStyle/>
          <a:p>
            <a:r>
              <a:rPr lang="en-US" dirty="0"/>
              <a:t>A Storyboard</a:t>
            </a:r>
          </a:p>
        </p:txBody>
      </p:sp>
      <p:pic>
        <p:nvPicPr>
          <p:cNvPr id="5" name="Picture 6" descr="A close up of a piece of paper&#10;&#10;Description generated with high confidence">
            <a:extLst>
              <a:ext uri="{FF2B5EF4-FFF2-40B4-BE49-F238E27FC236}">
                <a16:creationId xmlns:a16="http://schemas.microsoft.com/office/drawing/2014/main" id="{34AE39EC-D9F4-4670-ADCA-2D0815CD66FC}"/>
              </a:ext>
            </a:extLst>
          </p:cNvPr>
          <p:cNvPicPr>
            <a:picLocks noGrp="1" noChangeAspect="1"/>
          </p:cNvPicPr>
          <p:nvPr>
            <p:ph idx="1"/>
          </p:nvPr>
        </p:nvPicPr>
        <p:blipFill>
          <a:blip r:embed="rId2"/>
          <a:stretch>
            <a:fillRect/>
          </a:stretch>
        </p:blipFill>
        <p:spPr>
          <a:xfrm>
            <a:off x="3744016" y="226611"/>
            <a:ext cx="8566029" cy="6631389"/>
          </a:xfrm>
        </p:spPr>
      </p:pic>
    </p:spTree>
    <p:extLst>
      <p:ext uri="{BB962C8B-B14F-4D97-AF65-F5344CB8AC3E}">
        <p14:creationId xmlns:p14="http://schemas.microsoft.com/office/powerpoint/2010/main" val="96090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E74B-4634-4CED-82AA-27FDCA4C1316}"/>
              </a:ext>
            </a:extLst>
          </p:cNvPr>
          <p:cNvSpPr>
            <a:spLocks noGrp="1"/>
          </p:cNvSpPr>
          <p:nvPr>
            <p:ph type="title"/>
          </p:nvPr>
        </p:nvSpPr>
        <p:spPr>
          <a:xfrm>
            <a:off x="0" y="333041"/>
            <a:ext cx="10891155" cy="1325563"/>
          </a:xfrm>
        </p:spPr>
        <p:txBody>
          <a:bodyPr/>
          <a:lstStyle/>
          <a:p>
            <a:r>
              <a:rPr lang="en-US" dirty="0"/>
              <a:t>A Storyboard</a:t>
            </a:r>
          </a:p>
        </p:txBody>
      </p:sp>
      <p:pic>
        <p:nvPicPr>
          <p:cNvPr id="6" name="Picture 6" descr="A close up of text on a white background&#10;&#10;Description generated with high confidence">
            <a:extLst>
              <a:ext uri="{FF2B5EF4-FFF2-40B4-BE49-F238E27FC236}">
                <a16:creationId xmlns:a16="http://schemas.microsoft.com/office/drawing/2014/main" id="{845F5246-F345-45CC-BC7E-4B811F4F5975}"/>
              </a:ext>
            </a:extLst>
          </p:cNvPr>
          <p:cNvPicPr>
            <a:picLocks noGrp="1" noChangeAspect="1"/>
          </p:cNvPicPr>
          <p:nvPr>
            <p:ph idx="1"/>
          </p:nvPr>
        </p:nvPicPr>
        <p:blipFill rotWithShape="1">
          <a:blip r:embed="rId2"/>
          <a:srcRect r="8963"/>
          <a:stretch/>
        </p:blipFill>
        <p:spPr>
          <a:xfrm>
            <a:off x="3505559" y="103143"/>
            <a:ext cx="8606703" cy="6746753"/>
          </a:xfrm>
        </p:spPr>
      </p:pic>
    </p:spTree>
    <p:extLst>
      <p:ext uri="{BB962C8B-B14F-4D97-AF65-F5344CB8AC3E}">
        <p14:creationId xmlns:p14="http://schemas.microsoft.com/office/powerpoint/2010/main" val="1647869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E74B-4634-4CED-82AA-27FDCA4C1316}"/>
              </a:ext>
            </a:extLst>
          </p:cNvPr>
          <p:cNvSpPr>
            <a:spLocks noGrp="1"/>
          </p:cNvSpPr>
          <p:nvPr>
            <p:ph type="title"/>
          </p:nvPr>
        </p:nvSpPr>
        <p:spPr>
          <a:xfrm>
            <a:off x="0" y="268873"/>
            <a:ext cx="10891155" cy="1325563"/>
          </a:xfrm>
        </p:spPr>
        <p:txBody>
          <a:bodyPr/>
          <a:lstStyle/>
          <a:p>
            <a:r>
              <a:rPr lang="en-US" dirty="0"/>
              <a:t>A Storyboard</a:t>
            </a:r>
          </a:p>
        </p:txBody>
      </p:sp>
      <p:pic>
        <p:nvPicPr>
          <p:cNvPr id="5" name="Picture 6" descr="A close up of a map&#10;&#10;Description generated with high confidence">
            <a:extLst>
              <a:ext uri="{FF2B5EF4-FFF2-40B4-BE49-F238E27FC236}">
                <a16:creationId xmlns:a16="http://schemas.microsoft.com/office/drawing/2014/main" id="{0AF8859E-A27D-4D5F-871F-F50A3B508779}"/>
              </a:ext>
            </a:extLst>
          </p:cNvPr>
          <p:cNvPicPr>
            <a:picLocks noGrp="1" noChangeAspect="1"/>
          </p:cNvPicPr>
          <p:nvPr>
            <p:ph idx="1"/>
          </p:nvPr>
        </p:nvPicPr>
        <p:blipFill>
          <a:blip r:embed="rId2"/>
          <a:stretch>
            <a:fillRect/>
          </a:stretch>
        </p:blipFill>
        <p:spPr>
          <a:xfrm>
            <a:off x="3591310" y="-299"/>
            <a:ext cx="8632473" cy="6867375"/>
          </a:xfrm>
        </p:spPr>
      </p:pic>
    </p:spTree>
    <p:extLst>
      <p:ext uri="{BB962C8B-B14F-4D97-AF65-F5344CB8AC3E}">
        <p14:creationId xmlns:p14="http://schemas.microsoft.com/office/powerpoint/2010/main" val="3662673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AF50-2FBD-454D-B9E3-B4659440F8CF}"/>
              </a:ext>
            </a:extLst>
          </p:cNvPr>
          <p:cNvSpPr>
            <a:spLocks noGrp="1"/>
          </p:cNvSpPr>
          <p:nvPr>
            <p:ph type="title"/>
          </p:nvPr>
        </p:nvSpPr>
        <p:spPr/>
        <p:txBody>
          <a:bodyPr/>
          <a:lstStyle/>
          <a:p>
            <a:r>
              <a:rPr lang="en-US">
                <a:cs typeface="Calibri Light"/>
              </a:rPr>
              <a:t>A Story board</a:t>
            </a:r>
            <a:endParaRPr lang="en-US"/>
          </a:p>
        </p:txBody>
      </p:sp>
      <p:sp>
        <p:nvSpPr>
          <p:cNvPr id="3" name="Content Placeholder 2">
            <a:extLst>
              <a:ext uri="{FF2B5EF4-FFF2-40B4-BE49-F238E27FC236}">
                <a16:creationId xmlns:a16="http://schemas.microsoft.com/office/drawing/2014/main" id="{FE88EE53-087A-44CE-8F57-EE2D86695AC9}"/>
              </a:ext>
            </a:extLst>
          </p:cNvPr>
          <p:cNvSpPr>
            <a:spLocks noGrp="1"/>
          </p:cNvSpPr>
          <p:nvPr>
            <p:ph sz="half" idx="1"/>
          </p:nvPr>
        </p:nvSpPr>
        <p:spPr/>
        <p:txBody>
          <a:bodyPr vert="horz" lIns="91440" tIns="45720" rIns="91440" bIns="45720" rtlCol="0" anchor="t">
            <a:normAutofit/>
          </a:bodyPr>
          <a:lstStyle/>
          <a:p>
            <a:r>
              <a:rPr lang="en-US" dirty="0">
                <a:ea typeface="+mn-lt"/>
                <a:cs typeface="+mn-lt"/>
              </a:rPr>
              <a:t>Grab a pen and paper.</a:t>
            </a:r>
          </a:p>
          <a:p>
            <a:r>
              <a:rPr lang="en-US" dirty="0">
                <a:ea typeface="+mn-lt"/>
                <a:cs typeface="+mn-lt"/>
              </a:rPr>
              <a:t>Start with a plain text and arrows.</a:t>
            </a:r>
          </a:p>
          <a:p>
            <a:r>
              <a:rPr lang="en-US" b="1" dirty="0">
                <a:ea typeface="+mn-lt"/>
                <a:cs typeface="+mn-lt"/>
              </a:rPr>
              <a:t>Use proper nouns. </a:t>
            </a:r>
            <a:r>
              <a:rPr lang="en-US" dirty="0">
                <a:ea typeface="+mn-lt"/>
                <a:cs typeface="+mn-lt"/>
              </a:rPr>
              <a:t>(No common Nouns)</a:t>
            </a:r>
          </a:p>
          <a:p>
            <a:endParaRPr lang="en-US" dirty="0">
              <a:ea typeface="+mn-lt"/>
              <a:cs typeface="+mn-lt"/>
            </a:endParaRPr>
          </a:p>
          <a:p>
            <a:pPr marL="0" indent="0">
              <a:buNone/>
            </a:pPr>
            <a:endParaRPr lang="en-US" dirty="0">
              <a:cs typeface="Calibri"/>
            </a:endParaRPr>
          </a:p>
        </p:txBody>
      </p:sp>
      <p:sp>
        <p:nvSpPr>
          <p:cNvPr id="6" name="Content Placeholder 5">
            <a:extLst>
              <a:ext uri="{FF2B5EF4-FFF2-40B4-BE49-F238E27FC236}">
                <a16:creationId xmlns:a16="http://schemas.microsoft.com/office/drawing/2014/main" id="{12D9E69D-61D4-40D6-9AE8-997E8DCDA00B}"/>
              </a:ext>
            </a:extLst>
          </p:cNvPr>
          <p:cNvSpPr>
            <a:spLocks noGrp="1"/>
          </p:cNvSpPr>
          <p:nvPr>
            <p:ph sz="half" idx="2"/>
          </p:nvPr>
        </p:nvSpPr>
        <p:spPr/>
        <p:txBody>
          <a:bodyPr/>
          <a:lstStyle/>
          <a:p>
            <a:endParaRPr lang="en-US"/>
          </a:p>
        </p:txBody>
      </p:sp>
      <p:pic>
        <p:nvPicPr>
          <p:cNvPr id="4" name="Picture 4" descr="A picture containing bird, tree, flower&#10;&#10;Description generated with very high confidence">
            <a:extLst>
              <a:ext uri="{FF2B5EF4-FFF2-40B4-BE49-F238E27FC236}">
                <a16:creationId xmlns:a16="http://schemas.microsoft.com/office/drawing/2014/main" id="{48A3421B-D06B-41CE-91DB-6C04F245FDBD}"/>
              </a:ext>
            </a:extLst>
          </p:cNvPr>
          <p:cNvPicPr>
            <a:picLocks noChangeAspect="1"/>
          </p:cNvPicPr>
          <p:nvPr/>
        </p:nvPicPr>
        <p:blipFill rotWithShape="1">
          <a:blip r:embed="rId2"/>
          <a:srcRect l="15858" r="186" b="288"/>
          <a:stretch/>
        </p:blipFill>
        <p:spPr>
          <a:xfrm>
            <a:off x="4912075" y="767792"/>
            <a:ext cx="7279925" cy="5590675"/>
          </a:xfrm>
          <a:prstGeom prst="rect">
            <a:avLst/>
          </a:prstGeom>
        </p:spPr>
      </p:pic>
    </p:spTree>
    <p:extLst>
      <p:ext uri="{BB962C8B-B14F-4D97-AF65-F5344CB8AC3E}">
        <p14:creationId xmlns:p14="http://schemas.microsoft.com/office/powerpoint/2010/main" val="2811714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AF50-2FBD-454D-B9E3-B4659440F8CF}"/>
              </a:ext>
            </a:extLst>
          </p:cNvPr>
          <p:cNvSpPr>
            <a:spLocks noGrp="1"/>
          </p:cNvSpPr>
          <p:nvPr>
            <p:ph type="title"/>
          </p:nvPr>
        </p:nvSpPr>
        <p:spPr/>
        <p:txBody>
          <a:bodyPr/>
          <a:lstStyle/>
          <a:p>
            <a:r>
              <a:rPr lang="en-US">
                <a:cs typeface="Calibri Light"/>
              </a:rPr>
              <a:t>A Story board</a:t>
            </a:r>
            <a:endParaRPr lang="en-US"/>
          </a:p>
        </p:txBody>
      </p:sp>
      <p:sp>
        <p:nvSpPr>
          <p:cNvPr id="3" name="Content Placeholder 2">
            <a:extLst>
              <a:ext uri="{FF2B5EF4-FFF2-40B4-BE49-F238E27FC236}">
                <a16:creationId xmlns:a16="http://schemas.microsoft.com/office/drawing/2014/main" id="{FE88EE53-087A-44CE-8F57-EE2D86695AC9}"/>
              </a:ext>
            </a:extLst>
          </p:cNvPr>
          <p:cNvSpPr>
            <a:spLocks noGrp="1"/>
          </p:cNvSpPr>
          <p:nvPr>
            <p:ph sz="half" idx="1"/>
          </p:nvPr>
        </p:nvSpPr>
        <p:spPr/>
        <p:txBody>
          <a:bodyPr vert="horz" lIns="91440" tIns="45720" rIns="91440" bIns="45720" rtlCol="0" anchor="t">
            <a:normAutofit/>
          </a:bodyPr>
          <a:lstStyle/>
          <a:p>
            <a:pPr marL="0" indent="0">
              <a:buNone/>
            </a:pPr>
            <a:r>
              <a:rPr lang="en-US" dirty="0">
                <a:ea typeface="+mn-lt"/>
                <a:cs typeface="+mn-lt"/>
              </a:rPr>
              <a:t>Bake </a:t>
            </a:r>
            <a:r>
              <a:rPr lang="en-US" b="1" dirty="0">
                <a:ea typeface="+mn-lt"/>
                <a:cs typeface="+mn-lt"/>
              </a:rPr>
              <a:t>emotions</a:t>
            </a:r>
            <a:r>
              <a:rPr lang="en-US" dirty="0">
                <a:ea typeface="+mn-lt"/>
                <a:cs typeface="+mn-lt"/>
              </a:rPr>
              <a:t> into </a:t>
            </a:r>
          </a:p>
          <a:p>
            <a:pPr marL="0" indent="0">
              <a:buNone/>
            </a:pPr>
            <a:r>
              <a:rPr lang="en-US" dirty="0">
                <a:ea typeface="+mn-lt"/>
                <a:cs typeface="+mn-lt"/>
              </a:rPr>
              <a:t>the story.</a:t>
            </a:r>
            <a:endParaRPr lang="en-US" dirty="0">
              <a:cs typeface="Calibri"/>
            </a:endParaRPr>
          </a:p>
          <a:p>
            <a:pPr marL="0" indent="0">
              <a:buNone/>
            </a:pPr>
            <a:endParaRPr lang="en-US" dirty="0">
              <a:cs typeface="Calibri"/>
            </a:endParaRPr>
          </a:p>
        </p:txBody>
      </p:sp>
      <p:pic>
        <p:nvPicPr>
          <p:cNvPr id="5" name="Picture 6" descr="A picture containing animal, bird, tree, flower&#10;&#10;Description generated with very high confidence">
            <a:extLst>
              <a:ext uri="{FF2B5EF4-FFF2-40B4-BE49-F238E27FC236}">
                <a16:creationId xmlns:a16="http://schemas.microsoft.com/office/drawing/2014/main" id="{8400C155-2C54-424E-A97B-2A9FCC78B42D}"/>
              </a:ext>
            </a:extLst>
          </p:cNvPr>
          <p:cNvPicPr>
            <a:picLocks noGrp="1" noChangeAspect="1"/>
          </p:cNvPicPr>
          <p:nvPr>
            <p:ph sz="half" idx="2"/>
          </p:nvPr>
        </p:nvPicPr>
        <p:blipFill>
          <a:blip r:embed="rId2"/>
          <a:stretch>
            <a:fillRect/>
          </a:stretch>
        </p:blipFill>
        <p:spPr>
          <a:xfrm>
            <a:off x="4849483" y="-319"/>
            <a:ext cx="7323825" cy="6177301"/>
          </a:xfrm>
        </p:spPr>
      </p:pic>
    </p:spTree>
    <p:extLst>
      <p:ext uri="{BB962C8B-B14F-4D97-AF65-F5344CB8AC3E}">
        <p14:creationId xmlns:p14="http://schemas.microsoft.com/office/powerpoint/2010/main" val="16636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4E93-C4E8-430A-A105-26EE5EC152DF}"/>
              </a:ext>
            </a:extLst>
          </p:cNvPr>
          <p:cNvSpPr>
            <a:spLocks noGrp="1"/>
          </p:cNvSpPr>
          <p:nvPr>
            <p:ph type="title"/>
          </p:nvPr>
        </p:nvSpPr>
        <p:spPr/>
        <p:txBody>
          <a:bodyPr/>
          <a:lstStyle/>
          <a:p>
            <a:r>
              <a:rPr lang="en-US" dirty="0"/>
              <a:t>Some example problems </a:t>
            </a:r>
          </a:p>
        </p:txBody>
      </p:sp>
      <p:sp>
        <p:nvSpPr>
          <p:cNvPr id="3" name="Content Placeholder 2">
            <a:extLst>
              <a:ext uri="{FF2B5EF4-FFF2-40B4-BE49-F238E27FC236}">
                <a16:creationId xmlns:a16="http://schemas.microsoft.com/office/drawing/2014/main" id="{F44E5746-404A-4AE4-9D4B-6FF5FCFE864D}"/>
              </a:ext>
            </a:extLst>
          </p:cNvPr>
          <p:cNvSpPr>
            <a:spLocks noGrp="1"/>
          </p:cNvSpPr>
          <p:nvPr>
            <p:ph idx="1"/>
          </p:nvPr>
        </p:nvSpPr>
        <p:spPr/>
        <p:txBody>
          <a:bodyPr/>
          <a:lstStyle/>
          <a:p>
            <a:r>
              <a:rPr lang="en-US" dirty="0"/>
              <a:t>Finding the glasses </a:t>
            </a:r>
          </a:p>
          <a:p>
            <a:endParaRPr lang="en-US" dirty="0"/>
          </a:p>
          <a:p>
            <a:r>
              <a:rPr lang="en-US" dirty="0"/>
              <a:t>Finding a particular blood-group donner in another city </a:t>
            </a:r>
          </a:p>
          <a:p>
            <a:endParaRPr lang="en-US" dirty="0"/>
          </a:p>
          <a:p>
            <a:endParaRPr lang="en-US" dirty="0"/>
          </a:p>
          <a:p>
            <a:endParaRPr lang="en-US" dirty="0"/>
          </a:p>
        </p:txBody>
      </p:sp>
    </p:spTree>
    <p:extLst>
      <p:ext uri="{BB962C8B-B14F-4D97-AF65-F5344CB8AC3E}">
        <p14:creationId xmlns:p14="http://schemas.microsoft.com/office/powerpoint/2010/main" val="3813006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D8641-2826-483A-A4C6-EF7A8F59F1C5}"/>
              </a:ext>
            </a:extLst>
          </p:cNvPr>
          <p:cNvSpPr>
            <a:spLocks noGrp="1"/>
          </p:cNvSpPr>
          <p:nvPr>
            <p:ph type="title"/>
          </p:nvPr>
        </p:nvSpPr>
        <p:spPr/>
        <p:txBody>
          <a:bodyPr/>
          <a:lstStyle/>
          <a:p>
            <a:r>
              <a:rPr lang="en-US" dirty="0"/>
              <a:t>3 - Share your work with others</a:t>
            </a:r>
          </a:p>
        </p:txBody>
      </p:sp>
      <p:sp>
        <p:nvSpPr>
          <p:cNvPr id="3" name="Content Placeholder 2">
            <a:extLst>
              <a:ext uri="{FF2B5EF4-FFF2-40B4-BE49-F238E27FC236}">
                <a16:creationId xmlns:a16="http://schemas.microsoft.com/office/drawing/2014/main" id="{A93AB208-3456-496C-84D8-56F47CBEC2EC}"/>
              </a:ext>
            </a:extLst>
          </p:cNvPr>
          <p:cNvSpPr>
            <a:spLocks noGrp="1"/>
          </p:cNvSpPr>
          <p:nvPr>
            <p:ph idx="1"/>
          </p:nvPr>
        </p:nvSpPr>
        <p:spPr/>
        <p:txBody>
          <a:bodyPr vert="horz" lIns="91440" tIns="45720" rIns="91440" bIns="45720" rtlCol="0" anchor="t">
            <a:normAutofit/>
          </a:bodyPr>
          <a:lstStyle/>
          <a:p>
            <a:r>
              <a:rPr lang="en-US" dirty="0"/>
              <a:t>2 minutes for each problem </a:t>
            </a:r>
          </a:p>
          <a:p>
            <a:r>
              <a:rPr lang="en-US" dirty="0">
                <a:cs typeface="Calibri"/>
              </a:rPr>
              <a:t>Is the application that you would make to solve this problem novel?</a:t>
            </a:r>
          </a:p>
          <a:p>
            <a:r>
              <a:rPr lang="en-US" dirty="0">
                <a:ea typeface="+mn-lt"/>
                <a:cs typeface="Calibri"/>
              </a:rPr>
              <a:t>Is it meaningful? </a:t>
            </a:r>
            <a:endParaRPr lang="en-US" dirty="0">
              <a:ea typeface="+mn-lt"/>
              <a:cs typeface="+mn-lt"/>
            </a:endParaRPr>
          </a:p>
          <a:p>
            <a:r>
              <a:rPr lang="en-US" dirty="0">
                <a:cs typeface="Calibri"/>
              </a:rPr>
              <a:t>How it is being done now? </a:t>
            </a:r>
            <a:endParaRPr lang="en-US" dirty="0">
              <a:ea typeface="+mn-lt"/>
              <a:cs typeface="+mn-lt"/>
            </a:endParaRPr>
          </a:p>
          <a:p>
            <a:endParaRPr lang="en-US" dirty="0">
              <a:cs typeface="Calibri"/>
            </a:endParaRPr>
          </a:p>
        </p:txBody>
      </p:sp>
    </p:spTree>
    <p:extLst>
      <p:ext uri="{BB962C8B-B14F-4D97-AF65-F5344CB8AC3E}">
        <p14:creationId xmlns:p14="http://schemas.microsoft.com/office/powerpoint/2010/main" val="1279399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88156-1A29-4C62-9C7C-1E0F888055D4}"/>
              </a:ext>
            </a:extLst>
          </p:cNvPr>
          <p:cNvSpPr>
            <a:spLocks noGrp="1"/>
          </p:cNvSpPr>
          <p:nvPr>
            <p:ph type="title"/>
          </p:nvPr>
        </p:nvSpPr>
        <p:spPr/>
        <p:txBody>
          <a:bodyPr/>
          <a:lstStyle/>
          <a:p>
            <a:r>
              <a:rPr lang="en-US" dirty="0"/>
              <a:t>4 - Discuss each idea</a:t>
            </a:r>
          </a:p>
        </p:txBody>
      </p:sp>
      <p:sp>
        <p:nvSpPr>
          <p:cNvPr id="3" name="Content Placeholder 2">
            <a:extLst>
              <a:ext uri="{FF2B5EF4-FFF2-40B4-BE49-F238E27FC236}">
                <a16:creationId xmlns:a16="http://schemas.microsoft.com/office/drawing/2014/main" id="{1B4CCAA0-33CB-4D13-997A-2E99921274EA}"/>
              </a:ext>
            </a:extLst>
          </p:cNvPr>
          <p:cNvSpPr>
            <a:spLocks noGrp="1"/>
          </p:cNvSpPr>
          <p:nvPr>
            <p:ph idx="1"/>
          </p:nvPr>
        </p:nvSpPr>
        <p:spPr/>
        <p:txBody>
          <a:bodyPr vert="horz" lIns="91440" tIns="45720" rIns="91440" bIns="45720" rtlCol="0" anchor="t">
            <a:normAutofit/>
          </a:bodyPr>
          <a:lstStyle/>
          <a:p>
            <a:r>
              <a:rPr lang="en-US" dirty="0"/>
              <a:t>build on each other: keep/throw it</a:t>
            </a:r>
          </a:p>
          <a:p>
            <a:r>
              <a:rPr lang="en-US">
                <a:ea typeface="+mn-lt"/>
                <a:cs typeface="+mn-lt"/>
              </a:rPr>
              <a:t>You can also come up with new ideas</a:t>
            </a:r>
          </a:p>
          <a:p>
            <a:r>
              <a:rPr lang="en-US">
                <a:ea typeface="+mn-lt"/>
                <a:cs typeface="+mn-lt"/>
              </a:rPr>
              <a:t>all ideas are equal</a:t>
            </a:r>
          </a:p>
          <a:p>
            <a:r>
              <a:rPr lang="en-US">
                <a:ea typeface="+mn-lt"/>
                <a:cs typeface="+mn-lt"/>
              </a:rPr>
              <a:t>record everything</a:t>
            </a:r>
          </a:p>
          <a:p>
            <a:r>
              <a:rPr lang="en-US">
                <a:ea typeface="+mn-lt"/>
                <a:cs typeface="+mn-lt"/>
              </a:rPr>
              <a:t>minimize interruptions &amp; stay focused on topic</a:t>
            </a:r>
          </a:p>
          <a:p>
            <a:r>
              <a:rPr lang="en-US">
                <a:ea typeface="+mn-lt"/>
                <a:cs typeface="+mn-lt"/>
              </a:rPr>
              <a:t>make it fun/rewarding</a:t>
            </a:r>
          </a:p>
          <a:p>
            <a:r>
              <a:rPr lang="en-US">
                <a:ea typeface="+mn-lt"/>
                <a:cs typeface="+mn-lt"/>
              </a:rPr>
              <a:t>wild &amp; wacky ideas are encouraged</a:t>
            </a:r>
          </a:p>
          <a:p>
            <a:pPr marL="457200" lvl="1" indent="0">
              <a:buNone/>
            </a:pPr>
            <a:endParaRPr lang="en-US" dirty="0">
              <a:ea typeface="+mn-lt"/>
              <a:cs typeface="+mn-lt"/>
            </a:endParaRPr>
          </a:p>
          <a:p>
            <a:pPr marL="457200" lvl="1" indent="0">
              <a:buNone/>
            </a:pPr>
            <a:endParaRPr lang="en-US" dirty="0">
              <a:cs typeface="Calibri"/>
            </a:endParaRPr>
          </a:p>
          <a:p>
            <a:endParaRPr lang="en-US" dirty="0">
              <a:cs typeface="Calibri"/>
            </a:endParaRPr>
          </a:p>
          <a:p>
            <a:pPr lvl="2"/>
            <a:endParaRPr lang="en-US" dirty="0">
              <a:cs typeface="Calibri"/>
            </a:endParaRPr>
          </a:p>
        </p:txBody>
      </p:sp>
    </p:spTree>
    <p:extLst>
      <p:ext uri="{BB962C8B-B14F-4D97-AF65-F5344CB8AC3E}">
        <p14:creationId xmlns:p14="http://schemas.microsoft.com/office/powerpoint/2010/main" val="3059622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B1753-9DE4-44E6-A38E-8EA4CDB9256A}"/>
              </a:ext>
            </a:extLst>
          </p:cNvPr>
          <p:cNvSpPr>
            <a:spLocks noGrp="1"/>
          </p:cNvSpPr>
          <p:nvPr>
            <p:ph type="title"/>
          </p:nvPr>
        </p:nvSpPr>
        <p:spPr/>
        <p:txBody>
          <a:bodyPr/>
          <a:lstStyle/>
          <a:p>
            <a:r>
              <a:rPr lang="en-US" dirty="0"/>
              <a:t>5 - Finalize one idea</a:t>
            </a:r>
          </a:p>
        </p:txBody>
      </p:sp>
      <p:sp>
        <p:nvSpPr>
          <p:cNvPr id="3" name="Content Placeholder 2">
            <a:extLst>
              <a:ext uri="{FF2B5EF4-FFF2-40B4-BE49-F238E27FC236}">
                <a16:creationId xmlns:a16="http://schemas.microsoft.com/office/drawing/2014/main" id="{191D2525-160C-49D2-AF56-444EFEACBD25}"/>
              </a:ext>
            </a:extLst>
          </p:cNvPr>
          <p:cNvSpPr>
            <a:spLocks noGrp="1"/>
          </p:cNvSpPr>
          <p:nvPr>
            <p:ph idx="1"/>
          </p:nvPr>
        </p:nvSpPr>
        <p:spPr/>
        <p:txBody>
          <a:bodyPr vert="horz" lIns="91440" tIns="45720" rIns="91440" bIns="45720" rtlCol="0" anchor="t">
            <a:normAutofit/>
          </a:bodyPr>
          <a:lstStyle/>
          <a:p>
            <a:r>
              <a:rPr lang="en-US" dirty="0">
                <a:ea typeface="+mn-lt"/>
                <a:cs typeface="+mn-lt"/>
              </a:rPr>
              <a:t>Get your group’s opinion about it</a:t>
            </a:r>
          </a:p>
          <a:p>
            <a:r>
              <a:rPr lang="en-US" dirty="0">
                <a:ea typeface="+mn-lt"/>
                <a:cs typeface="+mn-lt"/>
              </a:rPr>
              <a:t>Give positive and negative feedback</a:t>
            </a:r>
          </a:p>
          <a:p>
            <a:r>
              <a:rPr lang="en-US" dirty="0">
                <a:ea typeface="+mn-lt"/>
                <a:cs typeface="+mn-lt"/>
              </a:rPr>
              <a:t>Give possible suggestions and recommendations</a:t>
            </a:r>
          </a:p>
          <a:p>
            <a:endParaRPr lang="en-US" dirty="0">
              <a:ea typeface="+mn-lt"/>
              <a:cs typeface="+mn-lt"/>
            </a:endParaRPr>
          </a:p>
          <a:p>
            <a:r>
              <a:rPr lang="en-US" dirty="0">
                <a:ea typeface="+mn-lt"/>
                <a:cs typeface="+mn-lt"/>
              </a:rPr>
              <a:t>Provide attributes </a:t>
            </a:r>
            <a:r>
              <a:rPr lang="en-US" dirty="0">
                <a:solidFill>
                  <a:schemeClr val="tx1"/>
                </a:solidFill>
                <a:ea typeface="+mn-lt"/>
                <a:cs typeface="+mn-lt"/>
              </a:rPr>
              <a:t>for</a:t>
            </a:r>
            <a:r>
              <a:rPr lang="en-US" dirty="0">
                <a:solidFill>
                  <a:srgbClr val="FF0000"/>
                </a:solidFill>
                <a:ea typeface="+mn-lt"/>
                <a:cs typeface="+mn-lt"/>
              </a:rPr>
              <a:t> acceptance and rejection.</a:t>
            </a:r>
          </a:p>
          <a:p>
            <a:endParaRPr lang="en-US" dirty="0">
              <a:ea typeface="+mn-lt"/>
              <a:cs typeface="+mn-lt"/>
            </a:endParaRPr>
          </a:p>
          <a:p>
            <a:pPr marL="0" indent="0">
              <a:buNone/>
            </a:pPr>
            <a:endParaRPr lang="en-US" dirty="0">
              <a:cs typeface="Calibri"/>
            </a:endParaRPr>
          </a:p>
        </p:txBody>
      </p:sp>
    </p:spTree>
    <p:extLst>
      <p:ext uri="{BB962C8B-B14F-4D97-AF65-F5344CB8AC3E}">
        <p14:creationId xmlns:p14="http://schemas.microsoft.com/office/powerpoint/2010/main" val="1414656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E8F04-86E0-41B5-BFF7-25F6053CBB9F}"/>
              </a:ext>
            </a:extLst>
          </p:cNvPr>
          <p:cNvSpPr>
            <a:spLocks noGrp="1"/>
          </p:cNvSpPr>
          <p:nvPr>
            <p:ph type="title"/>
          </p:nvPr>
        </p:nvSpPr>
        <p:spPr/>
        <p:txBody>
          <a:bodyPr/>
          <a:lstStyle/>
          <a:p>
            <a:r>
              <a:rPr lang="en-US" dirty="0"/>
              <a:t>6 - Define Target Market </a:t>
            </a:r>
          </a:p>
        </p:txBody>
      </p:sp>
      <p:sp>
        <p:nvSpPr>
          <p:cNvPr id="3" name="Content Placeholder 2">
            <a:extLst>
              <a:ext uri="{FF2B5EF4-FFF2-40B4-BE49-F238E27FC236}">
                <a16:creationId xmlns:a16="http://schemas.microsoft.com/office/drawing/2014/main" id="{081428F2-6CC7-4798-B458-792869060D9D}"/>
              </a:ext>
            </a:extLst>
          </p:cNvPr>
          <p:cNvSpPr>
            <a:spLocks noGrp="1"/>
          </p:cNvSpPr>
          <p:nvPr>
            <p:ph idx="1"/>
          </p:nvPr>
        </p:nvSpPr>
        <p:spPr>
          <a:xfrm>
            <a:off x="676656" y="2011680"/>
            <a:ext cx="10858120" cy="4206240"/>
          </a:xfrm>
        </p:spPr>
        <p:txBody>
          <a:bodyPr>
            <a:normAutofit fontScale="70000" lnSpcReduction="20000"/>
          </a:bodyPr>
          <a:lstStyle/>
          <a:p>
            <a:pPr>
              <a:lnSpc>
                <a:spcPct val="120000"/>
              </a:lnSpc>
            </a:pPr>
            <a:r>
              <a:rPr lang="en-US" sz="3400" dirty="0"/>
              <a:t>Discuss with each other </a:t>
            </a:r>
          </a:p>
          <a:p>
            <a:pPr>
              <a:lnSpc>
                <a:spcPct val="120000"/>
              </a:lnSpc>
            </a:pPr>
            <a:endParaRPr lang="en-US" sz="3400" dirty="0"/>
          </a:p>
          <a:p>
            <a:pPr>
              <a:lnSpc>
                <a:spcPct val="120000"/>
              </a:lnSpc>
            </a:pPr>
            <a:r>
              <a:rPr lang="en-US" sz="3400" dirty="0"/>
              <a:t>Shall be all-inclusive and Shall exclude areas which are not desired </a:t>
            </a:r>
          </a:p>
          <a:p>
            <a:pPr>
              <a:lnSpc>
                <a:spcPct val="120000"/>
              </a:lnSpc>
            </a:pPr>
            <a:endParaRPr lang="en-US" sz="3400" dirty="0"/>
          </a:p>
          <a:p>
            <a:pPr>
              <a:lnSpc>
                <a:spcPct val="120000"/>
              </a:lnSpc>
            </a:pPr>
            <a:r>
              <a:rPr lang="en-US" sz="3400" dirty="0"/>
              <a:t>Do not focus on only the “best” or most experienced users. Instead consider a range of users to ensure that your product works for at least 80% of your user population. </a:t>
            </a:r>
          </a:p>
          <a:p>
            <a:pPr>
              <a:lnSpc>
                <a:spcPct val="120000"/>
              </a:lnSpc>
            </a:pPr>
            <a:endParaRPr lang="en-US" sz="3400" dirty="0"/>
          </a:p>
          <a:p>
            <a:pPr>
              <a:lnSpc>
                <a:spcPct val="120000"/>
              </a:lnSpc>
            </a:pPr>
            <a:r>
              <a:rPr lang="en-US" sz="3400" dirty="0"/>
              <a:t>However, it is not impracticable to target 90–95% of the population. </a:t>
            </a:r>
          </a:p>
          <a:p>
            <a:endParaRPr lang="en-US" dirty="0"/>
          </a:p>
        </p:txBody>
      </p:sp>
    </p:spTree>
    <p:extLst>
      <p:ext uri="{BB962C8B-B14F-4D97-AF65-F5344CB8AC3E}">
        <p14:creationId xmlns:p14="http://schemas.microsoft.com/office/powerpoint/2010/main" val="3290073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755904" y="2137325"/>
            <a:ext cx="10625327" cy="3714835"/>
          </a:xfrm>
        </p:spPr>
        <p:txBody>
          <a:bodyPr>
            <a:normAutofit/>
          </a:bodyPr>
          <a:lstStyle/>
          <a:p>
            <a:r>
              <a:rPr lang="en-US" dirty="0"/>
              <a:t>A particular group of consumers at which a product or service is aimed.</a:t>
            </a:r>
          </a:p>
          <a:p>
            <a:endParaRPr lang="en-US" dirty="0"/>
          </a:p>
          <a:p>
            <a:r>
              <a:rPr lang="en-US" dirty="0"/>
              <a:t>They have certain characteristics as demographics or psychological and behavioral patterns.</a:t>
            </a:r>
          </a:p>
          <a:p>
            <a:endParaRPr lang="en-US" dirty="0"/>
          </a:p>
          <a:p>
            <a:r>
              <a:rPr lang="en-US" dirty="0"/>
              <a:t>"schools are a key target market for the educational apps"</a:t>
            </a:r>
          </a:p>
          <a:p>
            <a:endParaRPr lang="en-US" dirty="0"/>
          </a:p>
        </p:txBody>
      </p:sp>
      <p:sp>
        <p:nvSpPr>
          <p:cNvPr id="3" name="Title 2"/>
          <p:cNvSpPr>
            <a:spLocks noGrp="1"/>
          </p:cNvSpPr>
          <p:nvPr>
            <p:ph type="title"/>
          </p:nvPr>
        </p:nvSpPr>
        <p:spPr>
          <a:xfrm>
            <a:off x="603504" y="767419"/>
            <a:ext cx="10625328" cy="1299125"/>
          </a:xfrm>
        </p:spPr>
        <p:txBody>
          <a:bodyPr/>
          <a:lstStyle/>
          <a:p>
            <a:r>
              <a:rPr lang="en-US" dirty="0"/>
              <a:t>Target Market</a:t>
            </a:r>
          </a:p>
        </p:txBody>
      </p:sp>
    </p:spTree>
    <p:extLst>
      <p:ext uri="{BB962C8B-B14F-4D97-AF65-F5344CB8AC3E}">
        <p14:creationId xmlns:p14="http://schemas.microsoft.com/office/powerpoint/2010/main" val="1779562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Target Market</a:t>
            </a:r>
          </a:p>
        </p:txBody>
      </p:sp>
      <p:sp>
        <p:nvSpPr>
          <p:cNvPr id="2" name="Text Placeholder 1"/>
          <p:cNvSpPr>
            <a:spLocks noGrp="1"/>
          </p:cNvSpPr>
          <p:nvPr>
            <p:ph sz="quarter" idx="1"/>
          </p:nvPr>
        </p:nvSpPr>
        <p:spPr/>
        <p:txBody>
          <a:bodyPr>
            <a:normAutofit/>
          </a:bodyPr>
          <a:lstStyle/>
          <a:p>
            <a:r>
              <a:rPr lang="en-US" dirty="0"/>
              <a:t>Example:</a:t>
            </a:r>
          </a:p>
          <a:p>
            <a:endParaRPr lang="en-US" dirty="0"/>
          </a:p>
          <a:p>
            <a:r>
              <a:rPr lang="en-US" dirty="0">
                <a:hlinkClick r:id="rId2"/>
              </a:rPr>
              <a:t>McDonald’s targets</a:t>
            </a:r>
            <a:r>
              <a:rPr lang="en-US" dirty="0"/>
              <a:t> students, employees, and professionals in the age group of 8 to 45 years belonging to low &amp; middle-income groups and having an easy-going and careless personality</a:t>
            </a:r>
          </a:p>
          <a:p>
            <a:endParaRPr lang="en-US" dirty="0"/>
          </a:p>
        </p:txBody>
      </p:sp>
    </p:spTree>
    <p:extLst>
      <p:ext uri="{BB962C8B-B14F-4D97-AF65-F5344CB8AC3E}">
        <p14:creationId xmlns:p14="http://schemas.microsoft.com/office/powerpoint/2010/main" val="21407112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37D9C-0288-4B6C-8F22-D153D4287BEF}"/>
              </a:ext>
            </a:extLst>
          </p:cNvPr>
          <p:cNvSpPr>
            <a:spLocks noGrp="1"/>
          </p:cNvSpPr>
          <p:nvPr>
            <p:ph type="title"/>
          </p:nvPr>
        </p:nvSpPr>
        <p:spPr/>
        <p:txBody>
          <a:bodyPr/>
          <a:lstStyle/>
          <a:p>
            <a:r>
              <a:rPr lang="en-US" dirty="0"/>
              <a:t>Target market</a:t>
            </a:r>
          </a:p>
        </p:txBody>
      </p:sp>
      <p:sp>
        <p:nvSpPr>
          <p:cNvPr id="3" name="Content Placeholder 2">
            <a:extLst>
              <a:ext uri="{FF2B5EF4-FFF2-40B4-BE49-F238E27FC236}">
                <a16:creationId xmlns:a16="http://schemas.microsoft.com/office/drawing/2014/main" id="{BD28F8EA-5AF9-4617-8511-1B1636987833}"/>
              </a:ext>
            </a:extLst>
          </p:cNvPr>
          <p:cNvSpPr>
            <a:spLocks noGrp="1"/>
          </p:cNvSpPr>
          <p:nvPr>
            <p:ph sz="quarter" idx="1"/>
          </p:nvPr>
        </p:nvSpPr>
        <p:spPr>
          <a:xfrm>
            <a:off x="676656" y="1664208"/>
            <a:ext cx="10858120" cy="4346787"/>
          </a:xfrm>
        </p:spPr>
        <p:txBody>
          <a:bodyPr>
            <a:noAutofit/>
          </a:bodyPr>
          <a:lstStyle/>
          <a:p>
            <a:pPr algn="l">
              <a:buFont typeface="Arial" panose="020B0604020202020204" pitchFamily="34" charset="0"/>
              <a:buChar char="•"/>
            </a:pPr>
            <a:r>
              <a:rPr lang="en-US" sz="1400" b="1" i="0" dirty="0">
                <a:solidFill>
                  <a:srgbClr val="5E5E5E"/>
                </a:solidFill>
                <a:effectLst/>
                <a:latin typeface="Arial" panose="020B0604020202020204" pitchFamily="34" charset="0"/>
                <a:cs typeface="Arial" panose="020B0604020202020204" pitchFamily="34" charset="0"/>
              </a:rPr>
              <a:t>Age</a:t>
            </a:r>
            <a:r>
              <a:rPr lang="en-US" sz="1400" b="0" i="0" dirty="0">
                <a:solidFill>
                  <a:srgbClr val="5E5E5E"/>
                </a:solidFill>
                <a:effectLst/>
                <a:latin typeface="Arial" panose="020B0604020202020204" pitchFamily="34" charset="0"/>
                <a:cs typeface="Arial" panose="020B0604020202020204" pitchFamily="34" charset="0"/>
              </a:rPr>
              <a:t> – What is the general age range of your current customers? </a:t>
            </a:r>
          </a:p>
          <a:p>
            <a:pPr algn="l">
              <a:buFont typeface="Arial" panose="020B0604020202020204" pitchFamily="34" charset="0"/>
              <a:buChar char="•"/>
            </a:pPr>
            <a:endParaRPr lang="en-US" sz="1400" b="1" i="0" dirty="0">
              <a:solidFill>
                <a:srgbClr val="5E5E5E"/>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1400" b="1" i="0" dirty="0">
                <a:solidFill>
                  <a:srgbClr val="5E5E5E"/>
                </a:solidFill>
                <a:effectLst/>
                <a:latin typeface="Arial" panose="020B0604020202020204" pitchFamily="34" charset="0"/>
                <a:cs typeface="Arial" panose="020B0604020202020204" pitchFamily="34" charset="0"/>
              </a:rPr>
              <a:t>Gender</a:t>
            </a:r>
            <a:r>
              <a:rPr lang="en-US" sz="1400" b="0" i="0" dirty="0">
                <a:solidFill>
                  <a:srgbClr val="5E5E5E"/>
                </a:solidFill>
                <a:effectLst/>
                <a:latin typeface="Arial" panose="020B0604020202020204" pitchFamily="34" charset="0"/>
                <a:cs typeface="Arial" panose="020B0604020202020204" pitchFamily="34" charset="0"/>
              </a:rPr>
              <a:t> – Are your current customers mostly male or female? </a:t>
            </a:r>
          </a:p>
          <a:p>
            <a:pPr algn="l">
              <a:buFont typeface="Arial" panose="020B0604020202020204" pitchFamily="34" charset="0"/>
              <a:buChar char="•"/>
            </a:pPr>
            <a:endParaRPr lang="en-US" sz="1400" b="1" i="0" dirty="0">
              <a:solidFill>
                <a:srgbClr val="5E5E5E"/>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1400" b="1" i="0" dirty="0">
                <a:solidFill>
                  <a:srgbClr val="5E5E5E"/>
                </a:solidFill>
                <a:effectLst/>
                <a:latin typeface="Arial" panose="020B0604020202020204" pitchFamily="34" charset="0"/>
                <a:cs typeface="Arial" panose="020B0604020202020204" pitchFamily="34" charset="0"/>
              </a:rPr>
              <a:t>Income</a:t>
            </a:r>
            <a:r>
              <a:rPr lang="en-US" sz="1400" b="0" i="0" dirty="0">
                <a:solidFill>
                  <a:srgbClr val="5E5E5E"/>
                </a:solidFill>
                <a:effectLst/>
                <a:latin typeface="Arial" panose="020B0604020202020204" pitchFamily="34" charset="0"/>
                <a:cs typeface="Arial" panose="020B0604020202020204" pitchFamily="34" charset="0"/>
              </a:rPr>
              <a:t> – How much money do your customers have to spend on your products or services? Are they able to make repeat purchases or do they need to save up for your product? </a:t>
            </a:r>
          </a:p>
          <a:p>
            <a:pPr algn="l">
              <a:buFont typeface="Arial" panose="020B0604020202020204" pitchFamily="34" charset="0"/>
              <a:buChar char="•"/>
            </a:pPr>
            <a:endParaRPr lang="en-US" sz="1400" b="1" i="0" dirty="0">
              <a:solidFill>
                <a:srgbClr val="5E5E5E"/>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1400" b="1" i="0" dirty="0">
                <a:solidFill>
                  <a:srgbClr val="5E5E5E"/>
                </a:solidFill>
                <a:effectLst/>
                <a:latin typeface="Arial" panose="020B0604020202020204" pitchFamily="34" charset="0"/>
                <a:cs typeface="Arial" panose="020B0604020202020204" pitchFamily="34" charset="0"/>
              </a:rPr>
              <a:t>Location</a:t>
            </a:r>
            <a:r>
              <a:rPr lang="en-US" sz="1400" b="0" i="0" dirty="0">
                <a:solidFill>
                  <a:srgbClr val="5E5E5E"/>
                </a:solidFill>
                <a:effectLst/>
                <a:latin typeface="Arial" panose="020B0604020202020204" pitchFamily="34" charset="0"/>
                <a:cs typeface="Arial" panose="020B0604020202020204" pitchFamily="34" charset="0"/>
              </a:rPr>
              <a:t> – Where do your customers live and what time zone are they in? What are some cultural issues that are unique to their location </a:t>
            </a:r>
          </a:p>
          <a:p>
            <a:pPr algn="l">
              <a:buFont typeface="Arial" panose="020B0604020202020204" pitchFamily="34" charset="0"/>
              <a:buChar char="•"/>
            </a:pPr>
            <a:endParaRPr lang="en-US" sz="1400" b="1" i="0" dirty="0">
              <a:solidFill>
                <a:srgbClr val="5E5E5E"/>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1400" b="1" i="0" dirty="0">
                <a:solidFill>
                  <a:srgbClr val="5E5E5E"/>
                </a:solidFill>
                <a:effectLst/>
                <a:latin typeface="Arial" panose="020B0604020202020204" pitchFamily="34" charset="0"/>
                <a:cs typeface="Arial" panose="020B0604020202020204" pitchFamily="34" charset="0"/>
              </a:rPr>
              <a:t>Behavior</a:t>
            </a:r>
            <a:r>
              <a:rPr lang="en-US" sz="1400" b="0" i="0" dirty="0">
                <a:solidFill>
                  <a:srgbClr val="5E5E5E"/>
                </a:solidFill>
                <a:effectLst/>
                <a:latin typeface="Arial" panose="020B0604020202020204" pitchFamily="34" charset="0"/>
                <a:cs typeface="Arial" panose="020B0604020202020204" pitchFamily="34" charset="0"/>
              </a:rPr>
              <a:t> – How do your customers hang out online? Which pages or brands do they follow and what is their preferred social media platform? </a:t>
            </a:r>
          </a:p>
          <a:p>
            <a:pPr algn="l">
              <a:buFont typeface="Arial" panose="020B0604020202020204" pitchFamily="34" charset="0"/>
              <a:buChar char="•"/>
            </a:pPr>
            <a:endParaRPr lang="en-US" sz="1400" dirty="0">
              <a:solidFill>
                <a:srgbClr val="5E5E5E"/>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1400" b="1" i="0" dirty="0">
                <a:solidFill>
                  <a:srgbClr val="5E5E5E"/>
                </a:solidFill>
                <a:effectLst/>
                <a:latin typeface="Arial" panose="020B0604020202020204" pitchFamily="34" charset="0"/>
                <a:cs typeface="Arial" panose="020B0604020202020204" pitchFamily="34" charset="0"/>
              </a:rPr>
              <a:t>Lifestyle</a:t>
            </a:r>
            <a:r>
              <a:rPr lang="en-US" sz="1400" b="0" i="0" dirty="0">
                <a:solidFill>
                  <a:srgbClr val="5E5E5E"/>
                </a:solidFill>
                <a:effectLst/>
                <a:latin typeface="Arial" panose="020B0604020202020204" pitchFamily="34" charset="0"/>
                <a:cs typeface="Arial" panose="020B0604020202020204" pitchFamily="34" charset="0"/>
              </a:rPr>
              <a:t> – How do your customers spend their free time? </a:t>
            </a:r>
          </a:p>
          <a:p>
            <a:pPr algn="l">
              <a:buFont typeface="Arial" panose="020B0604020202020204" pitchFamily="34" charset="0"/>
              <a:buChar char="•"/>
            </a:pPr>
            <a:endParaRPr lang="en-US" sz="1400" b="1" i="0" dirty="0">
              <a:solidFill>
                <a:srgbClr val="5E5E5E"/>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1400" b="1" i="0" dirty="0">
                <a:solidFill>
                  <a:srgbClr val="5E5E5E"/>
                </a:solidFill>
                <a:effectLst/>
                <a:latin typeface="Arial" panose="020B0604020202020204" pitchFamily="34" charset="0"/>
                <a:cs typeface="Arial" panose="020B0604020202020204" pitchFamily="34" charset="0"/>
              </a:rPr>
              <a:t>Values</a:t>
            </a:r>
            <a:r>
              <a:rPr lang="en-US" sz="1400" b="0" i="0" dirty="0">
                <a:solidFill>
                  <a:srgbClr val="5E5E5E"/>
                </a:solidFill>
                <a:effectLst/>
                <a:latin typeface="Arial" panose="020B0604020202020204" pitchFamily="34" charset="0"/>
                <a:cs typeface="Arial" panose="020B0604020202020204" pitchFamily="34" charset="0"/>
              </a:rPr>
              <a:t> – What are their general beliefs and values</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7690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Preliminary Target Market Analysis </a:t>
            </a:r>
          </a:p>
        </p:txBody>
      </p:sp>
      <p:sp>
        <p:nvSpPr>
          <p:cNvPr id="3" name="Content Placeholder 2"/>
          <p:cNvSpPr>
            <a:spLocks noGrp="1"/>
          </p:cNvSpPr>
          <p:nvPr>
            <p:ph idx="1"/>
          </p:nvPr>
        </p:nvSpPr>
        <p:spPr/>
        <p:txBody>
          <a:bodyPr vert="horz" lIns="91440" tIns="45720" rIns="91440" bIns="45720" rtlCol="0" anchor="t">
            <a:normAutofit/>
          </a:bodyPr>
          <a:lstStyle/>
          <a:p>
            <a:r>
              <a:rPr lang="en-US" b="1" dirty="0">
                <a:ea typeface="+mn-lt"/>
                <a:cs typeface="+mn-lt"/>
              </a:rPr>
              <a:t>Who: </a:t>
            </a:r>
            <a:r>
              <a:rPr lang="en-US" dirty="0">
                <a:ea typeface="+mn-lt"/>
                <a:cs typeface="+mn-lt"/>
              </a:rPr>
              <a:t>Start with questioning yourself about who is going to buy your product. Are they children, teens, millennials, or baby boomers? Are they males or females? Are they service classed or self-employed? What’s their yearly income?</a:t>
            </a:r>
            <a:endParaRPr lang="en-US" dirty="0">
              <a:cs typeface="Calibri"/>
            </a:endParaRPr>
          </a:p>
          <a:p>
            <a:r>
              <a:rPr lang="en-US" b="1" dirty="0">
                <a:ea typeface="+mn-lt"/>
                <a:cs typeface="+mn-lt"/>
              </a:rPr>
              <a:t>What: </a:t>
            </a:r>
            <a:r>
              <a:rPr lang="en-US" dirty="0">
                <a:ea typeface="+mn-lt"/>
                <a:cs typeface="+mn-lt"/>
              </a:rPr>
              <a:t>What type of products and services do they buy now and what do they expect from it? Does your product fits their requirements?</a:t>
            </a:r>
            <a:endParaRPr lang="en-US" dirty="0"/>
          </a:p>
          <a:p>
            <a:r>
              <a:rPr lang="en-US" b="1" dirty="0">
                <a:ea typeface="+mn-lt"/>
                <a:cs typeface="+mn-lt"/>
              </a:rPr>
              <a:t>When: </a:t>
            </a:r>
            <a:r>
              <a:rPr lang="en-US" dirty="0">
                <a:ea typeface="+mn-lt"/>
                <a:cs typeface="+mn-lt"/>
              </a:rPr>
              <a:t>When do they buy the product? Is it daily or rarely? When do they use the product?</a:t>
            </a:r>
            <a:endParaRPr lang="en-US" dirty="0"/>
          </a:p>
          <a:p>
            <a:r>
              <a:rPr lang="en-US" b="1" dirty="0">
                <a:ea typeface="+mn-lt"/>
                <a:cs typeface="+mn-lt"/>
              </a:rPr>
              <a:t>Where: </a:t>
            </a:r>
            <a:r>
              <a:rPr lang="en-US" dirty="0">
                <a:ea typeface="+mn-lt"/>
                <a:cs typeface="+mn-lt"/>
              </a:rPr>
              <a:t>Where do they live? Where do they use the product?</a:t>
            </a:r>
            <a:endParaRPr lang="en-US" dirty="0"/>
          </a:p>
          <a:p>
            <a:r>
              <a:rPr lang="en-US" b="1" dirty="0">
                <a:ea typeface="+mn-lt"/>
                <a:cs typeface="+mn-lt"/>
              </a:rPr>
              <a:t>Why: </a:t>
            </a:r>
            <a:r>
              <a:rPr lang="en-US" dirty="0">
                <a:ea typeface="+mn-lt"/>
                <a:cs typeface="+mn-lt"/>
              </a:rPr>
              <a:t>Do they buy it because it’s their need, or is it a luxury product for them?</a:t>
            </a:r>
            <a:endParaRPr lang="en-US" dirty="0"/>
          </a:p>
          <a:p>
            <a:pPr lvl="1"/>
            <a:endParaRPr lang="en-US" dirty="0">
              <a:cs typeface="Calibri"/>
            </a:endParaRPr>
          </a:p>
          <a:p>
            <a:endParaRPr lang="en-US" dirty="0"/>
          </a:p>
        </p:txBody>
      </p:sp>
    </p:spTree>
    <p:extLst>
      <p:ext uri="{BB962C8B-B14F-4D97-AF65-F5344CB8AC3E}">
        <p14:creationId xmlns:p14="http://schemas.microsoft.com/office/powerpoint/2010/main" val="1290617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56E7-A5B6-4005-B712-1E128FA251BF}"/>
              </a:ext>
            </a:extLst>
          </p:cNvPr>
          <p:cNvSpPr>
            <a:spLocks noGrp="1"/>
          </p:cNvSpPr>
          <p:nvPr>
            <p:ph type="title"/>
          </p:nvPr>
        </p:nvSpPr>
        <p:spPr/>
        <p:txBody>
          <a:bodyPr/>
          <a:lstStyle/>
          <a:p>
            <a:r>
              <a:rPr lang="en-US" dirty="0"/>
              <a:t>7- Identify classes </a:t>
            </a:r>
          </a:p>
        </p:txBody>
      </p:sp>
      <p:sp>
        <p:nvSpPr>
          <p:cNvPr id="3" name="Content Placeholder 2">
            <a:extLst>
              <a:ext uri="{FF2B5EF4-FFF2-40B4-BE49-F238E27FC236}">
                <a16:creationId xmlns:a16="http://schemas.microsoft.com/office/drawing/2014/main" id="{01446C58-5243-4AAA-8F71-B2315088E98B}"/>
              </a:ext>
            </a:extLst>
          </p:cNvPr>
          <p:cNvSpPr>
            <a:spLocks noGrp="1"/>
          </p:cNvSpPr>
          <p:nvPr>
            <p:ph idx="1"/>
          </p:nvPr>
        </p:nvSpPr>
        <p:spPr/>
        <p:txBody>
          <a:bodyPr vert="horz" lIns="91440" tIns="45720" rIns="91440" bIns="45720" rtlCol="0" anchor="t">
            <a:normAutofit/>
          </a:bodyPr>
          <a:lstStyle/>
          <a:p>
            <a:r>
              <a:rPr lang="en-US" dirty="0"/>
              <a:t>Discuss with each other </a:t>
            </a:r>
          </a:p>
          <a:p>
            <a:r>
              <a:rPr lang="en-US" dirty="0">
                <a:cs typeface="Calibri"/>
              </a:rPr>
              <a:t>Identify User Classes </a:t>
            </a:r>
          </a:p>
          <a:p>
            <a:r>
              <a:rPr lang="en-US" dirty="0">
                <a:cs typeface="Calibri"/>
              </a:rPr>
              <a:t>Be careful while identifying the classes, don’t include unnecessary classes</a:t>
            </a:r>
          </a:p>
        </p:txBody>
      </p:sp>
    </p:spTree>
    <p:extLst>
      <p:ext uri="{BB962C8B-B14F-4D97-AF65-F5344CB8AC3E}">
        <p14:creationId xmlns:p14="http://schemas.microsoft.com/office/powerpoint/2010/main" val="1323021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5152" y="2066544"/>
            <a:ext cx="10521696" cy="4024037"/>
          </a:xfrm>
        </p:spPr>
        <p:txBody>
          <a:bodyPr>
            <a:normAutofit fontScale="85000" lnSpcReduction="20000"/>
          </a:bodyPr>
          <a:lstStyle/>
          <a:p>
            <a:r>
              <a:rPr lang="en-US" dirty="0"/>
              <a:t>There are 3 main </a:t>
            </a:r>
            <a:r>
              <a:rPr lang="en-US" b="1" dirty="0"/>
              <a:t>types of user</a:t>
            </a:r>
          </a:p>
          <a:p>
            <a:pPr marL="514350" indent="-514350">
              <a:buFont typeface="+mj-lt"/>
              <a:buAutoNum type="arabicPeriod"/>
            </a:pPr>
            <a:r>
              <a:rPr lang="en-US" dirty="0"/>
              <a:t>Novice</a:t>
            </a:r>
          </a:p>
          <a:p>
            <a:pPr marL="514350" indent="-514350">
              <a:buFont typeface="+mj-lt"/>
              <a:buAutoNum type="arabicPeriod"/>
            </a:pPr>
            <a:r>
              <a:rPr lang="en-US" dirty="0"/>
              <a:t>Knowledgeable / intermittent user/ Casual user </a:t>
            </a:r>
          </a:p>
          <a:p>
            <a:pPr marL="514350" indent="-514350">
              <a:buFont typeface="+mj-lt"/>
              <a:buAutoNum type="arabicPeriod"/>
            </a:pPr>
            <a:r>
              <a:rPr lang="en-US" dirty="0"/>
              <a:t>Expert / frequent user</a:t>
            </a:r>
          </a:p>
          <a:p>
            <a:endParaRPr lang="en-US" dirty="0"/>
          </a:p>
          <a:p>
            <a:r>
              <a:rPr lang="en-US" dirty="0"/>
              <a:t>Users can however, be </a:t>
            </a:r>
            <a:r>
              <a:rPr lang="en-US" b="1" dirty="0"/>
              <a:t>classified</a:t>
            </a:r>
            <a:r>
              <a:rPr lang="en-US" dirty="0"/>
              <a:t> in any other way that is appropriate to the system being built. </a:t>
            </a:r>
            <a:r>
              <a:rPr lang="en-US" b="1" dirty="0"/>
              <a:t>(user classes)</a:t>
            </a:r>
          </a:p>
          <a:p>
            <a:pPr marL="514350" indent="-514350">
              <a:buFont typeface="+mj-lt"/>
              <a:buAutoNum type="arabicPeriod"/>
            </a:pPr>
            <a:r>
              <a:rPr lang="en-US" dirty="0"/>
              <a:t>	Some users may have keyboard skills, others not.</a:t>
            </a:r>
          </a:p>
          <a:p>
            <a:pPr marL="514350" indent="-514350">
              <a:buFont typeface="+mj-lt"/>
              <a:buAutoNum type="arabicPeriod"/>
            </a:pPr>
            <a:r>
              <a:rPr lang="en-US" dirty="0"/>
              <a:t>	Some users may have knowledge of other similar systems, others not.</a:t>
            </a:r>
          </a:p>
          <a:p>
            <a:endParaRPr lang="en-US" dirty="0"/>
          </a:p>
        </p:txBody>
      </p:sp>
      <p:sp>
        <p:nvSpPr>
          <p:cNvPr id="3" name="Title 2"/>
          <p:cNvSpPr>
            <a:spLocks noGrp="1"/>
          </p:cNvSpPr>
          <p:nvPr>
            <p:ph type="title"/>
          </p:nvPr>
        </p:nvSpPr>
        <p:spPr>
          <a:xfrm>
            <a:off x="603504" y="767419"/>
            <a:ext cx="10753344" cy="1299125"/>
          </a:xfrm>
        </p:spPr>
        <p:txBody>
          <a:bodyPr/>
          <a:lstStyle/>
          <a:p>
            <a:r>
              <a:rPr lang="en-US" dirty="0"/>
              <a:t>User Classification</a:t>
            </a:r>
          </a:p>
        </p:txBody>
      </p:sp>
    </p:spTree>
    <p:extLst>
      <p:ext uri="{BB962C8B-B14F-4D97-AF65-F5344CB8AC3E}">
        <p14:creationId xmlns:p14="http://schemas.microsoft.com/office/powerpoint/2010/main" val="30324172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User Classes</a:t>
            </a:r>
          </a:p>
        </p:txBody>
      </p:sp>
      <p:sp>
        <p:nvSpPr>
          <p:cNvPr id="5" name="Content Placeholder 4"/>
          <p:cNvSpPr>
            <a:spLocks noGrp="1"/>
          </p:cNvSpPr>
          <p:nvPr>
            <p:ph sz="quarter" idx="1"/>
          </p:nvPr>
        </p:nvSpPr>
        <p:spPr/>
        <p:txBody>
          <a:bodyPr/>
          <a:lstStyle/>
          <a:p>
            <a:r>
              <a:rPr lang="en-US" dirty="0"/>
              <a:t>What will be user classes for UCP portal ? </a:t>
            </a:r>
          </a:p>
          <a:p>
            <a:endParaRPr lang="en-US" dirty="0"/>
          </a:p>
          <a:p>
            <a:r>
              <a:rPr lang="en-US" dirty="0"/>
              <a:t>What will be user classes for ATM ? </a:t>
            </a:r>
          </a:p>
          <a:p>
            <a:endParaRPr lang="en-US" dirty="0"/>
          </a:p>
          <a:p>
            <a:r>
              <a:rPr lang="en-US" dirty="0"/>
              <a:t>What will be user classes for </a:t>
            </a:r>
            <a:r>
              <a:rPr lang="en-US" dirty="0" err="1"/>
              <a:t>facebook</a:t>
            </a:r>
            <a:r>
              <a:rPr lang="en-US" dirty="0"/>
              <a:t>?</a:t>
            </a:r>
          </a:p>
        </p:txBody>
      </p:sp>
    </p:spTree>
    <p:extLst>
      <p:ext uri="{BB962C8B-B14F-4D97-AF65-F5344CB8AC3E}">
        <p14:creationId xmlns:p14="http://schemas.microsoft.com/office/powerpoint/2010/main" val="2619203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User Classes</a:t>
            </a:r>
          </a:p>
        </p:txBody>
      </p:sp>
      <p:sp>
        <p:nvSpPr>
          <p:cNvPr id="5" name="Content Placeholder 4"/>
          <p:cNvSpPr>
            <a:spLocks noGrp="1"/>
          </p:cNvSpPr>
          <p:nvPr>
            <p:ph sz="quarter" idx="1"/>
          </p:nvPr>
        </p:nvSpPr>
        <p:spPr/>
        <p:txBody>
          <a:bodyPr/>
          <a:lstStyle/>
          <a:p>
            <a:r>
              <a:rPr lang="en-US" dirty="0"/>
              <a:t>When two user groups are there who behave differently with the system or system behaves differently with them. </a:t>
            </a:r>
          </a:p>
        </p:txBody>
      </p:sp>
    </p:spTree>
    <p:extLst>
      <p:ext uri="{BB962C8B-B14F-4D97-AF65-F5344CB8AC3E}">
        <p14:creationId xmlns:p14="http://schemas.microsoft.com/office/powerpoint/2010/main" val="3939887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8BC92-25CA-4925-BA8C-C4B3E24C4B0C}"/>
              </a:ext>
            </a:extLst>
          </p:cNvPr>
          <p:cNvSpPr>
            <a:spLocks noGrp="1"/>
          </p:cNvSpPr>
          <p:nvPr>
            <p:ph type="title"/>
          </p:nvPr>
        </p:nvSpPr>
        <p:spPr/>
        <p:txBody>
          <a:bodyPr/>
          <a:lstStyle/>
          <a:p>
            <a:r>
              <a:rPr lang="en-US" dirty="0"/>
              <a:t>User Classification </a:t>
            </a:r>
          </a:p>
        </p:txBody>
      </p:sp>
      <p:pic>
        <p:nvPicPr>
          <p:cNvPr id="4" name="Picture 2" descr="Figure 1: UX relates to the primary user, Co-experience relates to the shared experience by the system of both users, and secondary UX relates to the secondary user. The solid arrows indicate interaction, while the dotted arrow indicates indirect interaction.">
            <a:extLst>
              <a:ext uri="{FF2B5EF4-FFF2-40B4-BE49-F238E27FC236}">
                <a16:creationId xmlns:a16="http://schemas.microsoft.com/office/drawing/2014/main" id="{7C6AB780-7C2D-4667-AFEE-C3A92A35E79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7933" y="2157731"/>
            <a:ext cx="11396134" cy="4063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1442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63BB9-9667-47C8-898A-5EA75B32512B}"/>
              </a:ext>
            </a:extLst>
          </p:cNvPr>
          <p:cNvSpPr>
            <a:spLocks noGrp="1"/>
          </p:cNvSpPr>
          <p:nvPr>
            <p:ph type="title"/>
          </p:nvPr>
        </p:nvSpPr>
        <p:spPr/>
        <p:txBody>
          <a:bodyPr/>
          <a:lstStyle/>
          <a:p>
            <a:r>
              <a:rPr lang="en-US" dirty="0"/>
              <a:t>Primary/Secondary Users </a:t>
            </a:r>
          </a:p>
        </p:txBody>
      </p:sp>
      <p:pic>
        <p:nvPicPr>
          <p:cNvPr id="1026" name="Picture 2" descr="Fig. 1. Descriptive model for face-to-face interaction showing location of primary and secondary users with respect to shared technology usage.">
            <a:extLst>
              <a:ext uri="{FF2B5EF4-FFF2-40B4-BE49-F238E27FC236}">
                <a16:creationId xmlns:a16="http://schemas.microsoft.com/office/drawing/2014/main" id="{DA3207A9-F0F5-456A-BD60-B241D9A40731}"/>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7498" b="7425"/>
          <a:stretch/>
        </p:blipFill>
        <p:spPr bwMode="auto">
          <a:xfrm>
            <a:off x="1850145" y="1755386"/>
            <a:ext cx="9146558" cy="4572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723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882E5-7553-490A-843F-A4E58B349622}"/>
              </a:ext>
            </a:extLst>
          </p:cNvPr>
          <p:cNvSpPr>
            <a:spLocks noGrp="1"/>
          </p:cNvSpPr>
          <p:nvPr>
            <p:ph type="title"/>
          </p:nvPr>
        </p:nvSpPr>
        <p:spPr/>
        <p:txBody>
          <a:bodyPr/>
          <a:lstStyle/>
          <a:p>
            <a:r>
              <a:rPr lang="en-US" dirty="0"/>
              <a:t>Identify user classes</a:t>
            </a:r>
          </a:p>
        </p:txBody>
      </p:sp>
      <p:sp>
        <p:nvSpPr>
          <p:cNvPr id="3" name="Content Placeholder 2">
            <a:extLst>
              <a:ext uri="{FF2B5EF4-FFF2-40B4-BE49-F238E27FC236}">
                <a16:creationId xmlns:a16="http://schemas.microsoft.com/office/drawing/2014/main" id="{5889B67B-EBBA-49A6-B3B5-E547A2DCB6C8}"/>
              </a:ext>
            </a:extLst>
          </p:cNvPr>
          <p:cNvSpPr>
            <a:spLocks noGrp="1"/>
          </p:cNvSpPr>
          <p:nvPr>
            <p:ph sz="quarter" idx="1"/>
          </p:nvPr>
        </p:nvSpPr>
        <p:spPr/>
        <p:txBody>
          <a:bodyPr/>
          <a:lstStyle/>
          <a:p>
            <a:r>
              <a:rPr lang="en-US" dirty="0"/>
              <a:t>E-commerce website</a:t>
            </a:r>
          </a:p>
        </p:txBody>
      </p:sp>
    </p:spTree>
    <p:extLst>
      <p:ext uri="{BB962C8B-B14F-4D97-AF65-F5344CB8AC3E}">
        <p14:creationId xmlns:p14="http://schemas.microsoft.com/office/powerpoint/2010/main" val="24236247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User Classification</a:t>
            </a:r>
          </a:p>
        </p:txBody>
      </p:sp>
      <p:sp>
        <p:nvSpPr>
          <p:cNvPr id="2" name="Text Placeholder 1"/>
          <p:cNvSpPr>
            <a:spLocks noGrp="1"/>
          </p:cNvSpPr>
          <p:nvPr>
            <p:ph sz="quarter" idx="1"/>
          </p:nvPr>
        </p:nvSpPr>
        <p:spPr/>
        <p:txBody>
          <a:bodyPr>
            <a:normAutofit/>
          </a:bodyPr>
          <a:lstStyle/>
          <a:p>
            <a:r>
              <a:rPr lang="en-US" dirty="0"/>
              <a:t>The advantages of classification mean that generalizations can be made about users and their needs.</a:t>
            </a:r>
          </a:p>
          <a:p>
            <a:pPr marL="457200" indent="-457200">
              <a:buFont typeface="Arial" panose="020B0604020202020204" pitchFamily="34" charset="0"/>
              <a:buChar char="•"/>
            </a:pPr>
            <a:r>
              <a:rPr lang="en-US" dirty="0"/>
              <a:t>This doesn’t necessarily mean that the best system has been designed for every individual.</a:t>
            </a:r>
          </a:p>
          <a:p>
            <a:pPr marL="457200" indent="-457200">
              <a:buFont typeface="Arial" panose="020B0604020202020204" pitchFamily="34" charset="0"/>
              <a:buChar char="•"/>
            </a:pPr>
            <a:r>
              <a:rPr lang="en-US" dirty="0"/>
              <a:t>It means that the system has been designed to fit the a user group</a:t>
            </a:r>
          </a:p>
          <a:p>
            <a:endParaRPr lang="en-US" dirty="0"/>
          </a:p>
        </p:txBody>
      </p:sp>
    </p:spTree>
    <p:extLst>
      <p:ext uri="{BB962C8B-B14F-4D97-AF65-F5344CB8AC3E}">
        <p14:creationId xmlns:p14="http://schemas.microsoft.com/office/powerpoint/2010/main" val="40117988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B887D-38C6-47F3-8B83-281E23D7AF9F}"/>
              </a:ext>
            </a:extLst>
          </p:cNvPr>
          <p:cNvSpPr>
            <a:spLocks noGrp="1"/>
          </p:cNvSpPr>
          <p:nvPr>
            <p:ph type="title"/>
          </p:nvPr>
        </p:nvSpPr>
        <p:spPr/>
        <p:txBody>
          <a:bodyPr/>
          <a:lstStyle/>
          <a:p>
            <a:r>
              <a:rPr lang="en-US" dirty="0"/>
              <a:t>User classification</a:t>
            </a:r>
          </a:p>
        </p:txBody>
      </p:sp>
      <p:sp>
        <p:nvSpPr>
          <p:cNvPr id="3" name="Content Placeholder 2">
            <a:extLst>
              <a:ext uri="{FF2B5EF4-FFF2-40B4-BE49-F238E27FC236}">
                <a16:creationId xmlns:a16="http://schemas.microsoft.com/office/drawing/2014/main" id="{849E0804-4517-4871-90B3-EA6CCEEE3496}"/>
              </a:ext>
            </a:extLst>
          </p:cNvPr>
          <p:cNvSpPr>
            <a:spLocks noGrp="1"/>
          </p:cNvSpPr>
          <p:nvPr>
            <p:ph sz="quarter" idx="1"/>
          </p:nvPr>
        </p:nvSpPr>
        <p:spPr/>
        <p:txBody>
          <a:bodyPr/>
          <a:lstStyle/>
          <a:p>
            <a:r>
              <a:rPr lang="en-US" dirty="0"/>
              <a:t>One of the advantage is at the time of installation one can </a:t>
            </a:r>
            <a:r>
              <a:rPr lang="en-US"/>
              <a:t>set profile </a:t>
            </a:r>
            <a:r>
              <a:rPr lang="en-US" dirty="0"/>
              <a:t>+ no of options. </a:t>
            </a:r>
          </a:p>
        </p:txBody>
      </p:sp>
    </p:spTree>
    <p:extLst>
      <p:ext uri="{BB962C8B-B14F-4D97-AF65-F5344CB8AC3E}">
        <p14:creationId xmlns:p14="http://schemas.microsoft.com/office/powerpoint/2010/main" val="20645394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97C3E-11DB-4646-8B6C-184EA631829C}"/>
              </a:ext>
            </a:extLst>
          </p:cNvPr>
          <p:cNvSpPr>
            <a:spLocks noGrp="1"/>
          </p:cNvSpPr>
          <p:nvPr>
            <p:ph type="title"/>
          </p:nvPr>
        </p:nvSpPr>
        <p:spPr/>
        <p:txBody>
          <a:bodyPr/>
          <a:lstStyle/>
          <a:p>
            <a:r>
              <a:rPr lang="en-US" dirty="0"/>
              <a:t>8- Make sketches and storyboards</a:t>
            </a:r>
          </a:p>
        </p:txBody>
      </p:sp>
      <p:sp>
        <p:nvSpPr>
          <p:cNvPr id="3" name="Content Placeholder 2">
            <a:extLst>
              <a:ext uri="{FF2B5EF4-FFF2-40B4-BE49-F238E27FC236}">
                <a16:creationId xmlns:a16="http://schemas.microsoft.com/office/drawing/2014/main" id="{F090E2A8-6569-4EE2-AAC2-6D441BA81A39}"/>
              </a:ext>
            </a:extLst>
          </p:cNvPr>
          <p:cNvSpPr>
            <a:spLocks noGrp="1"/>
          </p:cNvSpPr>
          <p:nvPr>
            <p:ph idx="1"/>
          </p:nvPr>
        </p:nvSpPr>
        <p:spPr/>
        <p:txBody>
          <a:bodyPr vert="horz" lIns="91440" tIns="45720" rIns="91440" bIns="45720" rtlCol="0" anchor="t">
            <a:normAutofit/>
          </a:bodyPr>
          <a:lstStyle/>
          <a:p>
            <a:r>
              <a:rPr lang="en-US" dirty="0"/>
              <a:t>Brainstorm and gradually build the idea </a:t>
            </a:r>
          </a:p>
          <a:p>
            <a:r>
              <a:rPr lang="en-US" dirty="0">
                <a:cs typeface="Calibri"/>
              </a:rPr>
              <a:t>Write story boards and make sketches for the finalized idea</a:t>
            </a:r>
          </a:p>
        </p:txBody>
      </p:sp>
    </p:spTree>
    <p:extLst>
      <p:ext uri="{BB962C8B-B14F-4D97-AF65-F5344CB8AC3E}">
        <p14:creationId xmlns:p14="http://schemas.microsoft.com/office/powerpoint/2010/main" val="752048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we just did is Brainstorming </a:t>
            </a:r>
          </a:p>
        </p:txBody>
      </p:sp>
      <p:sp>
        <p:nvSpPr>
          <p:cNvPr id="3" name="Content Placeholder 2"/>
          <p:cNvSpPr>
            <a:spLocks noGrp="1"/>
          </p:cNvSpPr>
          <p:nvPr>
            <p:ph idx="1"/>
          </p:nvPr>
        </p:nvSpPr>
        <p:spPr>
          <a:xfrm>
            <a:off x="838200" y="1825625"/>
            <a:ext cx="5338011" cy="4351338"/>
          </a:xfrm>
        </p:spPr>
        <p:txBody>
          <a:bodyPr>
            <a:normAutofit/>
          </a:bodyPr>
          <a:lstStyle/>
          <a:p>
            <a:r>
              <a:rPr lang="en-US" dirty="0"/>
              <a:t>Brainstorming</a:t>
            </a:r>
          </a:p>
          <a:p>
            <a:pPr lvl="1"/>
            <a:r>
              <a:rPr lang="en-US" dirty="0"/>
              <a:t>any group activity involving the pursuit of new ideas</a:t>
            </a:r>
          </a:p>
          <a:p>
            <a:pPr lvl="1"/>
            <a:r>
              <a:rPr lang="en-US" dirty="0"/>
              <a:t>a technique used to generate numerous ideas using the composite talent and experience of a group in a facilitated meeting environment.</a:t>
            </a:r>
          </a:p>
        </p:txBody>
      </p:sp>
      <p:sp>
        <p:nvSpPr>
          <p:cNvPr id="4" name="AutoShape 2" descr="data:image/jpeg;base64,/9j/4AAQSkZJRgABAQAAAQABAAD/2wCEAAkGBxMSEhUSEhIWFhUVGBoYGBgXGBUYFxoaGBsYGB4YGBUYHSggGB0lHxsYITEhJykrLy4uFyAzODMtNygtLysBCgoKDg0OGxAQGy0lICUtLS8tLS0tLy8vLy0tLS0tLS0tLS0tLS0tLS8tLS0tLS0tLS0tLS8tLS0tLS0tLS0tLf/AABEIAKQBMwMBEQACEQEDEQH/xAAcAAABBQEBAQAAAAAAAAAAAAAAAgMEBQYBBwj/xABHEAACAQIDBQUEBwUFBwUBAAABAhEAAwQSIQUGMUFREyJhcYEykaHRBxQVQlKxwSNicpLwM4KT0uFDU2NzorLxJFSks8IW/8QAGwEAAgMBAQEAAAAAAAAAAAAAAAMBAgQFBgf/xAA9EQACAQIEAggFAgQGAQUAAAAAAQIDEQQSITFBUQUTYXGBkbHwIjKhwdEU4SMzUvEGFUJTYpIWNHKCotL/2gAMAwEAAhEDEQA/AHa3HjQoAKACgAoAKACgAoAKACgAoAKACgAoICakDk0Acmgg5NABNABNABNABNAHZoA7NBJ2oAKCQoAKACgAoAKACgAoAKACgAoAKACgBQoJE0EBQAUAFABQAUAFABQAUAFABQAUAFSQJJoA4TQQJJqSDk0AcmgAmggJoJCaAOzQB2aAOg0EigagBQNBIVBIUAFABQAUAFABQAUAFABQAUAFAChQSJoICgBF68qCWYKOpIA+NBMYuTslcaXH2iYF1CT+8vzoui7o1FvF+RIoFhQAUAStnYC5fcW7Sy0T0AA5k9PnUSkkrsZSozqyyw3ObQwL2XNu4sMPUEHgQeYoTTV0FWlKlLLPcZtgSM05ZExxjnE84qRatfXYfxotZ27LPk+7mAnhzjx+FQr21GVOrzPJe3C4jHdnnPY58nLPGb4VKvbUrUyZnkvbtIxNSLEE1JBwmgDjaaGghiZqQOTQQE0AczUBcM1AXNlsrc0FA19mDHXIsCPAkgya4uI6Valaklbmz0OF6FTipVm78lw7yFvDuybC9rbYsg9oGMyzzkaEflT8H0gq0sk1Z/RmbH9FvDx6yDvHjfdfsZ4GukcgUDQSKBqCRQNBJ2oAKCQoAKAH8DhWu3FtJ7TmBPDrJ8AJPpQ3ZXL06bqTUI7sudu7q3MNb7XOrrIDQCCJ0HMyJ09RS4VFJ2NeJwE6EM97oz9MMIUAFABQAUAKFBImggcw9ku6ovtMQo5akwNaG7Ewi5SUVuwGzLBxi2scB2dtLmbiQGBtgEZZ5mPWl1JxjBze3b3o63RuHnKq6KWt7adzZY7T2JsXsrnYgG5lOQQ/GPFRWeniqc5qKa1O3X6Nr0abqOMkkU2HPcX+EfkK2I8dL5mOUEBQBYbC2i9i8rpGvdYHUFSRP5A+lVnFND8NWlSqKUe7wK/fbaVy6mIuuYYIwGXQALIgc+vvqEko6DetlVxKc+dvI0FndHZgRM1pcxRCZv4kGWVWMgXI51nzM9B1cORP2fuJsy7my2AcsezexJ4z/wAXwqHNolUoPgGB3C2bcMfVuU6X8QY4aN+17p8PA1hwvSHXyypcL73t2Pk+zsfI0VcFCmr/AG9OaPPNk6Iy6wt26okkwquwAk+FdmnseSx9o1nY2O1N0ms4UYg3QSApZY0AYgaNOsSOWtVjVvKw2t0fKlR61y5XXf2mK23edLXaWmKvbZXBH7rA+oHGPCrz2EYJrrkn7ZtL2EGNLYjIbbXQpTWVLQBmiNVdsq6GQSpghqopZNDTUo/qJOpbK3t3/hvTmnZ7My2annKuE0AcmgCTfx5dUUqgFsFQQigmdZbqfGoUbMZKq5RUbLTsHm2oWFhWRMtkyMqhWYFgxzHgeHhVJU7qST3L/qH8F0rRfBb63PTlxBcI1sqVcSCQT48iOIn3V5CUMjcZbo9zCanFSi9GV+8OMCYW6bkd8MigcyZA4+p8hWnBUnPERy8NX4GPpGrGGGnm4ppd793MNh8SgQAmAAQyZfaJ0BzadRz5V6VxdzycZxUfVcyCDTBIoGoJH8PtRMPme4LRVlKftYygtzEnjp+dVku0fQlJSeWOa65X8SPhN5sMhJ7TDNIIhmUjXnGbl+lQ7PiOp060Hfq796ZH+28N/wC4s/4ifOpuhf6at/Q/Jh9t4b/3Fn/ET50XQfpq39D8mTbVwMAykMDqCDIPkRQKaadmWm7uPFjEJcYArOU+AbSR4j8pqs1eNh+Eq9VWjJr2zb79Y8W8P2cAm6conkBBJ8xpHjSKSvI7XSVXJRy230PNq0nnSdsPBLev27TtlViZI46AmBPMxHrUSdlcdhqSq1YwbsmTt7NkW8NcVbbEhlkgkErrHHof0NVpyclqPx2HhQmlF7oo6uYgoAUKCRNBAuzbLMqgSWIAGgknQDXShkxTk0kLTDxiylxJhLgZZ5h7ekrPCq5I1Fllqmjp4GpUw85SjpJP7PvJmLt2ctzs7JGVT3znAkrrAbjBkTzpFHDUFJuMLOPZ6HbxeOxbpxjOpmU1tdfW39yBsy+qp3ravmthQTPdJHtDlP8AQitFtjyuZRlK6ve/h2kjB4pEzZrKPmUqJLd0ngw1Oo/o0NN8Qp1IxveKentmh3U2/YsWWtXVMsxMxIYEAQ3SPypdSDbujfgcXSpU3Ca/cy91SrEEQQeHT15+dNOY04vXQib2r+zxQH/E/M1X/SaKf/qf/l9y/wAPvrss5M+It6IoM2b5aVQLxFvXUda40qeN69tNZOXHbu59p61VMPk1TzePvYl7P3/2baDRikBYr7NrEDhPH9l41fCU8Wr/AKhp7Wt9eCIq1KGnVprzJdv6S9nAicZpI/2eI4f4dbFCwnOjzvY9wMjMODXbrA9QXYg61rp/KeZ6Q/nsul2tcyi07s9oCOzJ0j93oRy6R0kVbIr34mdYieVQk248vf05dxDxuFgEHvIw0aNCp016HiCORBqVqVcZQaku9P36CtzsWUF/D3LrI9m0HwzljkIVs2Qqe6WPdgdQTymlNNO1jqZqc4SqqdnbRX0TWtrdv7kWa0HFJ2xdkviXZVMKi5nhc7wTEouYZo4kTJHCTAKqk8hvwOEjiM2ZvS2xo33HQWxd+vKUPAiySSToFVRclmJ0ygTOlK698jo/5PStfM/p+DM7V2Zcw97sn1JVWURDAMSArAMRm05EjXieNOpzzK5y8bhVQmoxbd0NX8K6AFhodNCDrpoY4HXgaspJ7GaUJR3NBu7vfhMLaFrFXyjK5ZB2dx+4wjiikDvZ9K5WNwLq1M0XbQ9F0RiVGhllwbt9Pu2Q94t4LGL7P6tdNy3bXKSUdO/pycCdIp+Bw3UqV92zH0zX6ycEtkioBrecc127u6aYnDG814qxLBQIyjLp3518dI0pE6rjK1jq4Xo+Naj1jlZ6/TmZVWpxy0yXsJM2PwSnnduD/wCNfrPiY5qbje1+K3Ov0O7Vm+z7o9JTDqSBm46ca5DwTt/Mn/2Z6br1/SvIEwUnVmA/rwqv+Xy/3p+Zb9Qv6I+QnC2kLqO1Bk8Myn4VMcDKLv1s34kPEJ6ZI+R5fhP9p/zr/wD91yu3D5UeQx38+XvgZTfXW6o/4engczaiqz3N3R38t9/2Qve/eP672ftd1rjnMzN3rvZzlkmAMmgGgk0pKx0ZSuabZhmzaJ/3af8AaK0LY81W/mS736lkvcSfvuNP3UOhPm3Dyn8Qo3D5Y34v0/f07xW0Ftgqbbs5KAuW4h+YHUcPnQr8Saqgmsrb01vzIlSKCgBQoJE0EHRQBWbW2vdwrpftoG0dWJnTMUMnzg1DdjoYC0nJN66fcjYnf/EXF7MIj9osEKGkEyMviaXGq3f4be9zq1KMYpPPfS70tZ8v3LiysKoPIAfCmnm5O7bDEXcisxBOUEwOOnSgIq7sNYHE9pIgSCB3TmBJAOhHHjQWnDLaxrdqphMDhjdxjJdvooAs9plYz7KkLJMCe8REDwpGeUnaJ2YYKnCCdbV8vRdojA4/Zm07vY4XtEvMjXC0EKCCJDBj3iS093odRRmnDctUwdCtfJo/fAye2hcw902igzLxEMcxkaKRw0IMnkeHGnp3V0cjqnFuM917uOlR0FSZrsbKjoKki7HbeFuMJS27DqqsR7wKklQnLVJvwZy7g7qiWtXFA4kowHvIoCVOaV3FrwZqtg7yWLOAe1ctEkFlIAEXDczESTw0EHyHGkTpyc7o6mFxtKnhXCUezvvf2zJdnaPs3CvhcUx/Mkz/ACin68jlZab2lbvX3V/Q4cBcPsAP/wAtg5/lHeHqKMyDqZv5de7X9/oT92dt/U7zkqQXTLmyzkgzJSQWPQaeJ6rqwc7WOh0diYYdyVR2vbg+00I3jwAOdTiRdBzdoRJzmQWNvNk7wMGFGkARlWE9VPkdP/McL/V9H+DL7wbaOJxPbBcpVUWYEMULHMFMwDI0PAyNeJfShljZnH6RxMKtRSpvZe9yLicbmEKgUFsxgkydevLwq8Y2Mc6mZWStxK29suxeuBr7XAAsfs8k8ZHt6czUTi3saMJilS+GSuuzcXgcElkMtssVLEgtExwExpwipjGyFV6/Wzvw4FlhrQjO8hAY04sfwr+p5DxIBG+CKwirZpbevYvu+A4+OuEEB2VSIyKWCZeQyzBHnxmTJNGVEurN6XsuS2t3DANBQk7Hxdu1jsFcuuttFuvmdyFUTYvgSx0GpA9aVW+U6vRLtVd+X3RvLG9ODDKTi8MBIn/1Nj51yI1cS5JOlZc8yPTNUUtJ/QRZ29ghee4doYYqwfTt7cnPEBj2kQsQIHA+93VTTcl2l5YmnKmod3Lhy7+JGwO1dno9tvrOEBBkn6yhjpA7SslOWPbjnirf6v21IksMr5ZdxiMA4YOykENdvkEagg3rhBB5giu5D5UeRxv8+XvgN47ZNq8wa4pJAj2mGmp5HxqXFMXSxFSmrRYvA7jreE2sO7DqGcD+YtFVagtzVTrYuprDXwRbDZD2IW9bZEQAQZ70aBFbmT4HQSeVSpJ7GedKcZOVVW49/Yvei1It6/mYkkZjrHD3DkBEDyqwiTcnmY/jFQZMjlpQFpEZT+HiZjrUK5eooq2V309ojVIsKAFCgkTQQFBBqNm7mu6dpeuC0pEwRJj96SAvlSpVkjq4foupUV5O3Za7GNrbntZQ3bTLcQCSVUBgOuhOYUQqplcV0dUpLMndLzRnqacwkDBXIkoQOrwg97wDUXQzqp72t36epL2Jh7aX7OZ0gXF7qgnXMOcZePOTUSbyuw+goqtFykt1zf7fUd2+1u3t21iMdYW1YKFLVxspR7iai65HCMwXvcIU8BISvksjvTsqqcloRvpC2hg7+OwIw18C7ny3b+HbvLbcqkdogPf7zAcYza8aIJpO5FWUZSWV69hYb+pGK5+woJI4sJ58CYy02j8pxulF/Hv2L36GaJppzhBNSQeibq4jLhLOoH9p+LncboR0FJnG8md/Azth4+PqyDv3tK4LNtVfu3C6uBwIUIR7UkceVTTik375iek601TST0d7/QxVwxZT9645/lVAPzamr5jjvSku1v6JfuL2Xsm9iJNtRlW4ltmJAAZyoEjjEsOANDmluXp4WpUScVpor8ru3edOw7xxDYVFD3VJBCkAGBJILRR1kcuYh4Sq6rpJXa98bEcY+6O6XLAaQ8OBHQPIFTlRTrqi0b89fUPrKH2rI87bFD7jmX3AUWfMOsg/mj5O35X0DsrR9m6V8LimP5kzT/KKLvkGWm9pW7191f0Jux9gPiLy21ZSpPeZWVsqjUkqDI6CQNSKrKooq46hg5Vaiimrc076Gq2ttmxs5vq2DwLYm6gHaFVJy5hID3AjHMRrEAQaxuUpatno4UqVBZacffaxWzzhtqq6PhmwuKQBipGRipMBgSozqSCJKyPdMxqSgLq4WjiVrG0vIxOMdhcKusG2cuQcFynVRx5zrrJMmZrattDzdRtTtJbaW5W4ErHYtWUgMWlpUFYCD8I+HuqkYtMvUqJq17/YgBqvYTdFbjdmvcYnt4WZClQwHlJpbg3xNtHF06cUsmvO9hhd33P+3H+EvzqvVsesfB7Q/wDsx5d2rhAAueosgzw8f6moya7jP1sWrKm/Nji7o3zwdv8AAqMvaT+pf+2/N/gstl7v4m0e8brrBAXsmVQSZn8/fUrTiJrN1FpTafPX8Gg2PsZ7t63bdHVWPeJBGgBJ15SBHrUymkri6GGlOooyTtxNz9pul1rCWba20ZbaO1xlUsURssLbIQ94ASdeWulZNz0sfh+FLRDa4o4tjh7tlOye27LcVywLIyDuBkEgZwQ4000mpTtqitSCqxcJLRnluJ2XlvsSwlXM90TmQFNG5L4fGti11PMSk4pwfC6+vIkUCgoAKAFCgkTQQWG79tWxNlW4Fx8NQPfFVn8rH4WKlWinzOfTNj7y3FUEhVCFBxBLFgTHM8vSuY0p1cstrHvITdHB9ZS+bMl+xL+iHG32e5buJlQpmK8s0qAcv3SQW05x4VFNRjNxg7ovi3Oph41K0csr271blw7iHjcSyXLio2VVdgMgCaBiBqoE6da6qSauz5/UnKMpRi7K72049hCJkyePWpE9pygDSDbGGxSW7e0bRudkSVbUqSVKy6A6mDxg666Ul02tYnXodIxcVGstuP5HNlYrA4IX/qNss9yX74AVQoHdUkZ8oAL5TPA6ijJJ2zDZdIUop9Urvfkvz2+Bn1xF53dgSxc5nkAqT4qdPLpypzypHGU6kpN7335fj3oNOiMSP7NhoQZKT4NqyesjxFSrlWovTZ/T8rxv3oi4iyyGGETqOYI6qRow8RVk7i5Rcd/f5N1uvtXCphbaXcQEdc0rpzdiOIPI0mpGWa6R2sFXoRoRjOdnr6sqt/doWLq2RZui5lLluGkhI5DpVqSkr3Rm6Tq0pqKpyvv9jL43RbS9Lc/zO7fllpq3ZzqmkYrs9W/2Lnc/b2HsWbyXboVmxFlwIY91GtFjIB4AH3UipFuV0dTCVY06OWV73T2eyl3Gjs73YAOjduul66xOV5ysHAPs+I0pfVysbY4uipJ67v8A0vt7DzdyGmDIM8CfzHCtnA807qRstr7u2LllMRg8wzqGKFsyjqoJ1DAyOMaVy6vSUaFVU6ni+R6D/J44mj12G0dvl5812My42fc4lcg6uQgPlnIn0mumpxeqd+44f6eovmVu/T1NR9HRt28XBuhme2yqFDRMq3tMAZhTwHrSa93HY6PRWSFf5rtp/Z8bDO+Nu9gcbdurYF9cYVKQEZg1tIZMrW3Y/ikQI8qyrU7U7wk3a9y2+j/Zt98S+PvWDhwbPYpbIVWaXDlyqokDQASJOvKKHyL0k3LO1YzO9e0GGIvsqJGZis2rUsB94MyEkGJnXjW2nH4UebxVRvENWSTfGK89ipwW1rjA/wBnoYBW1bAOg4SvIyKtlTFVJyg1b0j9kS12jd/HHkFH5Coyop19Tn6ChtC9/vbno7D8jRlXIOuqP/U/Nihj7v8Avbn87/OjKuQdbU/qfmwuY9wJa6wHUuY+JqLIsp1HxfmzvaE8ST5k0EZm92NXryJGYhcxgTprx4+lARg5bInbE2gLV63fWGCtygyNVYA9YJ9arJXVhtGfU1Yza29+h6F9mduzXkvW7lq6Qwt3LRuIDkVCSBcXMYUe0DGsRrON6aM9RBxqLNF3TEPZGCY4i7eUoEZUsohQZnKMcgZ2InIO6IUanTWZjFydkUrVY0Y55Pw/BgMYpJNyQwdicw0EnUgj7p8PdI1rWuR5iom3m3u9+37Ps9TmFw2fP30XIpbvGC0CYUczQ3YIQzX1Ssr68e4XgsD2hYdpbXKpbvNAMch40OVi1OlnbV0rK+rIlSJFCgsJoIFI5UhgYIIIPQjUGgE2ndGx+3MHi7arjUh14NDRPVWTvLPMHTzrJUw2btPSYLpvq1q8r7rp+v7HMXtzDYS29nBJDkkM5DaEaSS/eYjWOQ+FTSw6iVx/TLqXSd5bX2SMk2HYDMRp/XLjWm6PP5GlcaqSpsNzd3Eup294ZlJIReRjQs3XWRHhSalRrRHW6PwUakesqargvyXW18NgF/Z3LSqYk9naaUUzDu1pT2a6HvNA7p6GlqU97nRqYXDtZXFeC/BhtpYB8LegS6qQytHddTqJI01Gh9a0RkpI4FajPD1bb22fNe9GQ7rLbLIRmRoI1g5T3lM+R4datZvURJxg3F6r7br6FTicTde+THdJGgHdy5eOYmZnSOnrUpW0LScJRzcff0sO4baaglFuIwPFCVYE8zlnQ+IgjrU6Mrlq043cXbtWnvt3JAspcICdxzoEYypJ5K/LwDfzVN2tyqjGbtHR8n9n+fMv7Wx8JhmS3iy92+5UG3bMLbzRGZgQSdeR9OBOGrjVGWVHpsB/hx1KfWVfWy8Lavv2LTHbs4LF5xg7wW9a7hTMSBk7kMrd4DSMw+NMhXktzLiOjKVVfw3Zry0MF9n3c7J2bZlMMACYI01I4cONa8ytc4HU1M2WzutO4X9TA9u4i+AOdv8AokA+BIozckHVJfNJL6+n3aOZ7K8FZz1chF9UWT/10fEwvSjsm+/T6L8llsXeNrDQVXsT7VtQB07wY6lh4kzw8seMwMMRD/lwZuwPSdTDT0Xw8UvXv73r6Rd58Xbu3GawI0gMRBY8iV5RVejsNUw9LLN35Ll78i3SmMo4nEKcI6cX/V78yt2LbuhxlYqwIZSWnJlEli0aAQT/AFFbntqY73mur3XHbx8D0LB/SDbkG9YLMoKrcULmIMT3TGTNCkgE8B0rM8O+DOtT6Ygvni+9cfDgMbb35a/auJh1NuAJZiM5QnKcsaKZKiZPtHhFWhQytZheI6UdWnJUlb1tt+DJbMW857O0uccShgr0mG4HlIg+NWr1qVJKVR24HPwtKvWbhSWa2rWlvr9tRVyyhYqf2TgkFWlkkaEBhLLryOb+KrxldJrVFJQjmcX8LXB7ee6+veLtE2c2e0rdojKrNqBIjPbYHKSNNdfSp32YK9K+aKd1ZX9U9iZu/bd3YWsKl4lCsMCVXNwaWMKRGnCqzslq7DcMpSk1CmpaeXbqx/F7q4u0uZrRIHEqVYjzAM/CqqrF8S9TAYimruN+7UocThs8awRMaBhqCDoauxFOeUftwigToABJ49NaVVqwpLNN2Row2FrYuo40o3er07Nf7eCKTE3LIxDNiACjKMh1ddNCSBwJgcuVEKkKivF3RpqYavRiqck4y3aejs9vuTt27TEMAHCl4tIwjunUROus1czV9ZJLV/c0L417Zy2rjqqjLKMy5jzbQ6yZjwjpUWT3KOpKLtCTSXJtX7ffAjX77uZd2Y9WYsfealKwuUpSd5Nvv1CzeKzEEHQg6qR0I/ojlBosEZOOxo9m7vWjZbF33a3YVS5H3oWZOaDK6aaSfzVKo07Lc6eGwEakesk2o8v35fUVszZ2z8fbJwN8h1ElWJkakDOjd4AxxHxqvWSi/iNEujqNSP8ADdn5mbxNhrbsjiGUkEeIp6d9Tizg4ScZboQKCBNBA/hHAMnTQwSJAPIxUSLQaT1DFsCREHQAkaAnwFEQqNNnccZYN+NQ3r7Lf9QahE1Hd35q/wCfrc62JkHuwxAUmTwEcBy4Coyg56bakarFDZ7E2Zax2Ft23uXkNhnH7K41ucxzScvtaR8az1Lxlc9B0fJVKKjxVy5wGx7uEzJhouo8EnEXrpuKwUJObKxdYCnLKwQYMHRbd9zeouOxh9uYgLcW1ZuErYtJZDKcobsxBIC6DUkelaoLTU85ja163wPRJLTsIzY66bYIuvKHKe83stJU8eRzCfFRVsquI62o4XzPTtez2+t/oRGx9w8SG/iVG/7lNTlQp1pvRu/gn6oZt7mNYufWUZGIGtrsyRJWGILOdZloA5wIECvNYX/EFGpXySWWLvaV/K+ml+/Q9XjejqqwzcbSaS+G3nbn7sWm7GIRsXYD2rY74gjOIbXLpmic0cq9JUTyuzPN4OcZV4Zorft8ONtybvZ9VwuMLXRimdiLwKmzkMsTlErMCI8hXL/TpvNc9u+lp04dVlVrW4/kz+7WMdtqW7lqQbl9jHPI7EsDHGFJPpWh7HHg/jui0+kG4TjbihiQAvdkkA5BMDgK2UF8FzhdKSviHFPl6GapxzToE6CobSV2Sk27If8AqN3/AHT/AMrfKkfq8P8A7kf+y/Jo/RYn/bl/1f4GcHhbt92t2soyAF3eYWeChRqzaTGkVedW2wyhhVKOapdLlxHsXbu4eLNwKe1mLqTDZYPZlT7Ee1xMwPw1EJ5nqXr0IwpN0/G+9uHhf7ExcWnZxOmTKbeXi/4ywjoD7qnK833EdZHJbs27eZE2c4FwBjCtKMegcZZ9Jn0q8thdFpTs9no/H3cvtxbDfWWWO8qmRzEMAfjXK6YpyqUo5Ff4vszuf4fkoV6ilp8P3RS7WP8A6i9/zbn/AHGujQTVKKfJehxsU715v/k/URYxLJOU6HipAKnzU6GmNJi41JQ2/byPT8LZ7DD2rdqELp2j5Q5zO2UBcwOZRJ4zICgVhm7yPWYakqdJJK19X3nLTNbJZCVjNoTefMU1ggqAJEgtqeFVNGxld9cEtrEyghbqC5HQkkHTzE+taqUrxPN9I0lTr/Ds1czdwQ4YiREaCT/XGsGJShiI1JxurNaK7vzaO30ZKVbo6phqFTLPMpO7ypp6WT4bJvntsKwyA5jHdbgDEEHjp41OCV5znFNRe3LtdinTUslGjQqTjKrC6m9XJcYq/JJ2fG6LPDdxS/P2E8yNSP4VPvZa3vkcCHwpz8F38fJeqI1SLLbY2797Ehmt5QF5tIk9BAqspqO5qw+DqV03HhzK/GYR7TFLilWHEGOevEaGrJp6oz1KcqcsslZml3x3cO0cDhBZvpaCBTluEhG7oXUie8sGNOZrNnUJO56WnSdahDq+SKH6PNzL1jFJiBjbBtqzo62bjMXKlkKEEAEZhOs8KJ1YtWL0sLUg83Anb53FOMuZeWUHzCifl6U6l8pwekGniJW7PQphVzIJoICgCdsnGracsyZgViIU8wZhvKsmNo1asFGnKzv2/Y24DEUaFRyrRzK1rK2+nNovLe37JUs+HDKO7lK2xqwJGvIaNwrHhsHiadS853Xe/wAHUrdI4KdJ5aT5apd/NmZxDhnZlXIpMhJJCiBoCdTzOvWuujgTkpSvFWXI5atliFHE/wBankPGgiMXJ2RzEbZ7K4otFx2YADLpGdozNrPeIOmugAPCotzHpyTTpu1tu3n5/hcCxxW8GJuLke8xU8QMqz5lQCahQiuATxdeatKT99xSNe6CsU8dZ2hG65npML/hdSpp4iplk/8ASrad9+Pu5IwN0FsraBxkaeU8D6MFb+7WijXVVbWa4HI6R6KngKiUpKUJXSkvvyadmMOpBIIggwR0I5Vp3OPqnqXr7Y7S3cygoVUEGfEV46n0EsLiaOeSmpNpq3/F9rPWT6a/U4erki4uKTTv2ozjXWzZ5Oac0jQ5pmRHOa9jCEYQUIrRK3gjyUpylNzb1bv47+puMXtnBYpFs7RWLtsauoaAx4gMmoPCRESOcVmdF7x2O/DpGk1lr6SW/K/h9RjAbQ2bgiThAXvMCouXM2VZ4SWAhZico86FRk9yZdI4eGlN3b48PEyyYthduteZluNMvElWnXT3jSIrS46KxwlUeeTm9Xx7SPtC8HeRroASRBYjTNHjVoKyF1ZKUroYtOVYMOIII9NaJwU4uL4qxFObpzU1umn5F1//AFF78Nv3N/mrh/8AjuE5y81+Dv8A/k2L/pj5P/8ARW7FxIwRbOh7K/3xllmUjQlk45W5RJ7p0gg105U7aR4GaFd1Yp1WlLXsuvt9zm29qDFPbCKwt2yWzOCpZipUAKdQACdT4VelB3uxWJqwjTcE7t8uC3I1aDlhQBartC5ZupibRhnSZIkTqjyOZJBb+8KXlUllZrVaVKoq0eK+uz+upWCrmUWKCT0fdvaS4nDpaL5Ltpey1OUXFI0AfkxCgyNQUJ4SDjqwcZXPS9H4qNSkoSdmtO/kWRwrrJxDpaUypIvO2YMRIhwAC0AaSRrGpkKWuxvlJRV5Oxhd5Np/WcQ1yCFEIoOhCrPEcjJJjlNa4RyxseYxdfrqzl4LuRAFsxmg5ZieUxMT1irXM+XS/AVbUkgASSYA6k6AVGxfWT5tj+LYSFUyqDKDyJ4s3qZ9I6VCLVGr5VsvbfvhYjmpFnoezt7sKtpFOZSFC5QjGI00yjh+lZpUpXPQ0ekKGRR202tyKLfHa9jEZOyBLCZcrl0/Drqevh60ynFx3MGPxNKtbJvz+xE3f3hvYbuKBcRjoh01P4Tyn1q04KWorC4ypR+GKuuX4LXam+z95LNtU1Izzm8yogD1M+VUjRW7NVfpSWsYK3buZBmJJJMk6kniSeZNOOSdFBImggKAJONv58vcVcqBe6CJjmZJk+NQlYZUnmtolpw/uzmF1Dr1XMPNO9P8ocetDIhqpLs9NfS5HqShJHcT964Pcnzb8geTVG7GfLHtfp+/p3kK5h0YhmUEjgTUlFJpWTHDUSV00XozUKkZtXs0/J3IqXIEEGR/XWuRCr1aySvde+Z9Cr4D9ZP9RScXGVmnpy/9j9QGpnlWnCXnUdThaxxP8QOFDCU8I7Zs2bTgtexb35cGS8b3stz8Yhv41gN7xlb+/XQXI8pU1tLnv3rf7PxF42wgUkKBEZCGkt1keo5DlURbuTUjG23d2ke1+yUXPvt/Z+A4G5+i+MnkJs9dCsfgWbi9vz+PPgVeJvZYAEk8BIHATxPhV7i4QzeBaDHW2s6N3WtgC3lghuOYtp0n1pai73+o+coqLj4W7eYyf2qT/tLY16ug5/xKP+n+EzfZin/EjfivqvyvTuIdWEhQBJwlkQbjjuLpHDO3JAfiTyHiRNW+CG04q2eWy+r5fn+wzful2LMZJ/qAOQHADlFSlYpKTk7sSBQ3ZExg5NLmQ8RjAMmQg52Cg8o5nTw/OquW1h8MPrPNdKKb/BLq5lJdvvWWHO2wcfwtCN8ez95quzGr4qbXJ38Ho/sPbNK5W1QPI/tPZy8wPGY5VWd7/gtStZ7X7eQhrQe6Vt8CTE6ADiSSeAAknoBUrRakZVKdoisTcBhF9heEiCxPFyOpgacgAOVC5hOSfwrZfXt8fotBuKCtibie+Bd5nuv/ABj7394a+YaqrTQdP4ln8H3/AL+txa3n7LLLdnnmPu5o/OKiyuWzS6vLwv8AUVhu6rXOfsp/ERqf7qn3stQ+QQ+FOXgu/wDZfVobSyxBIUwOdTdFVFtXSG6CBeFuG02e33W1GYATqINQ4pl4VZwd4tjSWlHBQPIAVJVtvcl4Tuhrn4RC/wAbSB7gGbzUVD5F6el5ctu9+2yNUigoJFCgkTQQFAEnaGMV8hFtbeVApyz3iPvHxqErDak+stljaytp6ladt2bDq1xoAIJETKmQRHiMwqJNWG0cPUck0vfEjptyyLl1HD5cOWFwgCCVbJlBBmWbQep4A1HWIcujqierVuPvtHsPty1fJYOAx+6YUjkABPAaADpFWTRnrUKsXeS8tiXUmcKAENbBMmlujCUs0lfvNsOksTSoqjSk4pXfw6Nt8W9+z9xu5cA4mmaLQyZZ1Hmd23xZFt7cskPazFmguuUE62wSwB4apm8yq1VzSdzTDBVpRaa7V3r8r7CNmbUsXAbjNCKQCG7uZjOVA3CTBJ10AJ6TbrEyjwNSHxSV0uXHs5/sSb90uSxiT04RwAA5ACAB0FMRik23dka7aDCGAI6ETUkKTi7pgRUlTtm4ysGUwQZB8arJq2oyjCbleHAjba2jbtxcUSrEhgsRbeJKEk6AjVfCRqVNL622hvXR0qnxJ2T9+XIgbN20t18uXKoGZnnMEUcWYQNOAA4kkAakCjruws+iZcJfT+5afalu/AtmEUQqH2gOZYc2J1J4choBV4NMx4qlUpuzVktvfN+9DoqzdkZ6cc0kiv3hvlbUBoLGNOMcTry5Vmkzu4aCcttiq3esE3M0aKD7zp86mkru4dJVVGlk4v0RpgKe5JHFp0ZT1REw23rSXQkkq37N24KA/dLSeOWc392lSqo6VDo6ad5OyenmRm2w1sxfsPb1IkzEjjBIExrwmhVkRPoqaXwyv3q35NF2gVCikFm/tCPuwf7LwIOrDqAPumbp5tTHUg6P8N7vf8fd+XAaFWEixUEkrBuASrGFcQT05hvQwfKRzqrGU3rZ7P2n4elxxsZcUfVS8DPPZ92S/s6cz0iYqNNxn8bL1etr7dvvwFYthIRTKoIBHAn7zepmPAL0oRE2vlWy9t+PpYVZxIAWQZWYgwNeoqriTGaVuwgXmfMuUAqfaPr56aTyPpViqy2dx6gqFBArauJFlUQzpq0R7TCTxPJQBHGQetQuY9wbtBcN+9+0vMTUiQoAUKCRNBBxjAmgEruxS7Zx5toXETIAB4e6qSZ0cPRTlYV9FewrePxrfWf2iWrZco2oclgAGHNRJJHMxOhNJk9DsUoK57Vt/dbC4uw1m5aUTqrKoDIwBAdSOYk+Bkg6E0tOxocU1Y+YBbM5eJnLpwJmNKcZG7K7PRNlh+yTtDLRqfy+EU5bHna2XrHl2JVSLI+KcjQVDY6lBPVmM29i3NwpJyjlyPietKkzsYeEVG/E3/0I7uWLxu4u8odrThLatqFOUMXjmdQB0g0ubN1OKepsPpP3Yw97AXrvZqlzDo91GUBT3QCymOIYKB6DpVYvUvON0eO7sY0mbJ4ASvhqJHxrVSlwOB0lQS/iruZfEU45AkipBK7sQtrYrsrRI4nQeZ/0k+lZ5PidnD0k2o8EaX6C9j2rhxF+4AzIURVOoHF85U6FpgA8oaOJpE2dqktze/SRse1iNn4kuAGt2muK3Ag2gXAJ5qYgjx6xVIvUvNXifNyOQQQYI4EU4zSipKz2Njs64WtoWmSNZ69a07wPOOMYYlqO12Vu9K922fEj3gfKky2OrhJfE12EnYAHYrHUz5yf0im02lA5uOjKeJa7vIVtzF5LZA9ptB4Azr+dKkzfh6d5LkiX9D+y7OI2gBeAYWrbXFVtQXVkUEjnGYmOoB5UqWx1aavI9/xmES6hS4oZTyI4EagjoQYIPIgUo0HzLsS72eJa0GzIWdQeuUmH9QPjWqm9bHF6RpKVPNxXoakCnnCOXHjhVZOxopUs2rM5j9oXbt4YexJZmFsRxZ2IWAeQkxSZSOxh8NFJNo9Qw30TLkW5cxTfWRa7POqjIGylFfKe8zKpCg5h7CtANJzHTVPQ8qxoxOzsRcw7N3rTQV1KMCJDAcgQQeR11pkZPgYq2GhPSS8TUbN2kl5cynUe0vMf1FOTucStQlSlZjW0NpdmpbkPeTyFQ5DaWHzOxlcTvDeYzmyjoJ/8k0vMzpRwlKKta56du39GGJK27+JxjpcJVzaALgRrkuMW16EARxgnjS3UfA1LCU7axXkZbG3cTg8YcJjSrkkEXB94MTDyeRMg8wQabCdzn4vBJJyjvuW1NOQFAChQSJoIEXx3TQy9P5kZfedCUUjgG19Rp/XjSpHWwrWZort2tvXsDfXEWCMwBUhvZZTEq0ctAfAgVRq5vTs7m4259MN+9Za1Zw62GcQbnaFyJ0OQZVg+JmOlVUC7qs82sEKyngAQfKCKuJkrxaPTQZ1HCnnmgoAYxi6A9P1qGOovWxjt5rJFwNyZY9V4/mKVI6+FleNiXuXvhe2bcZrah0uRntsSAYmCGE5WEnWDoeHCKNXNkZOJdb5/Sdex1k4dLIsW2jP3y7uBrlnKoVZ4iDPlIMKNiZTbVjM7rrN/yU/oKdT3Ob0i/wCD4o1ZFaDgiSKiWxel86KTedf2ano36Gs8jt4X5n3EXdPei/s+6btgghgA6MCUcDUTGoIkwRwk9SKo1c6EZOOxd72/SXicdaNjIlm23thCWZ41yljEL4Aa9YkVCjYtKbehi0WSB10qwuTsrm5tnStEzz+HSs+dzIbVzdq4YkwxiSTodRHpFZ3udyjbImi43XfuMOjT7wPkavF6WMeKprrFLsKrbV1zdYPGmgA4RxHrBqr3NdBRUE0N7L2jdw11L9lylxDKsPcQQdCCNCDVRydjXbW+lXH37Js/srWYQz2lYOQeMFmOWeo16EVVRRd1GzP7q4ebpaNEX4nQfDNTqa1OZ0jO1JR5v09o1wFPOIMXTqaVLc30l8CMbsfaJw+JtYgCTauLcy8JhpK+EiRSXqdyOh9C4f6Q9mva7X63bURJRjF0eHZe0T5A+E0rKzTnja54RvttwY7G3cSoIRiFQHjlQBQT4mCfCY5UxKyM8nd3Ebq4dmvSCQqgk8YOkRPrPpTILUxY2ajT7S421hw1tp+6GIHkP9Kloz0JtSXbYyNm6UZXESpDCeEqZE+GlLOofS2xt98DiLIvDE2rekulx0R0PMMGI4a68DypTTNKmmeLfSjvHbxuNz2DNu0gtq/DMQzMWHOJaB5TzpkVZCJtSZbbLxPaWUfquvmND8RWhO6PN14ZKjiSqkUKFBImggKAK/GWAZUjuty86q0bKU3ZNbmExFgoxRuIMf60o7MZKSuhqoLEvZeG7W6iQSCRMdBxkyIETrUpXYqvUyU3I9DtWwqhVEBQAB4DSnnnpScndiqCBnFgxp61DG0Wk9TI7zWnzBz7EQPPUmf65UuR18LKNrcSjqhrCgDTboWu7cfqQvuEn8xTqRyOk5axj4l+RTTlCGFD2LQTzKxSbx3V7KJGbMIHiOPw/Os8tjtYZPPczFUOgFAE3ZuAe6ZSBl1k8JEaf10q8Yt7GXE4mnSVpceBsAKfPY4eGdpWM5vPah1b8Sx/Kf8AUVnkdzCy+Foa3dxGW7lPBxHry/UetEWWxMLwvyO7yWyLswYIGvInw+VEtyMM/gsVNVNIuzbLMFHFiAPMmKlalZSUYuT4G52bgVsoFXj949T1rRFWR5yvXlWnmfgTQKkSRb49r1pb3OhS+VGAFJO2FAC7NsswUcWIA8zpUlZSUU2+B6DsjAizaVNJ4sRzY8fl6U6KsjgYir1s3Ly7iJtItkfKpLEGBz1qrNVG11d6GGpR1wigAoA9F2RYyWbaniFE+Z1/Wnx2PO4ieapJ9pLqRQoUEiaCAoArto4xVGZjCjn1PQDnVWzZQpS2W5idoYo3XLxHIeQ4T40pu516cMkbDeGRWdQzZVJAJ6DmaEWm2otpXZsNj7CW04urdLiDEAQQecg602MbanHxGLlUjkcbF3VjEFABQBBxWzw4ZTEGeOsePpVXE1QxGWz4mUxGwiiszXF7vgYPr4+VLynUjiVJpJMqKqaSz2JtM2XAJ/Zk94acxGaeOmlXhKzMmLwyqxbS+Lh+DaGtB5+1yr2ticlpmmDEDzOg+fpSZM6tCmsyiY00o6wUAX42Cjor27h1H3hofGNCPjTlTurpnKl0hKnNxnH6+0XWDw3Zoqcco4xEnrFNirKxy61TrJufMeIolsRSdpopd5rc21b8LfAgj84rPI7eFfxWM0D0qhvLxduqyhbtqRzjXXrlPzq+YxLCyi7xkU2Iy5myezJielVNcb2V9zlq4VYMOKkEeYM0IJRUk4vib7AXxctq45gT58x75rQndHm6tN05uPIduXI4cahuxalSzavYyu2trzmtoe7wZuZ4yB4Ups7NCha0mUdUNY7ew7JGZSMwkTzFSVjNS2LfdrZYusLmYgW2U8BqwJMAzwgLr4+tWirmPGYjq45bb3NpTTjETFW9dB8KhmmlJW1ZidobPuK7xbbLJiBIj+6KU0dinVi4q7IJFVHGh3SwCXC7uAxUrlB4A6mY58vdTIK5zsfWlC0Y8TXUw5IUAKFBImggj4t+XvqGPox4mJ29i89wqD3U0HnzP6elKkzs4eGWN+LK2qjzvnQBvcTtNLVsEAQB3VHE/hVR7vKnZrHChh5TlZ78/VsawG0musX9m0NFHNiOLT05AUKVy88PGnG28iq2ht49o+ViMqFFA5sWEt07oHPjHjVXI00sIsqut3fwt9y12T2lyMReeAR3EUkKBwlh94nx/wDFld6syV8kP4VNd74/sSMdtW1bHfPHgOZ8hUuSK0sNUm9DNbT2ylxCotkzwLQAD1gTMTS3I6dLDyi7tlHVDWFAG02Nic+HSeIlT/d0/KKcn8Jxa1FRxD5b+ZTbzYmWW2OCiT5nh8PzpcjfhYaORSVU1hQBsthY7tbevtJof0Pr+hrTCV0eexuH6qppsybduhQSTAGpPKhyF08O5b/uVB26GaFIVF1ZnjMR0RepqjqG2PR7iry34JcO9jZvXMUrKluLZjvMYMgzOkz5fGq6s0fBQks0vi5FTjdl3LepEr+JdR68xVGrGuFaEyDUDQoAKAL3dTFlbhtk91gTH7w6ek+4UyDsYMfRU4qXG/0LHb2MKWzB7zmB+p9350SYvD005W4IyNLOmdU6ieHhx9KCGX281uEtNxLAjN4CDMdTPwq8jHhZXlKPIuNk4M27HZr3bhh5/e0MHw0y1dKysYq81OpnesdvD3qGB22blu4cn7S0CSvWJ+R91CldEVMKoTir6PiWuHvq6h1MqwkGrIyzi4ScXuiLjLgkmYAGp8qqzRRi7GEx14PcdxwJJFKZ2qccsUmTd3dodjdEnuP3W/RvQ/Ampi7MRi6PWU9N1sbynHCCgBQoJE0EFZjr0B2/CCfcKozdSjsjBTSjshQAUATtpXTnWG9m2qyD+7r+dWYmlH4Xdbt+pP3fu9mju5hNInmdZyjmeFTETiFmklHcrcLhWv3CF0BJJP4QTxNVSuPnNU46mo2ntBbKKI4DKi+Q5/CmN2OfRoucm/Nmds4S7iSzyPMmB5ACqWbN0pwpJRIuMslGKGJXjBJBPHn51DGQlmVxioLhQBfbrXtXTyYfkf8A81eJjxcdpFTtC9nuu3VjHkNB8BVWaaccsEiPUFwoAtt2b2W9HJlI92o/L41eDszHjaeen3NEvbe00KPaWc2YA9NNTr6RQ2RQoyUlJjGydjqy9rdaF4x1A5k8hUxit2RiMRUi8lNa8yxfb1lUYIdQpCAKQJjTlwq2dGX9BOUk5eOvmI2PtjtBkue3yP4v9ahSvuMq4V05ZofLy5FfvKiB1ygBiCWjz0/WqSNWFcnF3KeqmoKAJOzr2S6jdGE+R0PwNShdSOaDRP3muTcC8lX4k/6CpkKwq+G5T1U0hQAtrpMEmYiPQAD4Ae6pKqK2PQ0tl0Rie/lBJGgJiTTrXOBnUJNLa5nttbL0a/bJDLqwBMkc2Hj1qjXE6NGuk1Tls9ibu3fAwyqDrLT4az+UH1qYvQTiqd6zb20Kbb208xNpD3R7R6kcvIVSTNmHo2+JlNVTUFAHoOwcV2thGPEDKfNdJ9dD60+Lujz+Kp5KrSJ9SIFCgkSTQQZ/bdyLDnqAPeQKW9jqUFeojH0s6YUAFADmHQFlB4E66xp51JWTaTaJG0cUHIVBFtBCj8z60NlKUHFXe7LHdjDmWuawNB0J5z1jT31aIjFSWkSNvFfzXcvJAB6nU/p7qiW4zDRtC/MTsPFpadi86iAR59KE7E14SnFJELFXy7s5+8ZqBsI5YpDVQWCgCdsW7lug+DT/ACk/oKstxNeN4EEVUcFABQA5YvFDmUwRMHzBH61JWUVJWY3UFjcbNwRt2VBnNxaTwnkOgFOy2RxJ11Oq7bcDP7w4LK3aCAraaaaxz86XJHSw1S6y8SoBqppF4i+ztmYydNfIRUlYxUVZDdQWCgANAD+Nv9o7P1/QAVLKU45YpDFQXCgAoA1e6u0iT2LEkBZWTJEQCs9OYHLhTYPgcrHUEl1i56/kscbMPHEhvLgdPKhi6dnlv2GP2VizbddSFOh6a6THhx9KWmdStBSiRrtsqSrcQYPpQMTTV0IqCQoA2W5v9g3/ADD/ANq02GxxukP5i7vyX1XMIoUEiH4HyNAR3RR7XsB7ZBniOFUaOjRm4yuUX2WnVvh8qpY19fIPstOrfD5UWDr5B9lp1b4fKiwdfIPstOrfD5UWDr5C02Sh+83vHyqcpV4iS4I0mEwqpbRVmAo+OpPvNXsYJVXKTb5lRiNiIzsxZ5JJ4rzP8NVymqOKkklZDf2Db/E/vX/LUZUT+rnyXvxD7Bt/if3r/loyoP1c+S9+IfYNv8T+9f8ALRlQfq58l78Q+wLf4n96/wCWjKg/Vz5L34nbWx0Qkhm0DcSvNSOnjRYl4iUlw4EL7LTq3w+VRYb18g+y06t8PlRYOvkH2WnVvh8qLB18g+y06t8PlRYOvkTdmbKQXUMsYMwYjTXpVox1M9bETdNo1cU05BDxmHUiCJB4g8KrJGujUk/Aym0tmIjwpaInj5+FKaOrSrSlG7Iv1Nep+HyqLDOsYfU16n4fKixHWMPqa9T8PlRYnrGH1Nep+HyosHWMPqa9T8PlRYjrGH1Nep+HyosT1jD6mvU/D5UWDrGdGDXqfh8qLEOoy33ewQF8NLSqmNR0ywdOEGrxWpixdVuk1bcvcR7RqzM1P5UYxsGsnU8fD5Uux1lUdjhwg6n4fKosGdnPqa9T8PlRYOsYpMEp5n4fKpsRKq0avdmyFskD8ZOvktMhscnGScql3yLarGUUKCT/2Q=="/>
          <p:cNvSpPr>
            <a:spLocks noChangeAspect="1" noChangeArrowheads="1"/>
          </p:cNvSpPr>
          <p:nvPr/>
        </p:nvSpPr>
        <p:spPr bwMode="auto">
          <a:xfrm>
            <a:off x="5846512" y="1825625"/>
            <a:ext cx="5507288" cy="550730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2" name="Picture 8" descr="https://www.fletchergroupllc.com/wp-content/uploads/elementor/thumbs/brainstorm-o9untfd5edbbij46fzsof1un5vcmqccl422nflfobc.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1832" y="2223754"/>
            <a:ext cx="6160168" cy="3513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8919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we just did is Brainstorming </a:t>
            </a:r>
          </a:p>
        </p:txBody>
      </p:sp>
      <p:sp>
        <p:nvSpPr>
          <p:cNvPr id="3" name="Content Placeholder 2"/>
          <p:cNvSpPr>
            <a:spLocks noGrp="1"/>
          </p:cNvSpPr>
          <p:nvPr>
            <p:ph idx="1"/>
          </p:nvPr>
        </p:nvSpPr>
        <p:spPr/>
        <p:txBody>
          <a:bodyPr>
            <a:normAutofit/>
          </a:bodyPr>
          <a:lstStyle/>
          <a:p>
            <a:endParaRPr lang="en-US" dirty="0"/>
          </a:p>
          <a:p>
            <a:r>
              <a:rPr lang="en-US" dirty="0"/>
              <a:t>When it is Needed?</a:t>
            </a:r>
          </a:p>
          <a:p>
            <a:pPr lvl="1"/>
            <a:r>
              <a:rPr lang="en-US" dirty="0"/>
              <a:t>increase the volume of possible ideas</a:t>
            </a:r>
          </a:p>
          <a:p>
            <a:pPr lvl="1"/>
            <a:r>
              <a:rPr lang="en-US" dirty="0"/>
              <a:t>used for many things including</a:t>
            </a:r>
          </a:p>
          <a:p>
            <a:pPr lvl="2"/>
            <a:r>
              <a:rPr lang="en-US" dirty="0"/>
              <a:t>names for products</a:t>
            </a:r>
          </a:p>
          <a:p>
            <a:pPr lvl="2"/>
            <a:r>
              <a:rPr lang="en-US" dirty="0"/>
              <a:t>features for the next release of a product,</a:t>
            </a:r>
          </a:p>
          <a:p>
            <a:pPr lvl="2"/>
            <a:r>
              <a:rPr lang="en-US" dirty="0"/>
              <a:t>possible solutions to difficult situations &amp; issues</a:t>
            </a:r>
          </a:p>
          <a:p>
            <a:pPr lvl="2"/>
            <a:r>
              <a:rPr lang="en-US" dirty="0"/>
              <a:t>goal generation for the team</a:t>
            </a:r>
          </a:p>
          <a:p>
            <a:pPr lvl="1"/>
            <a:endParaRPr lang="en-US" dirty="0"/>
          </a:p>
        </p:txBody>
      </p:sp>
    </p:spTree>
    <p:extLst>
      <p:ext uri="{BB962C8B-B14F-4D97-AF65-F5344CB8AC3E}">
        <p14:creationId xmlns:p14="http://schemas.microsoft.com/office/powerpoint/2010/main" val="22718676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we just did is Brainstorming </a:t>
            </a:r>
          </a:p>
        </p:txBody>
      </p:sp>
      <p:sp>
        <p:nvSpPr>
          <p:cNvPr id="3" name="Content Placeholder 2"/>
          <p:cNvSpPr>
            <a:spLocks noGrp="1"/>
          </p:cNvSpPr>
          <p:nvPr>
            <p:ph idx="1"/>
          </p:nvPr>
        </p:nvSpPr>
        <p:spPr/>
        <p:txBody>
          <a:bodyPr/>
          <a:lstStyle/>
          <a:p>
            <a:r>
              <a:rPr lang="en-US" b="1" dirty="0"/>
              <a:t>Participants Needed</a:t>
            </a:r>
          </a:p>
          <a:p>
            <a:pPr lvl="1"/>
            <a:r>
              <a:rPr lang="en-US" dirty="0"/>
              <a:t>A facilitator</a:t>
            </a:r>
          </a:p>
          <a:p>
            <a:pPr lvl="1"/>
            <a:r>
              <a:rPr lang="en-US" dirty="0"/>
              <a:t>Several participants - normally 3 or more</a:t>
            </a:r>
          </a:p>
        </p:txBody>
      </p:sp>
    </p:spTree>
    <p:extLst>
      <p:ext uri="{BB962C8B-B14F-4D97-AF65-F5344CB8AC3E}">
        <p14:creationId xmlns:p14="http://schemas.microsoft.com/office/powerpoint/2010/main" val="33511060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we just did is Brainstorming </a:t>
            </a:r>
          </a:p>
        </p:txBody>
      </p:sp>
      <p:sp>
        <p:nvSpPr>
          <p:cNvPr id="3" name="Content Placeholder 2"/>
          <p:cNvSpPr>
            <a:spLocks noGrp="1"/>
          </p:cNvSpPr>
          <p:nvPr>
            <p:ph idx="1"/>
          </p:nvPr>
        </p:nvSpPr>
        <p:spPr/>
        <p:txBody>
          <a:bodyPr>
            <a:normAutofit/>
          </a:bodyPr>
          <a:lstStyle/>
          <a:p>
            <a:r>
              <a:rPr lang="en-US" b="1" dirty="0"/>
              <a:t>Some rules of brainstorming </a:t>
            </a:r>
          </a:p>
          <a:p>
            <a:pPr lvl="1"/>
            <a:r>
              <a:rPr lang="en-US" dirty="0"/>
              <a:t>all ideas are equal</a:t>
            </a:r>
          </a:p>
          <a:p>
            <a:pPr lvl="1"/>
            <a:r>
              <a:rPr lang="en-US" dirty="0"/>
              <a:t>record everything</a:t>
            </a:r>
          </a:p>
          <a:p>
            <a:pPr lvl="1"/>
            <a:r>
              <a:rPr lang="en-US" dirty="0"/>
              <a:t>minimize interruptions &amp; stay focused on topic</a:t>
            </a:r>
          </a:p>
          <a:p>
            <a:pPr lvl="1"/>
            <a:r>
              <a:rPr lang="en-US" dirty="0"/>
              <a:t>make it fun/rewarding</a:t>
            </a:r>
          </a:p>
          <a:p>
            <a:pPr lvl="1"/>
            <a:r>
              <a:rPr lang="en-US" dirty="0"/>
              <a:t>wild &amp; wacky ideas are encouraged</a:t>
            </a:r>
          </a:p>
          <a:p>
            <a:pPr lvl="1"/>
            <a:r>
              <a:rPr lang="en-US" dirty="0"/>
              <a:t>build on the ideas of others</a:t>
            </a:r>
          </a:p>
          <a:p>
            <a:pPr lvl="1"/>
            <a:r>
              <a:rPr lang="en-US" dirty="0"/>
              <a:t>one conversation at a time</a:t>
            </a:r>
          </a:p>
          <a:p>
            <a:pPr lvl="1"/>
            <a:r>
              <a:rPr lang="en-US" dirty="0"/>
              <a:t>be visual</a:t>
            </a:r>
          </a:p>
          <a:p>
            <a:endParaRPr lang="en-US" dirty="0"/>
          </a:p>
        </p:txBody>
      </p:sp>
    </p:spTree>
    <p:extLst>
      <p:ext uri="{BB962C8B-B14F-4D97-AF65-F5344CB8AC3E}">
        <p14:creationId xmlns:p14="http://schemas.microsoft.com/office/powerpoint/2010/main" val="1332949950"/>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20186</TotalTime>
  <Words>1624</Words>
  <Application>Microsoft Office PowerPoint</Application>
  <PresentationFormat>Widescreen</PresentationFormat>
  <Paragraphs>193</Paragraphs>
  <Slides>37</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Calibri Light</vt:lpstr>
      <vt:lpstr>Open Sans</vt:lpstr>
      <vt:lpstr>Wingdings</vt:lpstr>
      <vt:lpstr>Metropolitan</vt:lpstr>
      <vt:lpstr>Lecture 04  Inspiration and problem definition protocol </vt:lpstr>
      <vt:lpstr>Inspiration and problem definition protocol </vt:lpstr>
      <vt:lpstr>1 - Write down your idea on Paper </vt:lpstr>
      <vt:lpstr>1 - Write down your idea on Paper </vt:lpstr>
      <vt:lpstr>2 - Draw an 8-up storyboard </vt:lpstr>
      <vt:lpstr>A Story board</vt:lpstr>
      <vt:lpstr>A Storyboard</vt:lpstr>
      <vt:lpstr>A Storyboard</vt:lpstr>
      <vt:lpstr>A Storyboard</vt:lpstr>
      <vt:lpstr>A Storyboard</vt:lpstr>
      <vt:lpstr>A Storyboard</vt:lpstr>
      <vt:lpstr>A Storyboard</vt:lpstr>
      <vt:lpstr>A Story board</vt:lpstr>
      <vt:lpstr>A Story board</vt:lpstr>
      <vt:lpstr>Some example problems </vt:lpstr>
      <vt:lpstr>3 - Share your work with others</vt:lpstr>
      <vt:lpstr>4 - Discuss each idea</vt:lpstr>
      <vt:lpstr>5 - Finalize one idea</vt:lpstr>
      <vt:lpstr>6 - Define Target Market </vt:lpstr>
      <vt:lpstr>Target Market</vt:lpstr>
      <vt:lpstr>Target Market</vt:lpstr>
      <vt:lpstr>Target market</vt:lpstr>
      <vt:lpstr>Preliminary Target Market Analysis </vt:lpstr>
      <vt:lpstr>7- Identify classes </vt:lpstr>
      <vt:lpstr>User Classification</vt:lpstr>
      <vt:lpstr>User Classes</vt:lpstr>
      <vt:lpstr>User Classes</vt:lpstr>
      <vt:lpstr>User Classification </vt:lpstr>
      <vt:lpstr>Primary/Secondary Users </vt:lpstr>
      <vt:lpstr>Identify user classes</vt:lpstr>
      <vt:lpstr>User Classification</vt:lpstr>
      <vt:lpstr>User classification</vt:lpstr>
      <vt:lpstr>8- Make sketches and storyboards</vt:lpstr>
      <vt:lpstr>What we just did is Brainstorming </vt:lpstr>
      <vt:lpstr>What we just did is Brainstorming </vt:lpstr>
      <vt:lpstr>What we just did is Brainstorming </vt:lpstr>
      <vt:lpstr>What we just did is Brainstorming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Ethnography</dc:title>
  <dc:creator>sadaf.baloch</dc:creator>
  <cp:lastModifiedBy>Dr Anam Mustaqeem</cp:lastModifiedBy>
  <cp:revision>504</cp:revision>
  <dcterms:created xsi:type="dcterms:W3CDTF">2019-09-26T19:35:35Z</dcterms:created>
  <dcterms:modified xsi:type="dcterms:W3CDTF">2025-10-20T04:02:13Z</dcterms:modified>
</cp:coreProperties>
</file>