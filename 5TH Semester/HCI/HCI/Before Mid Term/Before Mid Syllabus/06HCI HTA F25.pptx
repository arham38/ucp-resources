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2"/>
  </p:notesMasterIdLst>
  <p:sldIdLst>
    <p:sldId id="503" r:id="rId2"/>
    <p:sldId id="483" r:id="rId3"/>
    <p:sldId id="463" r:id="rId4"/>
    <p:sldId id="281" r:id="rId5"/>
    <p:sldId id="282" r:id="rId6"/>
    <p:sldId id="515" r:id="rId7"/>
    <p:sldId id="516" r:id="rId8"/>
    <p:sldId id="504" r:id="rId9"/>
    <p:sldId id="505" r:id="rId10"/>
    <p:sldId id="506" r:id="rId11"/>
    <p:sldId id="520" r:id="rId12"/>
    <p:sldId id="521" r:id="rId13"/>
    <p:sldId id="464" r:id="rId14"/>
    <p:sldId id="470" r:id="rId15"/>
    <p:sldId id="471" r:id="rId16"/>
    <p:sldId id="508" r:id="rId17"/>
    <p:sldId id="472" r:id="rId18"/>
    <p:sldId id="518" r:id="rId19"/>
    <p:sldId id="475" r:id="rId20"/>
    <p:sldId id="477" r:id="rId21"/>
    <p:sldId id="474" r:id="rId22"/>
    <p:sldId id="473" r:id="rId23"/>
    <p:sldId id="476" r:id="rId24"/>
    <p:sldId id="478" r:id="rId25"/>
    <p:sldId id="479" r:id="rId26"/>
    <p:sldId id="480" r:id="rId27"/>
    <p:sldId id="481" r:id="rId28"/>
    <p:sldId id="502" r:id="rId29"/>
    <p:sldId id="522" r:id="rId30"/>
    <p:sldId id="52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50" autoAdjust="0"/>
    <p:restoredTop sz="92140" autoAdjust="0"/>
  </p:normalViewPr>
  <p:slideViewPr>
    <p:cSldViewPr>
      <p:cViewPr varScale="1">
        <p:scale>
          <a:sx n="67" d="100"/>
          <a:sy n="67" d="100"/>
        </p:scale>
        <p:origin x="1446" y="60"/>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426383-5277-4A0B-8F56-433F2F486EE3}" type="doc">
      <dgm:prSet loTypeId="urn:microsoft.com/office/officeart/2005/8/layout/orgChart1" loCatId="hierarchy" qsTypeId="urn:microsoft.com/office/officeart/2005/8/quickstyle/simple1" qsCatId="simple" csTypeId="urn:microsoft.com/office/officeart/2005/8/colors/accent5_4" csCatId="accent5" phldr="1"/>
      <dgm:spPr/>
      <dgm:t>
        <a:bodyPr/>
        <a:lstStyle/>
        <a:p>
          <a:endParaRPr lang="en-PK"/>
        </a:p>
      </dgm:t>
    </dgm:pt>
    <dgm:pt modelId="{96884032-BA12-4ABD-9055-C1C75FC39CCD}">
      <dgm:prSet phldrT="[Text]"/>
      <dgm:spPr/>
      <dgm:t>
        <a:bodyPr anchor="t"/>
        <a:lstStyle/>
        <a:p>
          <a:pPr algn="ctr"/>
          <a:r>
            <a:rPr lang="en-US" b="0" i="0" dirty="0"/>
            <a:t>"Create WhatsApp Group"</a:t>
          </a:r>
          <a:endParaRPr lang="en-PK" dirty="0"/>
        </a:p>
      </dgm:t>
    </dgm:pt>
    <dgm:pt modelId="{3ED99F6E-09C0-41DF-859E-0026D642F805}" type="parTrans" cxnId="{C2B26A22-C669-4F9B-AA61-E59C2DE21EE5}">
      <dgm:prSet/>
      <dgm:spPr/>
      <dgm:t>
        <a:bodyPr/>
        <a:lstStyle/>
        <a:p>
          <a:endParaRPr lang="en-PK"/>
        </a:p>
      </dgm:t>
    </dgm:pt>
    <dgm:pt modelId="{B0237EAE-A27A-4569-ABA5-EB8E564719E4}" type="sibTrans" cxnId="{C2B26A22-C669-4F9B-AA61-E59C2DE21EE5}">
      <dgm:prSet/>
      <dgm:spPr/>
      <dgm:t>
        <a:bodyPr/>
        <a:lstStyle/>
        <a:p>
          <a:endParaRPr lang="en-PK"/>
        </a:p>
      </dgm:t>
    </dgm:pt>
    <dgm:pt modelId="{92C29BD8-D1FE-41E5-997C-7A44B1E4F4D5}">
      <dgm:prSet/>
      <dgm:spPr/>
      <dgm:t>
        <a:bodyPr anchor="t"/>
        <a:lstStyle/>
        <a:p>
          <a:pPr algn="ctr">
            <a:buFont typeface="+mj-lt"/>
            <a:buAutoNum type="arabicPeriod"/>
          </a:pPr>
          <a:r>
            <a:rPr lang="en-US" b="0" i="0" dirty="0"/>
            <a:t>Step 1: Create a group</a:t>
          </a:r>
        </a:p>
      </dgm:t>
    </dgm:pt>
    <dgm:pt modelId="{4A29466B-8E3F-481D-BDDE-5B382D3CD453}" type="parTrans" cxnId="{C6580F7B-C216-4325-87A3-73122002B1FD}">
      <dgm:prSet/>
      <dgm:spPr/>
      <dgm:t>
        <a:bodyPr anchor="t"/>
        <a:lstStyle/>
        <a:p>
          <a:pPr algn="ctr"/>
          <a:endParaRPr lang="en-PK"/>
        </a:p>
      </dgm:t>
    </dgm:pt>
    <dgm:pt modelId="{3EA68FBD-2446-4709-80D7-8804622FCBB1}" type="sibTrans" cxnId="{C6580F7B-C216-4325-87A3-73122002B1FD}">
      <dgm:prSet/>
      <dgm:spPr/>
      <dgm:t>
        <a:bodyPr/>
        <a:lstStyle/>
        <a:p>
          <a:endParaRPr lang="en-PK"/>
        </a:p>
      </dgm:t>
    </dgm:pt>
    <dgm:pt modelId="{3F35B844-F77C-4578-B0AC-5792FA71A857}">
      <dgm:prSet/>
      <dgm:spPr/>
      <dgm:t>
        <a:bodyPr anchor="t"/>
        <a:lstStyle/>
        <a:p>
          <a:pPr algn="ctr">
            <a:buFont typeface="+mj-lt"/>
            <a:buAutoNum type="arabicPeriod"/>
          </a:pPr>
          <a:r>
            <a:rPr lang="en-US" b="0" i="0" dirty="0"/>
            <a:t>Step 2: Add members</a:t>
          </a:r>
        </a:p>
      </dgm:t>
    </dgm:pt>
    <dgm:pt modelId="{CF09C47C-709E-4EB8-878B-5FD046DC1DF5}" type="parTrans" cxnId="{30D4228E-E776-44CE-9D64-DCD31B340324}">
      <dgm:prSet/>
      <dgm:spPr/>
      <dgm:t>
        <a:bodyPr anchor="t"/>
        <a:lstStyle/>
        <a:p>
          <a:pPr algn="ctr"/>
          <a:endParaRPr lang="en-PK"/>
        </a:p>
      </dgm:t>
    </dgm:pt>
    <dgm:pt modelId="{62404679-AD62-41B6-943E-B80B8B827556}" type="sibTrans" cxnId="{30D4228E-E776-44CE-9D64-DCD31B340324}">
      <dgm:prSet/>
      <dgm:spPr/>
      <dgm:t>
        <a:bodyPr/>
        <a:lstStyle/>
        <a:p>
          <a:endParaRPr lang="en-PK"/>
        </a:p>
      </dgm:t>
    </dgm:pt>
    <dgm:pt modelId="{1F74620E-9BDA-4A9E-98C3-58BA9CBEB763}">
      <dgm:prSet/>
      <dgm:spPr/>
      <dgm:t>
        <a:bodyPr anchor="t"/>
        <a:lstStyle/>
        <a:p>
          <a:pPr algn="ctr">
            <a:buFont typeface="+mj-lt"/>
            <a:buAutoNum type="arabicPeriod"/>
          </a:pPr>
          <a:r>
            <a:rPr lang="en-US" b="0" i="0" dirty="0"/>
            <a:t>Step 3: Customize group</a:t>
          </a:r>
        </a:p>
      </dgm:t>
    </dgm:pt>
    <dgm:pt modelId="{1D7AB2C8-9AFF-41B1-8E84-7498FDED93EA}" type="parTrans" cxnId="{1D07281E-317B-4107-A269-D88F9A7D18DC}">
      <dgm:prSet/>
      <dgm:spPr/>
      <dgm:t>
        <a:bodyPr anchor="t"/>
        <a:lstStyle/>
        <a:p>
          <a:pPr algn="ctr"/>
          <a:endParaRPr lang="en-PK"/>
        </a:p>
      </dgm:t>
    </dgm:pt>
    <dgm:pt modelId="{C2AFC431-3A4D-4959-BD4F-F7FD995C1B71}" type="sibTrans" cxnId="{1D07281E-317B-4107-A269-D88F9A7D18DC}">
      <dgm:prSet/>
      <dgm:spPr/>
      <dgm:t>
        <a:bodyPr/>
        <a:lstStyle/>
        <a:p>
          <a:endParaRPr lang="en-PK"/>
        </a:p>
      </dgm:t>
    </dgm:pt>
    <dgm:pt modelId="{66D8FA64-026B-4A1D-98A2-7341AD59AB65}">
      <dgm:prSet/>
      <dgm:spPr/>
      <dgm:t>
        <a:bodyPr anchor="t"/>
        <a:lstStyle/>
        <a:p>
          <a:pPr algn="ctr">
            <a:buFont typeface="+mj-lt"/>
            <a:buAutoNum type="arabicPeriod"/>
          </a:pPr>
          <a:r>
            <a:rPr lang="en-US" b="0" i="0" dirty="0"/>
            <a:t>Step 4: Set disappearing messages</a:t>
          </a:r>
        </a:p>
      </dgm:t>
    </dgm:pt>
    <dgm:pt modelId="{DA8A903B-CC92-47C7-BC56-01925784205F}" type="parTrans" cxnId="{82CFFFD4-958B-465C-AC27-F3704EC1508C}">
      <dgm:prSet/>
      <dgm:spPr/>
      <dgm:t>
        <a:bodyPr anchor="t"/>
        <a:lstStyle/>
        <a:p>
          <a:pPr algn="ctr"/>
          <a:endParaRPr lang="en-PK"/>
        </a:p>
      </dgm:t>
    </dgm:pt>
    <dgm:pt modelId="{842ED5BA-A062-4584-9D1A-17406B89CAC9}" type="sibTrans" cxnId="{82CFFFD4-958B-465C-AC27-F3704EC1508C}">
      <dgm:prSet/>
      <dgm:spPr/>
      <dgm:t>
        <a:bodyPr/>
        <a:lstStyle/>
        <a:p>
          <a:endParaRPr lang="en-PK"/>
        </a:p>
      </dgm:t>
    </dgm:pt>
    <dgm:pt modelId="{CCE5453E-5582-4FBB-899B-BC9DA5C1DD0C}">
      <dgm:prSet/>
      <dgm:spPr/>
      <dgm:t>
        <a:bodyPr anchor="t"/>
        <a:lstStyle/>
        <a:p>
          <a:pPr algn="ctr">
            <a:buFont typeface="+mj-lt"/>
            <a:buAutoNum type="arabicPeriod"/>
          </a:pPr>
          <a:r>
            <a:rPr lang="en-US" b="0" i="0" dirty="0"/>
            <a:t>Step 5: Configure group permissions</a:t>
          </a:r>
        </a:p>
      </dgm:t>
    </dgm:pt>
    <dgm:pt modelId="{1D930C97-F6CF-4FDF-B992-F0E3E38F2761}" type="parTrans" cxnId="{252B016A-42D3-4705-90C3-21FCADC323A1}">
      <dgm:prSet/>
      <dgm:spPr/>
      <dgm:t>
        <a:bodyPr anchor="t"/>
        <a:lstStyle/>
        <a:p>
          <a:pPr algn="ctr"/>
          <a:endParaRPr lang="en-PK"/>
        </a:p>
      </dgm:t>
    </dgm:pt>
    <dgm:pt modelId="{6AAAF927-9880-4257-BEBC-74E9FEA751D4}" type="sibTrans" cxnId="{252B016A-42D3-4705-90C3-21FCADC323A1}">
      <dgm:prSet/>
      <dgm:spPr/>
      <dgm:t>
        <a:bodyPr/>
        <a:lstStyle/>
        <a:p>
          <a:endParaRPr lang="en-PK"/>
        </a:p>
      </dgm:t>
    </dgm:pt>
    <dgm:pt modelId="{0EDBA7BB-A5F4-4A9F-A4A1-B0B61D6073C6}">
      <dgm:prSet/>
      <dgm:spPr/>
      <dgm:t>
        <a:bodyPr anchor="t"/>
        <a:lstStyle/>
        <a:p>
          <a:pPr algn="ctr">
            <a:buFont typeface="+mj-lt"/>
            <a:buAutoNum type="arabicPeriod"/>
          </a:pPr>
          <a:r>
            <a:rPr lang="en-US" b="0" i="0" dirty="0"/>
            <a:t>Step 6: Finalize group creation</a:t>
          </a:r>
        </a:p>
      </dgm:t>
    </dgm:pt>
    <dgm:pt modelId="{F8DF6C4B-7D43-4229-92C0-FC1168BA5EA1}" type="parTrans" cxnId="{C16EBA5A-C70A-4F5A-8988-DD422507B172}">
      <dgm:prSet/>
      <dgm:spPr/>
      <dgm:t>
        <a:bodyPr anchor="t"/>
        <a:lstStyle/>
        <a:p>
          <a:pPr algn="ctr"/>
          <a:endParaRPr lang="en-PK"/>
        </a:p>
      </dgm:t>
    </dgm:pt>
    <dgm:pt modelId="{8251E9F1-7130-4E94-9E13-8372D5F67B7B}" type="sibTrans" cxnId="{C16EBA5A-C70A-4F5A-8988-DD422507B172}">
      <dgm:prSet/>
      <dgm:spPr/>
      <dgm:t>
        <a:bodyPr/>
        <a:lstStyle/>
        <a:p>
          <a:endParaRPr lang="en-PK"/>
        </a:p>
      </dgm:t>
    </dgm:pt>
    <dgm:pt modelId="{5880B012-8CD1-43CE-858E-D81AD40C5733}" type="pres">
      <dgm:prSet presAssocID="{4B426383-5277-4A0B-8F56-433F2F486EE3}" presName="hierChild1" presStyleCnt="0">
        <dgm:presLayoutVars>
          <dgm:orgChart val="1"/>
          <dgm:chPref val="1"/>
          <dgm:dir/>
          <dgm:animOne val="branch"/>
          <dgm:animLvl val="lvl"/>
          <dgm:resizeHandles/>
        </dgm:presLayoutVars>
      </dgm:prSet>
      <dgm:spPr/>
    </dgm:pt>
    <dgm:pt modelId="{BCACC5CB-4961-451D-B2B2-79A000E10DD9}" type="pres">
      <dgm:prSet presAssocID="{96884032-BA12-4ABD-9055-C1C75FC39CCD}" presName="hierRoot1" presStyleCnt="0">
        <dgm:presLayoutVars>
          <dgm:hierBranch val="init"/>
        </dgm:presLayoutVars>
      </dgm:prSet>
      <dgm:spPr/>
    </dgm:pt>
    <dgm:pt modelId="{4532965F-DBF6-4E6D-8F0B-8E5B7E5563BE}" type="pres">
      <dgm:prSet presAssocID="{96884032-BA12-4ABD-9055-C1C75FC39CCD}" presName="rootComposite1" presStyleCnt="0"/>
      <dgm:spPr/>
    </dgm:pt>
    <dgm:pt modelId="{D33D0665-81FA-42E6-A68D-A9DBFD37BDA4}" type="pres">
      <dgm:prSet presAssocID="{96884032-BA12-4ABD-9055-C1C75FC39CCD}" presName="rootText1" presStyleLbl="node0" presStyleIdx="0" presStyleCnt="1">
        <dgm:presLayoutVars>
          <dgm:chPref val="3"/>
        </dgm:presLayoutVars>
      </dgm:prSet>
      <dgm:spPr/>
    </dgm:pt>
    <dgm:pt modelId="{0C440B75-235C-488B-B995-13D671D96FB0}" type="pres">
      <dgm:prSet presAssocID="{96884032-BA12-4ABD-9055-C1C75FC39CCD}" presName="rootConnector1" presStyleLbl="node1" presStyleIdx="0" presStyleCnt="0"/>
      <dgm:spPr/>
    </dgm:pt>
    <dgm:pt modelId="{872436EA-D468-44BB-819C-C876082FA8FC}" type="pres">
      <dgm:prSet presAssocID="{96884032-BA12-4ABD-9055-C1C75FC39CCD}" presName="hierChild2" presStyleCnt="0"/>
      <dgm:spPr/>
    </dgm:pt>
    <dgm:pt modelId="{4EFD2496-0443-40DC-9178-BA4AA62F1A18}" type="pres">
      <dgm:prSet presAssocID="{4A29466B-8E3F-481D-BDDE-5B382D3CD453}" presName="Name37" presStyleLbl="parChTrans1D2" presStyleIdx="0" presStyleCnt="6"/>
      <dgm:spPr/>
    </dgm:pt>
    <dgm:pt modelId="{2DF0C67D-65DC-44F5-8CB8-71D6A9668878}" type="pres">
      <dgm:prSet presAssocID="{92C29BD8-D1FE-41E5-997C-7A44B1E4F4D5}" presName="hierRoot2" presStyleCnt="0">
        <dgm:presLayoutVars>
          <dgm:hierBranch val="init"/>
        </dgm:presLayoutVars>
      </dgm:prSet>
      <dgm:spPr/>
    </dgm:pt>
    <dgm:pt modelId="{580C246A-CF32-48D9-9D94-04E8AC46FBF1}" type="pres">
      <dgm:prSet presAssocID="{92C29BD8-D1FE-41E5-997C-7A44B1E4F4D5}" presName="rootComposite" presStyleCnt="0"/>
      <dgm:spPr/>
    </dgm:pt>
    <dgm:pt modelId="{54E2BD22-3B60-4FBD-BF53-A524B40F4641}" type="pres">
      <dgm:prSet presAssocID="{92C29BD8-D1FE-41E5-997C-7A44B1E4F4D5}" presName="rootText" presStyleLbl="node2" presStyleIdx="0" presStyleCnt="6">
        <dgm:presLayoutVars>
          <dgm:chPref val="3"/>
        </dgm:presLayoutVars>
      </dgm:prSet>
      <dgm:spPr/>
    </dgm:pt>
    <dgm:pt modelId="{B5259C69-9E2A-4075-9C4D-0A5B34AF5577}" type="pres">
      <dgm:prSet presAssocID="{92C29BD8-D1FE-41E5-997C-7A44B1E4F4D5}" presName="rootConnector" presStyleLbl="node2" presStyleIdx="0" presStyleCnt="6"/>
      <dgm:spPr/>
    </dgm:pt>
    <dgm:pt modelId="{B2044CBF-5D17-40B0-B0E8-DE7DD6D5C1EA}" type="pres">
      <dgm:prSet presAssocID="{92C29BD8-D1FE-41E5-997C-7A44B1E4F4D5}" presName="hierChild4" presStyleCnt="0"/>
      <dgm:spPr/>
    </dgm:pt>
    <dgm:pt modelId="{108CFE5E-F6CA-4997-AB57-D516441D62A5}" type="pres">
      <dgm:prSet presAssocID="{92C29BD8-D1FE-41E5-997C-7A44B1E4F4D5}" presName="hierChild5" presStyleCnt="0"/>
      <dgm:spPr/>
    </dgm:pt>
    <dgm:pt modelId="{140E6007-8988-42FD-AD40-FCF12D91D057}" type="pres">
      <dgm:prSet presAssocID="{CF09C47C-709E-4EB8-878B-5FD046DC1DF5}" presName="Name37" presStyleLbl="parChTrans1D2" presStyleIdx="1" presStyleCnt="6"/>
      <dgm:spPr/>
    </dgm:pt>
    <dgm:pt modelId="{234667D3-758E-4CEB-87E6-3ED35C5CACBE}" type="pres">
      <dgm:prSet presAssocID="{3F35B844-F77C-4578-B0AC-5792FA71A857}" presName="hierRoot2" presStyleCnt="0">
        <dgm:presLayoutVars>
          <dgm:hierBranch val="init"/>
        </dgm:presLayoutVars>
      </dgm:prSet>
      <dgm:spPr/>
    </dgm:pt>
    <dgm:pt modelId="{83EA747E-ECEE-4BBF-BDC6-8CC69FE227E2}" type="pres">
      <dgm:prSet presAssocID="{3F35B844-F77C-4578-B0AC-5792FA71A857}" presName="rootComposite" presStyleCnt="0"/>
      <dgm:spPr/>
    </dgm:pt>
    <dgm:pt modelId="{C7D94BF7-2680-49C5-84BD-B60881DC96F5}" type="pres">
      <dgm:prSet presAssocID="{3F35B844-F77C-4578-B0AC-5792FA71A857}" presName="rootText" presStyleLbl="node2" presStyleIdx="1" presStyleCnt="6">
        <dgm:presLayoutVars>
          <dgm:chPref val="3"/>
        </dgm:presLayoutVars>
      </dgm:prSet>
      <dgm:spPr/>
    </dgm:pt>
    <dgm:pt modelId="{C793070C-8602-4961-95B5-9E43BA081C8A}" type="pres">
      <dgm:prSet presAssocID="{3F35B844-F77C-4578-B0AC-5792FA71A857}" presName="rootConnector" presStyleLbl="node2" presStyleIdx="1" presStyleCnt="6"/>
      <dgm:spPr/>
    </dgm:pt>
    <dgm:pt modelId="{79A968FF-C72F-4D30-BF39-2628D1D89553}" type="pres">
      <dgm:prSet presAssocID="{3F35B844-F77C-4578-B0AC-5792FA71A857}" presName="hierChild4" presStyleCnt="0"/>
      <dgm:spPr/>
    </dgm:pt>
    <dgm:pt modelId="{F4A07749-D995-4FF3-99E1-ABD951A5284C}" type="pres">
      <dgm:prSet presAssocID="{3F35B844-F77C-4578-B0AC-5792FA71A857}" presName="hierChild5" presStyleCnt="0"/>
      <dgm:spPr/>
    </dgm:pt>
    <dgm:pt modelId="{0B8C3A8A-B87C-4C30-98D5-7984F3717BBC}" type="pres">
      <dgm:prSet presAssocID="{1D7AB2C8-9AFF-41B1-8E84-7498FDED93EA}" presName="Name37" presStyleLbl="parChTrans1D2" presStyleIdx="2" presStyleCnt="6"/>
      <dgm:spPr/>
    </dgm:pt>
    <dgm:pt modelId="{CCD75573-62AD-4B41-9D48-AB134EC7CE38}" type="pres">
      <dgm:prSet presAssocID="{1F74620E-9BDA-4A9E-98C3-58BA9CBEB763}" presName="hierRoot2" presStyleCnt="0">
        <dgm:presLayoutVars>
          <dgm:hierBranch val="init"/>
        </dgm:presLayoutVars>
      </dgm:prSet>
      <dgm:spPr/>
    </dgm:pt>
    <dgm:pt modelId="{0A732265-8874-43B4-9D55-92EFF5534D22}" type="pres">
      <dgm:prSet presAssocID="{1F74620E-9BDA-4A9E-98C3-58BA9CBEB763}" presName="rootComposite" presStyleCnt="0"/>
      <dgm:spPr/>
    </dgm:pt>
    <dgm:pt modelId="{AA7C4484-0638-4F2F-9F81-3AAF4BC01D71}" type="pres">
      <dgm:prSet presAssocID="{1F74620E-9BDA-4A9E-98C3-58BA9CBEB763}" presName="rootText" presStyleLbl="node2" presStyleIdx="2" presStyleCnt="6">
        <dgm:presLayoutVars>
          <dgm:chPref val="3"/>
        </dgm:presLayoutVars>
      </dgm:prSet>
      <dgm:spPr/>
    </dgm:pt>
    <dgm:pt modelId="{2D6E52A2-B14A-4889-8748-A1D6FF278B95}" type="pres">
      <dgm:prSet presAssocID="{1F74620E-9BDA-4A9E-98C3-58BA9CBEB763}" presName="rootConnector" presStyleLbl="node2" presStyleIdx="2" presStyleCnt="6"/>
      <dgm:spPr/>
    </dgm:pt>
    <dgm:pt modelId="{F2D3CC71-38B8-405F-848F-6B9C035D4487}" type="pres">
      <dgm:prSet presAssocID="{1F74620E-9BDA-4A9E-98C3-58BA9CBEB763}" presName="hierChild4" presStyleCnt="0"/>
      <dgm:spPr/>
    </dgm:pt>
    <dgm:pt modelId="{C68EF89B-D3A1-443C-81CF-76D5896AA4CB}" type="pres">
      <dgm:prSet presAssocID="{1F74620E-9BDA-4A9E-98C3-58BA9CBEB763}" presName="hierChild5" presStyleCnt="0"/>
      <dgm:spPr/>
    </dgm:pt>
    <dgm:pt modelId="{914DA391-8C21-48CA-B9FE-B6B9E7BB5228}" type="pres">
      <dgm:prSet presAssocID="{DA8A903B-CC92-47C7-BC56-01925784205F}" presName="Name37" presStyleLbl="parChTrans1D2" presStyleIdx="3" presStyleCnt="6"/>
      <dgm:spPr/>
    </dgm:pt>
    <dgm:pt modelId="{D1C71A9B-7944-4A5D-883B-D28745402A83}" type="pres">
      <dgm:prSet presAssocID="{66D8FA64-026B-4A1D-98A2-7341AD59AB65}" presName="hierRoot2" presStyleCnt="0">
        <dgm:presLayoutVars>
          <dgm:hierBranch val="init"/>
        </dgm:presLayoutVars>
      </dgm:prSet>
      <dgm:spPr/>
    </dgm:pt>
    <dgm:pt modelId="{19986C46-235E-4391-B4A3-CC41B617310C}" type="pres">
      <dgm:prSet presAssocID="{66D8FA64-026B-4A1D-98A2-7341AD59AB65}" presName="rootComposite" presStyleCnt="0"/>
      <dgm:spPr/>
    </dgm:pt>
    <dgm:pt modelId="{F242E3B1-C6B0-4E30-8AE3-15F56CFFE95C}" type="pres">
      <dgm:prSet presAssocID="{66D8FA64-026B-4A1D-98A2-7341AD59AB65}" presName="rootText" presStyleLbl="node2" presStyleIdx="3" presStyleCnt="6">
        <dgm:presLayoutVars>
          <dgm:chPref val="3"/>
        </dgm:presLayoutVars>
      </dgm:prSet>
      <dgm:spPr/>
    </dgm:pt>
    <dgm:pt modelId="{72DE32E3-1CCA-443F-B5AE-350DEC5D616C}" type="pres">
      <dgm:prSet presAssocID="{66D8FA64-026B-4A1D-98A2-7341AD59AB65}" presName="rootConnector" presStyleLbl="node2" presStyleIdx="3" presStyleCnt="6"/>
      <dgm:spPr/>
    </dgm:pt>
    <dgm:pt modelId="{DDDD1C2F-8940-49CA-B956-C3024CD1BAF1}" type="pres">
      <dgm:prSet presAssocID="{66D8FA64-026B-4A1D-98A2-7341AD59AB65}" presName="hierChild4" presStyleCnt="0"/>
      <dgm:spPr/>
    </dgm:pt>
    <dgm:pt modelId="{49BD7932-EAA6-4C56-A97B-0084750E89FA}" type="pres">
      <dgm:prSet presAssocID="{66D8FA64-026B-4A1D-98A2-7341AD59AB65}" presName="hierChild5" presStyleCnt="0"/>
      <dgm:spPr/>
    </dgm:pt>
    <dgm:pt modelId="{15217836-79A5-481F-B7B7-A76E668467E4}" type="pres">
      <dgm:prSet presAssocID="{1D930C97-F6CF-4FDF-B992-F0E3E38F2761}" presName="Name37" presStyleLbl="parChTrans1D2" presStyleIdx="4" presStyleCnt="6"/>
      <dgm:spPr/>
    </dgm:pt>
    <dgm:pt modelId="{B811D1DC-F636-4F6F-9BDF-0EEAA0B2CE07}" type="pres">
      <dgm:prSet presAssocID="{CCE5453E-5582-4FBB-899B-BC9DA5C1DD0C}" presName="hierRoot2" presStyleCnt="0">
        <dgm:presLayoutVars>
          <dgm:hierBranch val="init"/>
        </dgm:presLayoutVars>
      </dgm:prSet>
      <dgm:spPr/>
    </dgm:pt>
    <dgm:pt modelId="{4C8C7925-94D0-4D88-A774-FE33A0BD6A63}" type="pres">
      <dgm:prSet presAssocID="{CCE5453E-5582-4FBB-899B-BC9DA5C1DD0C}" presName="rootComposite" presStyleCnt="0"/>
      <dgm:spPr/>
    </dgm:pt>
    <dgm:pt modelId="{21E03D6C-76CE-48DC-9E3F-AEB360207F99}" type="pres">
      <dgm:prSet presAssocID="{CCE5453E-5582-4FBB-899B-BC9DA5C1DD0C}" presName="rootText" presStyleLbl="node2" presStyleIdx="4" presStyleCnt="6">
        <dgm:presLayoutVars>
          <dgm:chPref val="3"/>
        </dgm:presLayoutVars>
      </dgm:prSet>
      <dgm:spPr/>
    </dgm:pt>
    <dgm:pt modelId="{41D1000F-C7D0-4602-B88B-701372CF5D58}" type="pres">
      <dgm:prSet presAssocID="{CCE5453E-5582-4FBB-899B-BC9DA5C1DD0C}" presName="rootConnector" presStyleLbl="node2" presStyleIdx="4" presStyleCnt="6"/>
      <dgm:spPr/>
    </dgm:pt>
    <dgm:pt modelId="{FCD49BA9-4C6F-47FE-99F6-628252C321DE}" type="pres">
      <dgm:prSet presAssocID="{CCE5453E-5582-4FBB-899B-BC9DA5C1DD0C}" presName="hierChild4" presStyleCnt="0"/>
      <dgm:spPr/>
    </dgm:pt>
    <dgm:pt modelId="{2E0BBB67-2E1E-4A75-B824-659E1D855470}" type="pres">
      <dgm:prSet presAssocID="{CCE5453E-5582-4FBB-899B-BC9DA5C1DD0C}" presName="hierChild5" presStyleCnt="0"/>
      <dgm:spPr/>
    </dgm:pt>
    <dgm:pt modelId="{1D239428-C0F6-48D3-8814-F1A9581CD0D0}" type="pres">
      <dgm:prSet presAssocID="{F8DF6C4B-7D43-4229-92C0-FC1168BA5EA1}" presName="Name37" presStyleLbl="parChTrans1D2" presStyleIdx="5" presStyleCnt="6"/>
      <dgm:spPr/>
    </dgm:pt>
    <dgm:pt modelId="{A87D5652-4932-4040-B49A-4C3CF5EB4442}" type="pres">
      <dgm:prSet presAssocID="{0EDBA7BB-A5F4-4A9F-A4A1-B0B61D6073C6}" presName="hierRoot2" presStyleCnt="0">
        <dgm:presLayoutVars>
          <dgm:hierBranch val="init"/>
        </dgm:presLayoutVars>
      </dgm:prSet>
      <dgm:spPr/>
    </dgm:pt>
    <dgm:pt modelId="{D20A0080-F44C-4C46-AEF9-1D27749398FD}" type="pres">
      <dgm:prSet presAssocID="{0EDBA7BB-A5F4-4A9F-A4A1-B0B61D6073C6}" presName="rootComposite" presStyleCnt="0"/>
      <dgm:spPr/>
    </dgm:pt>
    <dgm:pt modelId="{94BDBD42-F54C-4925-A9A0-22705F27E1B0}" type="pres">
      <dgm:prSet presAssocID="{0EDBA7BB-A5F4-4A9F-A4A1-B0B61D6073C6}" presName="rootText" presStyleLbl="node2" presStyleIdx="5" presStyleCnt="6">
        <dgm:presLayoutVars>
          <dgm:chPref val="3"/>
        </dgm:presLayoutVars>
      </dgm:prSet>
      <dgm:spPr/>
    </dgm:pt>
    <dgm:pt modelId="{A2ED5333-3572-49AC-BE9B-B94497A611EA}" type="pres">
      <dgm:prSet presAssocID="{0EDBA7BB-A5F4-4A9F-A4A1-B0B61D6073C6}" presName="rootConnector" presStyleLbl="node2" presStyleIdx="5" presStyleCnt="6"/>
      <dgm:spPr/>
    </dgm:pt>
    <dgm:pt modelId="{BEC9A5C0-661A-4765-BAFD-61F6C887C649}" type="pres">
      <dgm:prSet presAssocID="{0EDBA7BB-A5F4-4A9F-A4A1-B0B61D6073C6}" presName="hierChild4" presStyleCnt="0"/>
      <dgm:spPr/>
    </dgm:pt>
    <dgm:pt modelId="{3519570F-5B5B-4644-AC00-5162584C3F09}" type="pres">
      <dgm:prSet presAssocID="{0EDBA7BB-A5F4-4A9F-A4A1-B0B61D6073C6}" presName="hierChild5" presStyleCnt="0"/>
      <dgm:spPr/>
    </dgm:pt>
    <dgm:pt modelId="{4F13C5D7-E124-4679-AD27-65536DF785CF}" type="pres">
      <dgm:prSet presAssocID="{96884032-BA12-4ABD-9055-C1C75FC39CCD}" presName="hierChild3" presStyleCnt="0"/>
      <dgm:spPr/>
    </dgm:pt>
  </dgm:ptLst>
  <dgm:cxnLst>
    <dgm:cxn modelId="{75AC5C04-F365-47E8-9608-DEDD7746128C}" type="presOf" srcId="{66D8FA64-026B-4A1D-98A2-7341AD59AB65}" destId="{72DE32E3-1CCA-443F-B5AE-350DEC5D616C}" srcOrd="1" destOrd="0" presId="urn:microsoft.com/office/officeart/2005/8/layout/orgChart1"/>
    <dgm:cxn modelId="{B87A120C-B95A-4F45-A8F1-9FAF07D1E3E7}" type="presOf" srcId="{1F74620E-9BDA-4A9E-98C3-58BA9CBEB763}" destId="{AA7C4484-0638-4F2F-9F81-3AAF4BC01D71}" srcOrd="0" destOrd="0" presId="urn:microsoft.com/office/officeart/2005/8/layout/orgChart1"/>
    <dgm:cxn modelId="{CAF54D1D-63BD-4A15-B838-5CD11723A225}" type="presOf" srcId="{0EDBA7BB-A5F4-4A9F-A4A1-B0B61D6073C6}" destId="{A2ED5333-3572-49AC-BE9B-B94497A611EA}" srcOrd="1" destOrd="0" presId="urn:microsoft.com/office/officeart/2005/8/layout/orgChart1"/>
    <dgm:cxn modelId="{1D07281E-317B-4107-A269-D88F9A7D18DC}" srcId="{96884032-BA12-4ABD-9055-C1C75FC39CCD}" destId="{1F74620E-9BDA-4A9E-98C3-58BA9CBEB763}" srcOrd="2" destOrd="0" parTransId="{1D7AB2C8-9AFF-41B1-8E84-7498FDED93EA}" sibTransId="{C2AFC431-3A4D-4959-BD4F-F7FD995C1B71}"/>
    <dgm:cxn modelId="{F9A49320-6A7E-469C-AE0E-B7B23AF4A1A7}" type="presOf" srcId="{CCE5453E-5582-4FBB-899B-BC9DA5C1DD0C}" destId="{41D1000F-C7D0-4602-B88B-701372CF5D58}" srcOrd="1" destOrd="0" presId="urn:microsoft.com/office/officeart/2005/8/layout/orgChart1"/>
    <dgm:cxn modelId="{708C0722-0A38-446E-8CC3-B62B83349A2B}" type="presOf" srcId="{3F35B844-F77C-4578-B0AC-5792FA71A857}" destId="{C7D94BF7-2680-49C5-84BD-B60881DC96F5}" srcOrd="0" destOrd="0" presId="urn:microsoft.com/office/officeart/2005/8/layout/orgChart1"/>
    <dgm:cxn modelId="{7ED61222-F8C1-4E50-A83A-0E7A5B46F941}" type="presOf" srcId="{92C29BD8-D1FE-41E5-997C-7A44B1E4F4D5}" destId="{B5259C69-9E2A-4075-9C4D-0A5B34AF5577}" srcOrd="1" destOrd="0" presId="urn:microsoft.com/office/officeart/2005/8/layout/orgChart1"/>
    <dgm:cxn modelId="{C2B26A22-C669-4F9B-AA61-E59C2DE21EE5}" srcId="{4B426383-5277-4A0B-8F56-433F2F486EE3}" destId="{96884032-BA12-4ABD-9055-C1C75FC39CCD}" srcOrd="0" destOrd="0" parTransId="{3ED99F6E-09C0-41DF-859E-0026D642F805}" sibTransId="{B0237EAE-A27A-4569-ABA5-EB8E564719E4}"/>
    <dgm:cxn modelId="{59D31666-8773-45FA-A098-A1D02133D9BF}" type="presOf" srcId="{96884032-BA12-4ABD-9055-C1C75FC39CCD}" destId="{0C440B75-235C-488B-B995-13D671D96FB0}" srcOrd="1" destOrd="0" presId="urn:microsoft.com/office/officeart/2005/8/layout/orgChart1"/>
    <dgm:cxn modelId="{252B016A-42D3-4705-90C3-21FCADC323A1}" srcId="{96884032-BA12-4ABD-9055-C1C75FC39CCD}" destId="{CCE5453E-5582-4FBB-899B-BC9DA5C1DD0C}" srcOrd="4" destOrd="0" parTransId="{1D930C97-F6CF-4FDF-B992-F0E3E38F2761}" sibTransId="{6AAAF927-9880-4257-BEBC-74E9FEA751D4}"/>
    <dgm:cxn modelId="{74D10F6B-3111-4371-A61F-537149CA80B7}" type="presOf" srcId="{1D930C97-F6CF-4FDF-B992-F0E3E38F2761}" destId="{15217836-79A5-481F-B7B7-A76E668467E4}" srcOrd="0" destOrd="0" presId="urn:microsoft.com/office/officeart/2005/8/layout/orgChart1"/>
    <dgm:cxn modelId="{CA40054F-FDAB-4381-A113-1CB646586079}" type="presOf" srcId="{92C29BD8-D1FE-41E5-997C-7A44B1E4F4D5}" destId="{54E2BD22-3B60-4FBD-BF53-A524B40F4641}" srcOrd="0" destOrd="0" presId="urn:microsoft.com/office/officeart/2005/8/layout/orgChart1"/>
    <dgm:cxn modelId="{F8CF4273-B8C6-4115-B836-6F6CB13A67A0}" type="presOf" srcId="{4B426383-5277-4A0B-8F56-433F2F486EE3}" destId="{5880B012-8CD1-43CE-858E-D81AD40C5733}" srcOrd="0" destOrd="0" presId="urn:microsoft.com/office/officeart/2005/8/layout/orgChart1"/>
    <dgm:cxn modelId="{C16EBA5A-C70A-4F5A-8988-DD422507B172}" srcId="{96884032-BA12-4ABD-9055-C1C75FC39CCD}" destId="{0EDBA7BB-A5F4-4A9F-A4A1-B0B61D6073C6}" srcOrd="5" destOrd="0" parTransId="{F8DF6C4B-7D43-4229-92C0-FC1168BA5EA1}" sibTransId="{8251E9F1-7130-4E94-9E13-8372D5F67B7B}"/>
    <dgm:cxn modelId="{C6580F7B-C216-4325-87A3-73122002B1FD}" srcId="{96884032-BA12-4ABD-9055-C1C75FC39CCD}" destId="{92C29BD8-D1FE-41E5-997C-7A44B1E4F4D5}" srcOrd="0" destOrd="0" parTransId="{4A29466B-8E3F-481D-BDDE-5B382D3CD453}" sibTransId="{3EA68FBD-2446-4709-80D7-8804622FCBB1}"/>
    <dgm:cxn modelId="{AA5D437C-5131-4903-9A83-F89C6297FB0E}" type="presOf" srcId="{CF09C47C-709E-4EB8-878B-5FD046DC1DF5}" destId="{140E6007-8988-42FD-AD40-FCF12D91D057}" srcOrd="0" destOrd="0" presId="urn:microsoft.com/office/officeart/2005/8/layout/orgChart1"/>
    <dgm:cxn modelId="{4C7C4C88-B2C4-4748-BB94-1E39F9EF76AA}" type="presOf" srcId="{CCE5453E-5582-4FBB-899B-BC9DA5C1DD0C}" destId="{21E03D6C-76CE-48DC-9E3F-AEB360207F99}" srcOrd="0" destOrd="0" presId="urn:microsoft.com/office/officeart/2005/8/layout/orgChart1"/>
    <dgm:cxn modelId="{30D4228E-E776-44CE-9D64-DCD31B340324}" srcId="{96884032-BA12-4ABD-9055-C1C75FC39CCD}" destId="{3F35B844-F77C-4578-B0AC-5792FA71A857}" srcOrd="1" destOrd="0" parTransId="{CF09C47C-709E-4EB8-878B-5FD046DC1DF5}" sibTransId="{62404679-AD62-41B6-943E-B80B8B827556}"/>
    <dgm:cxn modelId="{2F64EB8F-55B3-4909-B5D3-182637ED8EB5}" type="presOf" srcId="{1D7AB2C8-9AFF-41B1-8E84-7498FDED93EA}" destId="{0B8C3A8A-B87C-4C30-98D5-7984F3717BBC}" srcOrd="0" destOrd="0" presId="urn:microsoft.com/office/officeart/2005/8/layout/orgChart1"/>
    <dgm:cxn modelId="{DE6E5CA4-764B-4C96-8EB6-7C0ED027547F}" type="presOf" srcId="{1F74620E-9BDA-4A9E-98C3-58BA9CBEB763}" destId="{2D6E52A2-B14A-4889-8748-A1D6FF278B95}" srcOrd="1" destOrd="0" presId="urn:microsoft.com/office/officeart/2005/8/layout/orgChart1"/>
    <dgm:cxn modelId="{5C9EDCAD-06D1-4DDB-A310-4CD3962AE849}" type="presOf" srcId="{96884032-BA12-4ABD-9055-C1C75FC39CCD}" destId="{D33D0665-81FA-42E6-A68D-A9DBFD37BDA4}" srcOrd="0" destOrd="0" presId="urn:microsoft.com/office/officeart/2005/8/layout/orgChart1"/>
    <dgm:cxn modelId="{A03130B2-B6D3-48BE-8B28-7A1CB366897C}" type="presOf" srcId="{F8DF6C4B-7D43-4229-92C0-FC1168BA5EA1}" destId="{1D239428-C0F6-48D3-8814-F1A9581CD0D0}" srcOrd="0" destOrd="0" presId="urn:microsoft.com/office/officeart/2005/8/layout/orgChart1"/>
    <dgm:cxn modelId="{40211EB7-5714-4C75-91E3-20D62FECCC67}" type="presOf" srcId="{66D8FA64-026B-4A1D-98A2-7341AD59AB65}" destId="{F242E3B1-C6B0-4E30-8AE3-15F56CFFE95C}" srcOrd="0" destOrd="0" presId="urn:microsoft.com/office/officeart/2005/8/layout/orgChart1"/>
    <dgm:cxn modelId="{82CFFFD4-958B-465C-AC27-F3704EC1508C}" srcId="{96884032-BA12-4ABD-9055-C1C75FC39CCD}" destId="{66D8FA64-026B-4A1D-98A2-7341AD59AB65}" srcOrd="3" destOrd="0" parTransId="{DA8A903B-CC92-47C7-BC56-01925784205F}" sibTransId="{842ED5BA-A062-4584-9D1A-17406B89CAC9}"/>
    <dgm:cxn modelId="{C0BB40E2-F0C8-4D80-AD12-471D95DAC65D}" type="presOf" srcId="{DA8A903B-CC92-47C7-BC56-01925784205F}" destId="{914DA391-8C21-48CA-B9FE-B6B9E7BB5228}" srcOrd="0" destOrd="0" presId="urn:microsoft.com/office/officeart/2005/8/layout/orgChart1"/>
    <dgm:cxn modelId="{CD791AF0-A887-41EE-849B-506CEDB89CA2}" type="presOf" srcId="{4A29466B-8E3F-481D-BDDE-5B382D3CD453}" destId="{4EFD2496-0443-40DC-9178-BA4AA62F1A18}" srcOrd="0" destOrd="0" presId="urn:microsoft.com/office/officeart/2005/8/layout/orgChart1"/>
    <dgm:cxn modelId="{DFA25AF2-6CAA-4AE1-B096-295F68FBF8D9}" type="presOf" srcId="{0EDBA7BB-A5F4-4A9F-A4A1-B0B61D6073C6}" destId="{94BDBD42-F54C-4925-A9A0-22705F27E1B0}" srcOrd="0" destOrd="0" presId="urn:microsoft.com/office/officeart/2005/8/layout/orgChart1"/>
    <dgm:cxn modelId="{92DB04FA-6620-4CF4-A699-D06B1621A93E}" type="presOf" srcId="{3F35B844-F77C-4578-B0AC-5792FA71A857}" destId="{C793070C-8602-4961-95B5-9E43BA081C8A}" srcOrd="1" destOrd="0" presId="urn:microsoft.com/office/officeart/2005/8/layout/orgChart1"/>
    <dgm:cxn modelId="{FD0A6F20-B715-40E6-A9E9-519C499E7363}" type="presParOf" srcId="{5880B012-8CD1-43CE-858E-D81AD40C5733}" destId="{BCACC5CB-4961-451D-B2B2-79A000E10DD9}" srcOrd="0" destOrd="0" presId="urn:microsoft.com/office/officeart/2005/8/layout/orgChart1"/>
    <dgm:cxn modelId="{0E114BAE-33F0-41D1-84AA-4663C6A4ED81}" type="presParOf" srcId="{BCACC5CB-4961-451D-B2B2-79A000E10DD9}" destId="{4532965F-DBF6-4E6D-8F0B-8E5B7E5563BE}" srcOrd="0" destOrd="0" presId="urn:microsoft.com/office/officeart/2005/8/layout/orgChart1"/>
    <dgm:cxn modelId="{FDA5E4EA-DE9A-41E1-BFB3-0A5DA35C495B}" type="presParOf" srcId="{4532965F-DBF6-4E6D-8F0B-8E5B7E5563BE}" destId="{D33D0665-81FA-42E6-A68D-A9DBFD37BDA4}" srcOrd="0" destOrd="0" presId="urn:microsoft.com/office/officeart/2005/8/layout/orgChart1"/>
    <dgm:cxn modelId="{61C52EB0-A265-423C-863B-DE9C1D753A3C}" type="presParOf" srcId="{4532965F-DBF6-4E6D-8F0B-8E5B7E5563BE}" destId="{0C440B75-235C-488B-B995-13D671D96FB0}" srcOrd="1" destOrd="0" presId="urn:microsoft.com/office/officeart/2005/8/layout/orgChart1"/>
    <dgm:cxn modelId="{7727ADA9-79A6-413E-BE3A-572AC6AB6B49}" type="presParOf" srcId="{BCACC5CB-4961-451D-B2B2-79A000E10DD9}" destId="{872436EA-D468-44BB-819C-C876082FA8FC}" srcOrd="1" destOrd="0" presId="urn:microsoft.com/office/officeart/2005/8/layout/orgChart1"/>
    <dgm:cxn modelId="{F2A49564-8283-490D-B4EE-D88E0F5BC1C8}" type="presParOf" srcId="{872436EA-D468-44BB-819C-C876082FA8FC}" destId="{4EFD2496-0443-40DC-9178-BA4AA62F1A18}" srcOrd="0" destOrd="0" presId="urn:microsoft.com/office/officeart/2005/8/layout/orgChart1"/>
    <dgm:cxn modelId="{4B7187EC-D527-42FD-A1DA-A9F354572D3B}" type="presParOf" srcId="{872436EA-D468-44BB-819C-C876082FA8FC}" destId="{2DF0C67D-65DC-44F5-8CB8-71D6A9668878}" srcOrd="1" destOrd="0" presId="urn:microsoft.com/office/officeart/2005/8/layout/orgChart1"/>
    <dgm:cxn modelId="{5FA1705E-D2CB-4A72-9104-39A566822A49}" type="presParOf" srcId="{2DF0C67D-65DC-44F5-8CB8-71D6A9668878}" destId="{580C246A-CF32-48D9-9D94-04E8AC46FBF1}" srcOrd="0" destOrd="0" presId="urn:microsoft.com/office/officeart/2005/8/layout/orgChart1"/>
    <dgm:cxn modelId="{7ACFDE9E-E179-458B-B442-2DFDDBD1BBBC}" type="presParOf" srcId="{580C246A-CF32-48D9-9D94-04E8AC46FBF1}" destId="{54E2BD22-3B60-4FBD-BF53-A524B40F4641}" srcOrd="0" destOrd="0" presId="urn:microsoft.com/office/officeart/2005/8/layout/orgChart1"/>
    <dgm:cxn modelId="{5F53DCCE-0122-4448-AF51-3E5110C47B70}" type="presParOf" srcId="{580C246A-CF32-48D9-9D94-04E8AC46FBF1}" destId="{B5259C69-9E2A-4075-9C4D-0A5B34AF5577}" srcOrd="1" destOrd="0" presId="urn:microsoft.com/office/officeart/2005/8/layout/orgChart1"/>
    <dgm:cxn modelId="{3C16C87F-E4EC-491C-9CE6-EE0587B11C65}" type="presParOf" srcId="{2DF0C67D-65DC-44F5-8CB8-71D6A9668878}" destId="{B2044CBF-5D17-40B0-B0E8-DE7DD6D5C1EA}" srcOrd="1" destOrd="0" presId="urn:microsoft.com/office/officeart/2005/8/layout/orgChart1"/>
    <dgm:cxn modelId="{1A11E39F-2802-4226-BD3C-B8A3222DE4A1}" type="presParOf" srcId="{2DF0C67D-65DC-44F5-8CB8-71D6A9668878}" destId="{108CFE5E-F6CA-4997-AB57-D516441D62A5}" srcOrd="2" destOrd="0" presId="urn:microsoft.com/office/officeart/2005/8/layout/orgChart1"/>
    <dgm:cxn modelId="{BE78B34F-FE1A-4575-9AF2-D039036AF5CA}" type="presParOf" srcId="{872436EA-D468-44BB-819C-C876082FA8FC}" destId="{140E6007-8988-42FD-AD40-FCF12D91D057}" srcOrd="2" destOrd="0" presId="urn:microsoft.com/office/officeart/2005/8/layout/orgChart1"/>
    <dgm:cxn modelId="{1729B57D-7D74-43FC-B618-90E12C483647}" type="presParOf" srcId="{872436EA-D468-44BB-819C-C876082FA8FC}" destId="{234667D3-758E-4CEB-87E6-3ED35C5CACBE}" srcOrd="3" destOrd="0" presId="urn:microsoft.com/office/officeart/2005/8/layout/orgChart1"/>
    <dgm:cxn modelId="{A96CD22C-80C5-477D-A8FE-0B60818DC377}" type="presParOf" srcId="{234667D3-758E-4CEB-87E6-3ED35C5CACBE}" destId="{83EA747E-ECEE-4BBF-BDC6-8CC69FE227E2}" srcOrd="0" destOrd="0" presId="urn:microsoft.com/office/officeart/2005/8/layout/orgChart1"/>
    <dgm:cxn modelId="{68E78306-2F30-4816-8A46-04995508CF0C}" type="presParOf" srcId="{83EA747E-ECEE-4BBF-BDC6-8CC69FE227E2}" destId="{C7D94BF7-2680-49C5-84BD-B60881DC96F5}" srcOrd="0" destOrd="0" presId="urn:microsoft.com/office/officeart/2005/8/layout/orgChart1"/>
    <dgm:cxn modelId="{6ADF71CF-E19F-4248-A020-77D5978A7A62}" type="presParOf" srcId="{83EA747E-ECEE-4BBF-BDC6-8CC69FE227E2}" destId="{C793070C-8602-4961-95B5-9E43BA081C8A}" srcOrd="1" destOrd="0" presId="urn:microsoft.com/office/officeart/2005/8/layout/orgChart1"/>
    <dgm:cxn modelId="{A499AAA7-E31A-4EF8-A02F-3E19AE2516D3}" type="presParOf" srcId="{234667D3-758E-4CEB-87E6-3ED35C5CACBE}" destId="{79A968FF-C72F-4D30-BF39-2628D1D89553}" srcOrd="1" destOrd="0" presId="urn:microsoft.com/office/officeart/2005/8/layout/orgChart1"/>
    <dgm:cxn modelId="{9E60082C-0B45-4C08-B979-B40DD2568EE3}" type="presParOf" srcId="{234667D3-758E-4CEB-87E6-3ED35C5CACBE}" destId="{F4A07749-D995-4FF3-99E1-ABD951A5284C}" srcOrd="2" destOrd="0" presId="urn:microsoft.com/office/officeart/2005/8/layout/orgChart1"/>
    <dgm:cxn modelId="{40187861-85FE-42A9-9C65-BA4439FC5DD1}" type="presParOf" srcId="{872436EA-D468-44BB-819C-C876082FA8FC}" destId="{0B8C3A8A-B87C-4C30-98D5-7984F3717BBC}" srcOrd="4" destOrd="0" presId="urn:microsoft.com/office/officeart/2005/8/layout/orgChart1"/>
    <dgm:cxn modelId="{266EE4F8-2796-45EF-9B43-F8F7801031CC}" type="presParOf" srcId="{872436EA-D468-44BB-819C-C876082FA8FC}" destId="{CCD75573-62AD-4B41-9D48-AB134EC7CE38}" srcOrd="5" destOrd="0" presId="urn:microsoft.com/office/officeart/2005/8/layout/orgChart1"/>
    <dgm:cxn modelId="{AA1F03C7-8732-46C6-8BCE-7297F5F6E477}" type="presParOf" srcId="{CCD75573-62AD-4B41-9D48-AB134EC7CE38}" destId="{0A732265-8874-43B4-9D55-92EFF5534D22}" srcOrd="0" destOrd="0" presId="urn:microsoft.com/office/officeart/2005/8/layout/orgChart1"/>
    <dgm:cxn modelId="{FC611599-A428-40AF-AF21-E6592EF7B688}" type="presParOf" srcId="{0A732265-8874-43B4-9D55-92EFF5534D22}" destId="{AA7C4484-0638-4F2F-9F81-3AAF4BC01D71}" srcOrd="0" destOrd="0" presId="urn:microsoft.com/office/officeart/2005/8/layout/orgChart1"/>
    <dgm:cxn modelId="{AC91D944-8FAC-4C3B-99FE-C70711E2BADD}" type="presParOf" srcId="{0A732265-8874-43B4-9D55-92EFF5534D22}" destId="{2D6E52A2-B14A-4889-8748-A1D6FF278B95}" srcOrd="1" destOrd="0" presId="urn:microsoft.com/office/officeart/2005/8/layout/orgChart1"/>
    <dgm:cxn modelId="{3CF7FD5D-AAA6-4930-B920-B90AEFCA02CD}" type="presParOf" srcId="{CCD75573-62AD-4B41-9D48-AB134EC7CE38}" destId="{F2D3CC71-38B8-405F-848F-6B9C035D4487}" srcOrd="1" destOrd="0" presId="urn:microsoft.com/office/officeart/2005/8/layout/orgChart1"/>
    <dgm:cxn modelId="{298662BA-1016-4A89-AA65-48CEB64A2F8B}" type="presParOf" srcId="{CCD75573-62AD-4B41-9D48-AB134EC7CE38}" destId="{C68EF89B-D3A1-443C-81CF-76D5896AA4CB}" srcOrd="2" destOrd="0" presId="urn:microsoft.com/office/officeart/2005/8/layout/orgChart1"/>
    <dgm:cxn modelId="{BA3C8FEC-6107-48A7-86CD-BB1EBF02ED0B}" type="presParOf" srcId="{872436EA-D468-44BB-819C-C876082FA8FC}" destId="{914DA391-8C21-48CA-B9FE-B6B9E7BB5228}" srcOrd="6" destOrd="0" presId="urn:microsoft.com/office/officeart/2005/8/layout/orgChart1"/>
    <dgm:cxn modelId="{613721B0-FD38-41D9-A464-13A63CA43749}" type="presParOf" srcId="{872436EA-D468-44BB-819C-C876082FA8FC}" destId="{D1C71A9B-7944-4A5D-883B-D28745402A83}" srcOrd="7" destOrd="0" presId="urn:microsoft.com/office/officeart/2005/8/layout/orgChart1"/>
    <dgm:cxn modelId="{3AE4D7D1-5BA6-4FE8-8A59-CA294B6DC8AF}" type="presParOf" srcId="{D1C71A9B-7944-4A5D-883B-D28745402A83}" destId="{19986C46-235E-4391-B4A3-CC41B617310C}" srcOrd="0" destOrd="0" presId="urn:microsoft.com/office/officeart/2005/8/layout/orgChart1"/>
    <dgm:cxn modelId="{1742EF45-8910-477A-9DAF-CD4E30D73BFD}" type="presParOf" srcId="{19986C46-235E-4391-B4A3-CC41B617310C}" destId="{F242E3B1-C6B0-4E30-8AE3-15F56CFFE95C}" srcOrd="0" destOrd="0" presId="urn:microsoft.com/office/officeart/2005/8/layout/orgChart1"/>
    <dgm:cxn modelId="{FC717146-05BB-4013-BD9A-BA600ECCD331}" type="presParOf" srcId="{19986C46-235E-4391-B4A3-CC41B617310C}" destId="{72DE32E3-1CCA-443F-B5AE-350DEC5D616C}" srcOrd="1" destOrd="0" presId="urn:microsoft.com/office/officeart/2005/8/layout/orgChart1"/>
    <dgm:cxn modelId="{650384AD-617A-4EDC-B444-8A6B5137856A}" type="presParOf" srcId="{D1C71A9B-7944-4A5D-883B-D28745402A83}" destId="{DDDD1C2F-8940-49CA-B956-C3024CD1BAF1}" srcOrd="1" destOrd="0" presId="urn:microsoft.com/office/officeart/2005/8/layout/orgChart1"/>
    <dgm:cxn modelId="{6A76144E-BE17-4AA0-B14A-E879F8A79B50}" type="presParOf" srcId="{D1C71A9B-7944-4A5D-883B-D28745402A83}" destId="{49BD7932-EAA6-4C56-A97B-0084750E89FA}" srcOrd="2" destOrd="0" presId="urn:microsoft.com/office/officeart/2005/8/layout/orgChart1"/>
    <dgm:cxn modelId="{A5D2E994-1807-4816-B325-46890266D4DE}" type="presParOf" srcId="{872436EA-D468-44BB-819C-C876082FA8FC}" destId="{15217836-79A5-481F-B7B7-A76E668467E4}" srcOrd="8" destOrd="0" presId="urn:microsoft.com/office/officeart/2005/8/layout/orgChart1"/>
    <dgm:cxn modelId="{D74C8A70-B092-4A83-AC62-1209BB23E34B}" type="presParOf" srcId="{872436EA-D468-44BB-819C-C876082FA8FC}" destId="{B811D1DC-F636-4F6F-9BDF-0EEAA0B2CE07}" srcOrd="9" destOrd="0" presId="urn:microsoft.com/office/officeart/2005/8/layout/orgChart1"/>
    <dgm:cxn modelId="{519728D4-06E6-4F9C-AB03-DFC9BB24485F}" type="presParOf" srcId="{B811D1DC-F636-4F6F-9BDF-0EEAA0B2CE07}" destId="{4C8C7925-94D0-4D88-A774-FE33A0BD6A63}" srcOrd="0" destOrd="0" presId="urn:microsoft.com/office/officeart/2005/8/layout/orgChart1"/>
    <dgm:cxn modelId="{78228208-5E34-4925-8374-6413260C2FB8}" type="presParOf" srcId="{4C8C7925-94D0-4D88-A774-FE33A0BD6A63}" destId="{21E03D6C-76CE-48DC-9E3F-AEB360207F99}" srcOrd="0" destOrd="0" presId="urn:microsoft.com/office/officeart/2005/8/layout/orgChart1"/>
    <dgm:cxn modelId="{58AB3AA4-0FC0-4C19-9F1A-FF1DD3A9E071}" type="presParOf" srcId="{4C8C7925-94D0-4D88-A774-FE33A0BD6A63}" destId="{41D1000F-C7D0-4602-B88B-701372CF5D58}" srcOrd="1" destOrd="0" presId="urn:microsoft.com/office/officeart/2005/8/layout/orgChart1"/>
    <dgm:cxn modelId="{ECFC8F4C-F863-44E8-A9BE-3C13D303B06C}" type="presParOf" srcId="{B811D1DC-F636-4F6F-9BDF-0EEAA0B2CE07}" destId="{FCD49BA9-4C6F-47FE-99F6-628252C321DE}" srcOrd="1" destOrd="0" presId="urn:microsoft.com/office/officeart/2005/8/layout/orgChart1"/>
    <dgm:cxn modelId="{760FF0EE-441A-4944-917D-2D7D90D71183}" type="presParOf" srcId="{B811D1DC-F636-4F6F-9BDF-0EEAA0B2CE07}" destId="{2E0BBB67-2E1E-4A75-B824-659E1D855470}" srcOrd="2" destOrd="0" presId="urn:microsoft.com/office/officeart/2005/8/layout/orgChart1"/>
    <dgm:cxn modelId="{F71CB2E9-AF2F-4E2B-8E6D-7F83191625C4}" type="presParOf" srcId="{872436EA-D468-44BB-819C-C876082FA8FC}" destId="{1D239428-C0F6-48D3-8814-F1A9581CD0D0}" srcOrd="10" destOrd="0" presId="urn:microsoft.com/office/officeart/2005/8/layout/orgChart1"/>
    <dgm:cxn modelId="{29CE7AA9-CB33-4545-ACCC-BFAA7585584F}" type="presParOf" srcId="{872436EA-D468-44BB-819C-C876082FA8FC}" destId="{A87D5652-4932-4040-B49A-4C3CF5EB4442}" srcOrd="11" destOrd="0" presId="urn:microsoft.com/office/officeart/2005/8/layout/orgChart1"/>
    <dgm:cxn modelId="{959056A3-4A42-46E9-8E0D-BC8F23B6A61A}" type="presParOf" srcId="{A87D5652-4932-4040-B49A-4C3CF5EB4442}" destId="{D20A0080-F44C-4C46-AEF9-1D27749398FD}" srcOrd="0" destOrd="0" presId="urn:microsoft.com/office/officeart/2005/8/layout/orgChart1"/>
    <dgm:cxn modelId="{E013AE3B-B1DF-4CD4-BAB1-6A98E79D012B}" type="presParOf" srcId="{D20A0080-F44C-4C46-AEF9-1D27749398FD}" destId="{94BDBD42-F54C-4925-A9A0-22705F27E1B0}" srcOrd="0" destOrd="0" presId="urn:microsoft.com/office/officeart/2005/8/layout/orgChart1"/>
    <dgm:cxn modelId="{8D89288D-1C6F-4581-94AF-D14F2873FFAA}" type="presParOf" srcId="{D20A0080-F44C-4C46-AEF9-1D27749398FD}" destId="{A2ED5333-3572-49AC-BE9B-B94497A611EA}" srcOrd="1" destOrd="0" presId="urn:microsoft.com/office/officeart/2005/8/layout/orgChart1"/>
    <dgm:cxn modelId="{31027B41-5E01-4F8E-9599-A38658467FF9}" type="presParOf" srcId="{A87D5652-4932-4040-B49A-4C3CF5EB4442}" destId="{BEC9A5C0-661A-4765-BAFD-61F6C887C649}" srcOrd="1" destOrd="0" presId="urn:microsoft.com/office/officeart/2005/8/layout/orgChart1"/>
    <dgm:cxn modelId="{E1E9A36F-E506-4905-964C-D7BA180766E2}" type="presParOf" srcId="{A87D5652-4932-4040-B49A-4C3CF5EB4442}" destId="{3519570F-5B5B-4644-AC00-5162584C3F09}" srcOrd="2" destOrd="0" presId="urn:microsoft.com/office/officeart/2005/8/layout/orgChart1"/>
    <dgm:cxn modelId="{70992BA9-83FB-4043-9B46-903021CEA780}" type="presParOf" srcId="{BCACC5CB-4961-451D-B2B2-79A000E10DD9}" destId="{4F13C5D7-E124-4679-AD27-65536DF785C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B426383-5277-4A0B-8F56-433F2F486EE3}" type="doc">
      <dgm:prSet loTypeId="urn:microsoft.com/office/officeart/2005/8/layout/orgChart1" loCatId="hierarchy" qsTypeId="urn:microsoft.com/office/officeart/2005/8/quickstyle/simple1" qsCatId="simple" csTypeId="urn:microsoft.com/office/officeart/2005/8/colors/accent5_1" csCatId="accent5" phldr="1"/>
      <dgm:spPr/>
      <dgm:t>
        <a:bodyPr/>
        <a:lstStyle/>
        <a:p>
          <a:endParaRPr lang="en-PK"/>
        </a:p>
      </dgm:t>
    </dgm:pt>
    <dgm:pt modelId="{96884032-BA12-4ABD-9055-C1C75FC39CCD}">
      <dgm:prSet phldrT="[Text]"/>
      <dgm:spPr/>
      <dgm:t>
        <a:bodyPr anchor="t"/>
        <a:lstStyle/>
        <a:p>
          <a:pPr algn="ctr"/>
          <a:r>
            <a:rPr lang="en-US" b="0" i="0" dirty="0"/>
            <a:t>"Create WhatsApp Group"</a:t>
          </a:r>
          <a:endParaRPr lang="en-PK" dirty="0"/>
        </a:p>
      </dgm:t>
    </dgm:pt>
    <dgm:pt modelId="{3ED99F6E-09C0-41DF-859E-0026D642F805}" type="parTrans" cxnId="{C2B26A22-C669-4F9B-AA61-E59C2DE21EE5}">
      <dgm:prSet/>
      <dgm:spPr/>
      <dgm:t>
        <a:bodyPr/>
        <a:lstStyle/>
        <a:p>
          <a:endParaRPr lang="en-PK"/>
        </a:p>
      </dgm:t>
    </dgm:pt>
    <dgm:pt modelId="{B0237EAE-A27A-4569-ABA5-EB8E564719E4}" type="sibTrans" cxnId="{C2B26A22-C669-4F9B-AA61-E59C2DE21EE5}">
      <dgm:prSet/>
      <dgm:spPr/>
      <dgm:t>
        <a:bodyPr/>
        <a:lstStyle/>
        <a:p>
          <a:endParaRPr lang="en-PK"/>
        </a:p>
      </dgm:t>
    </dgm:pt>
    <dgm:pt modelId="{92C29BD8-D1FE-41E5-997C-7A44B1E4F4D5}">
      <dgm:prSet/>
      <dgm:spPr/>
      <dgm:t>
        <a:bodyPr anchor="t"/>
        <a:lstStyle/>
        <a:p>
          <a:pPr algn="ctr">
            <a:buFont typeface="+mj-lt"/>
            <a:buAutoNum type="arabicPeriod"/>
          </a:pPr>
          <a:r>
            <a:rPr lang="en-US" b="0" i="0" dirty="0"/>
            <a:t>Step 1: Create a group</a:t>
          </a:r>
        </a:p>
      </dgm:t>
    </dgm:pt>
    <dgm:pt modelId="{4A29466B-8E3F-481D-BDDE-5B382D3CD453}" type="parTrans" cxnId="{C6580F7B-C216-4325-87A3-73122002B1FD}">
      <dgm:prSet/>
      <dgm:spPr/>
      <dgm:t>
        <a:bodyPr anchor="t"/>
        <a:lstStyle/>
        <a:p>
          <a:pPr algn="ctr"/>
          <a:endParaRPr lang="en-PK"/>
        </a:p>
      </dgm:t>
    </dgm:pt>
    <dgm:pt modelId="{3EA68FBD-2446-4709-80D7-8804622FCBB1}" type="sibTrans" cxnId="{C6580F7B-C216-4325-87A3-73122002B1FD}">
      <dgm:prSet/>
      <dgm:spPr/>
      <dgm:t>
        <a:bodyPr/>
        <a:lstStyle/>
        <a:p>
          <a:endParaRPr lang="en-PK"/>
        </a:p>
      </dgm:t>
    </dgm:pt>
    <dgm:pt modelId="{3F35B844-F77C-4578-B0AC-5792FA71A857}">
      <dgm:prSet/>
      <dgm:spPr/>
      <dgm:t>
        <a:bodyPr anchor="t"/>
        <a:lstStyle/>
        <a:p>
          <a:pPr algn="ctr">
            <a:buFont typeface="+mj-lt"/>
            <a:buAutoNum type="arabicPeriod"/>
          </a:pPr>
          <a:r>
            <a:rPr lang="en-US" b="0" i="0" dirty="0"/>
            <a:t>Step 2: Add members</a:t>
          </a:r>
        </a:p>
      </dgm:t>
    </dgm:pt>
    <dgm:pt modelId="{CF09C47C-709E-4EB8-878B-5FD046DC1DF5}" type="parTrans" cxnId="{30D4228E-E776-44CE-9D64-DCD31B340324}">
      <dgm:prSet/>
      <dgm:spPr/>
      <dgm:t>
        <a:bodyPr anchor="t"/>
        <a:lstStyle/>
        <a:p>
          <a:pPr algn="ctr"/>
          <a:endParaRPr lang="en-PK"/>
        </a:p>
      </dgm:t>
    </dgm:pt>
    <dgm:pt modelId="{62404679-AD62-41B6-943E-B80B8B827556}" type="sibTrans" cxnId="{30D4228E-E776-44CE-9D64-DCD31B340324}">
      <dgm:prSet/>
      <dgm:spPr/>
      <dgm:t>
        <a:bodyPr/>
        <a:lstStyle/>
        <a:p>
          <a:endParaRPr lang="en-PK"/>
        </a:p>
      </dgm:t>
    </dgm:pt>
    <dgm:pt modelId="{1F74620E-9BDA-4A9E-98C3-58BA9CBEB763}">
      <dgm:prSet/>
      <dgm:spPr/>
      <dgm:t>
        <a:bodyPr anchor="t"/>
        <a:lstStyle/>
        <a:p>
          <a:pPr algn="ctr">
            <a:buFont typeface="+mj-lt"/>
            <a:buAutoNum type="arabicPeriod"/>
          </a:pPr>
          <a:r>
            <a:rPr lang="en-US" b="0" i="0" dirty="0"/>
            <a:t>Step 3: Customize group</a:t>
          </a:r>
        </a:p>
      </dgm:t>
    </dgm:pt>
    <dgm:pt modelId="{1D7AB2C8-9AFF-41B1-8E84-7498FDED93EA}" type="parTrans" cxnId="{1D07281E-317B-4107-A269-D88F9A7D18DC}">
      <dgm:prSet/>
      <dgm:spPr/>
      <dgm:t>
        <a:bodyPr anchor="t"/>
        <a:lstStyle/>
        <a:p>
          <a:pPr algn="ctr"/>
          <a:endParaRPr lang="en-PK"/>
        </a:p>
      </dgm:t>
    </dgm:pt>
    <dgm:pt modelId="{C2AFC431-3A4D-4959-BD4F-F7FD995C1B71}" type="sibTrans" cxnId="{1D07281E-317B-4107-A269-D88F9A7D18DC}">
      <dgm:prSet/>
      <dgm:spPr/>
      <dgm:t>
        <a:bodyPr/>
        <a:lstStyle/>
        <a:p>
          <a:endParaRPr lang="en-PK"/>
        </a:p>
      </dgm:t>
    </dgm:pt>
    <dgm:pt modelId="{66D8FA64-026B-4A1D-98A2-7341AD59AB65}">
      <dgm:prSet/>
      <dgm:spPr/>
      <dgm:t>
        <a:bodyPr anchor="t"/>
        <a:lstStyle/>
        <a:p>
          <a:pPr algn="ctr">
            <a:buFont typeface="+mj-lt"/>
            <a:buAutoNum type="arabicPeriod"/>
          </a:pPr>
          <a:r>
            <a:rPr lang="en-US" b="0" i="0" dirty="0"/>
            <a:t>Step 4: Set disappearing messages</a:t>
          </a:r>
        </a:p>
      </dgm:t>
    </dgm:pt>
    <dgm:pt modelId="{DA8A903B-CC92-47C7-BC56-01925784205F}" type="parTrans" cxnId="{82CFFFD4-958B-465C-AC27-F3704EC1508C}">
      <dgm:prSet/>
      <dgm:spPr/>
      <dgm:t>
        <a:bodyPr anchor="t"/>
        <a:lstStyle/>
        <a:p>
          <a:pPr algn="ctr"/>
          <a:endParaRPr lang="en-PK"/>
        </a:p>
      </dgm:t>
    </dgm:pt>
    <dgm:pt modelId="{842ED5BA-A062-4584-9D1A-17406B89CAC9}" type="sibTrans" cxnId="{82CFFFD4-958B-465C-AC27-F3704EC1508C}">
      <dgm:prSet/>
      <dgm:spPr/>
      <dgm:t>
        <a:bodyPr/>
        <a:lstStyle/>
        <a:p>
          <a:endParaRPr lang="en-PK"/>
        </a:p>
      </dgm:t>
    </dgm:pt>
    <dgm:pt modelId="{CCE5453E-5582-4FBB-899B-BC9DA5C1DD0C}">
      <dgm:prSet/>
      <dgm:spPr/>
      <dgm:t>
        <a:bodyPr anchor="t"/>
        <a:lstStyle/>
        <a:p>
          <a:pPr algn="ctr">
            <a:buFont typeface="+mj-lt"/>
            <a:buAutoNum type="arabicPeriod"/>
          </a:pPr>
          <a:r>
            <a:rPr lang="en-US" b="0" i="0" dirty="0"/>
            <a:t>Step 5: Configure group permissions</a:t>
          </a:r>
        </a:p>
      </dgm:t>
    </dgm:pt>
    <dgm:pt modelId="{1D930C97-F6CF-4FDF-B992-F0E3E38F2761}" type="parTrans" cxnId="{252B016A-42D3-4705-90C3-21FCADC323A1}">
      <dgm:prSet/>
      <dgm:spPr/>
      <dgm:t>
        <a:bodyPr anchor="t"/>
        <a:lstStyle/>
        <a:p>
          <a:pPr algn="ctr"/>
          <a:endParaRPr lang="en-PK"/>
        </a:p>
      </dgm:t>
    </dgm:pt>
    <dgm:pt modelId="{6AAAF927-9880-4257-BEBC-74E9FEA751D4}" type="sibTrans" cxnId="{252B016A-42D3-4705-90C3-21FCADC323A1}">
      <dgm:prSet/>
      <dgm:spPr/>
      <dgm:t>
        <a:bodyPr/>
        <a:lstStyle/>
        <a:p>
          <a:endParaRPr lang="en-PK"/>
        </a:p>
      </dgm:t>
    </dgm:pt>
    <dgm:pt modelId="{0EDBA7BB-A5F4-4A9F-A4A1-B0B61D6073C6}">
      <dgm:prSet/>
      <dgm:spPr/>
      <dgm:t>
        <a:bodyPr anchor="t"/>
        <a:lstStyle/>
        <a:p>
          <a:pPr algn="ctr">
            <a:buFont typeface="+mj-lt"/>
            <a:buAutoNum type="arabicPeriod"/>
          </a:pPr>
          <a:r>
            <a:rPr lang="en-US" b="0" i="0" dirty="0"/>
            <a:t>Step 6: Finalize group creation</a:t>
          </a:r>
        </a:p>
      </dgm:t>
    </dgm:pt>
    <dgm:pt modelId="{F8DF6C4B-7D43-4229-92C0-FC1168BA5EA1}" type="parTrans" cxnId="{C16EBA5A-C70A-4F5A-8988-DD422507B172}">
      <dgm:prSet/>
      <dgm:spPr/>
      <dgm:t>
        <a:bodyPr anchor="t"/>
        <a:lstStyle/>
        <a:p>
          <a:pPr algn="ctr"/>
          <a:endParaRPr lang="en-PK"/>
        </a:p>
      </dgm:t>
    </dgm:pt>
    <dgm:pt modelId="{8251E9F1-7130-4E94-9E13-8372D5F67B7B}" type="sibTrans" cxnId="{C16EBA5A-C70A-4F5A-8988-DD422507B172}">
      <dgm:prSet/>
      <dgm:spPr/>
      <dgm:t>
        <a:bodyPr/>
        <a:lstStyle/>
        <a:p>
          <a:endParaRPr lang="en-PK"/>
        </a:p>
      </dgm:t>
    </dgm:pt>
    <dgm:pt modelId="{F91933BC-F0FC-45B3-B2A9-9B0ECB1A53A0}">
      <dgm:prSet/>
      <dgm:spPr/>
      <dgm:t>
        <a:bodyPr anchor="t"/>
        <a:lstStyle/>
        <a:p>
          <a:pPr algn="ctr">
            <a:buFont typeface="+mj-lt"/>
            <a:buAutoNum type="arabicPeriod"/>
          </a:pPr>
          <a:r>
            <a:rPr lang="en-US" b="0" i="0" dirty="0"/>
            <a:t> Click New Chat</a:t>
          </a:r>
        </a:p>
      </dgm:t>
    </dgm:pt>
    <dgm:pt modelId="{F608A6BD-682A-4F78-9698-34342F5376B3}" type="parTrans" cxnId="{3A123322-8B2B-4784-AE59-CD52F04EA3D8}">
      <dgm:prSet/>
      <dgm:spPr/>
      <dgm:t>
        <a:bodyPr anchor="t"/>
        <a:lstStyle/>
        <a:p>
          <a:pPr algn="ctr"/>
          <a:endParaRPr lang="en-PK"/>
        </a:p>
      </dgm:t>
    </dgm:pt>
    <dgm:pt modelId="{DEDC20F2-B0F2-4C51-AD7F-99113C615CB3}" type="sibTrans" cxnId="{3A123322-8B2B-4784-AE59-CD52F04EA3D8}">
      <dgm:prSet/>
      <dgm:spPr/>
      <dgm:t>
        <a:bodyPr/>
        <a:lstStyle/>
        <a:p>
          <a:endParaRPr lang="en-PK"/>
        </a:p>
      </dgm:t>
    </dgm:pt>
    <dgm:pt modelId="{B9DE0CA5-D09D-42CE-8594-67B16D3AA61E}">
      <dgm:prSet/>
      <dgm:spPr/>
      <dgm:t>
        <a:bodyPr anchor="t"/>
        <a:lstStyle/>
        <a:p>
          <a:pPr algn="ctr">
            <a:buFont typeface="+mj-lt"/>
            <a:buAutoNum type="arabicPeriod"/>
          </a:pPr>
          <a:r>
            <a:rPr lang="en-US" b="0" i="0"/>
            <a:t>Click New group</a:t>
          </a:r>
          <a:endParaRPr lang="en-US" b="0" i="0" dirty="0"/>
        </a:p>
      </dgm:t>
    </dgm:pt>
    <dgm:pt modelId="{5E995339-FAE2-493C-812F-2E3FAD0B6651}" type="parTrans" cxnId="{6ABA8BB2-D704-49F1-AAC2-2A405AB6164A}">
      <dgm:prSet/>
      <dgm:spPr/>
      <dgm:t>
        <a:bodyPr anchor="t"/>
        <a:lstStyle/>
        <a:p>
          <a:pPr algn="ctr"/>
          <a:endParaRPr lang="en-PK"/>
        </a:p>
      </dgm:t>
    </dgm:pt>
    <dgm:pt modelId="{26373030-CF27-430A-9D17-A1B8DBF701F5}" type="sibTrans" cxnId="{6ABA8BB2-D704-49F1-AAC2-2A405AB6164A}">
      <dgm:prSet/>
      <dgm:spPr/>
      <dgm:t>
        <a:bodyPr/>
        <a:lstStyle/>
        <a:p>
          <a:endParaRPr lang="en-PK"/>
        </a:p>
      </dgm:t>
    </dgm:pt>
    <dgm:pt modelId="{46F2601C-448F-4845-9D49-F159BFA235A6}">
      <dgm:prSet/>
      <dgm:spPr/>
      <dgm:t>
        <a:bodyPr anchor="t"/>
        <a:lstStyle/>
        <a:p>
          <a:pPr algn="ctr">
            <a:buFont typeface="+mj-lt"/>
            <a:buAutoNum type="arabicPeriod"/>
          </a:pPr>
          <a:r>
            <a:rPr lang="en-US" b="0" i="0" dirty="0"/>
            <a:t> Search for or select contacts</a:t>
          </a:r>
        </a:p>
      </dgm:t>
    </dgm:pt>
    <dgm:pt modelId="{702DC148-DEF6-4377-BE78-844F501D9290}" type="parTrans" cxnId="{EFE7307C-7F2D-4DC1-ACE9-AB6DC0C121C0}">
      <dgm:prSet/>
      <dgm:spPr/>
      <dgm:t>
        <a:bodyPr anchor="t"/>
        <a:lstStyle/>
        <a:p>
          <a:pPr algn="ctr"/>
          <a:endParaRPr lang="en-PK"/>
        </a:p>
      </dgm:t>
    </dgm:pt>
    <dgm:pt modelId="{AEE91629-D850-4D8E-B846-B50B4AE4F3AF}" type="sibTrans" cxnId="{EFE7307C-7F2D-4DC1-ACE9-AB6DC0C121C0}">
      <dgm:prSet/>
      <dgm:spPr/>
      <dgm:t>
        <a:bodyPr/>
        <a:lstStyle/>
        <a:p>
          <a:endParaRPr lang="en-PK"/>
        </a:p>
      </dgm:t>
    </dgm:pt>
    <dgm:pt modelId="{4D851234-AD22-4285-B80C-9F6FE1820858}">
      <dgm:prSet/>
      <dgm:spPr/>
      <dgm:t>
        <a:bodyPr anchor="t"/>
        <a:lstStyle/>
        <a:p>
          <a:pPr algn="ctr">
            <a:buFont typeface="+mj-lt"/>
            <a:buAutoNum type="arabicPeriod"/>
          </a:pPr>
          <a:r>
            <a:rPr lang="en-US" b="0" i="0" dirty="0"/>
            <a:t>Click Next </a:t>
          </a:r>
        </a:p>
      </dgm:t>
    </dgm:pt>
    <dgm:pt modelId="{AE20B412-5F5B-4A29-B00C-0EF4DDEAD223}" type="parTrans" cxnId="{DC309010-D52F-472B-B927-10D42DB10520}">
      <dgm:prSet/>
      <dgm:spPr/>
      <dgm:t>
        <a:bodyPr anchor="t"/>
        <a:lstStyle/>
        <a:p>
          <a:pPr algn="ctr"/>
          <a:endParaRPr lang="en-PK"/>
        </a:p>
      </dgm:t>
    </dgm:pt>
    <dgm:pt modelId="{A7A073EB-0202-4553-B6B4-C69ABE61806A}" type="sibTrans" cxnId="{DC309010-D52F-472B-B927-10D42DB10520}">
      <dgm:prSet/>
      <dgm:spPr/>
      <dgm:t>
        <a:bodyPr/>
        <a:lstStyle/>
        <a:p>
          <a:endParaRPr lang="en-PK"/>
        </a:p>
      </dgm:t>
    </dgm:pt>
    <dgm:pt modelId="{588826D8-BE4C-4CE1-80AA-92B6863580B8}">
      <dgm:prSet/>
      <dgm:spPr/>
      <dgm:t>
        <a:bodyPr anchor="t"/>
        <a:lstStyle/>
        <a:p>
          <a:pPr algn="ctr">
            <a:buFont typeface="+mj-lt"/>
            <a:buAutoNum type="arabicPeriod"/>
          </a:pPr>
          <a:r>
            <a:rPr lang="en-US" b="0" i="0" dirty="0"/>
            <a:t>Click Group name</a:t>
          </a:r>
        </a:p>
      </dgm:t>
    </dgm:pt>
    <dgm:pt modelId="{2680C1A8-DBE6-4024-A630-8C1B7314E2C8}" type="parTrans" cxnId="{50DBDCB8-6EB2-42F9-82FB-26A622F8DD0A}">
      <dgm:prSet/>
      <dgm:spPr/>
      <dgm:t>
        <a:bodyPr anchor="t"/>
        <a:lstStyle/>
        <a:p>
          <a:pPr algn="ctr"/>
          <a:endParaRPr lang="en-PK"/>
        </a:p>
      </dgm:t>
    </dgm:pt>
    <dgm:pt modelId="{E1B0EFB6-1F36-493A-B398-8BC86D47A4C9}" type="sibTrans" cxnId="{50DBDCB8-6EB2-42F9-82FB-26A622F8DD0A}">
      <dgm:prSet/>
      <dgm:spPr/>
      <dgm:t>
        <a:bodyPr/>
        <a:lstStyle/>
        <a:p>
          <a:endParaRPr lang="en-PK"/>
        </a:p>
      </dgm:t>
    </dgm:pt>
    <dgm:pt modelId="{B76E3312-39B6-46D7-8782-7B3A455413D6}">
      <dgm:prSet/>
      <dgm:spPr/>
      <dgm:t>
        <a:bodyPr anchor="t"/>
        <a:lstStyle/>
        <a:p>
          <a:pPr algn="ctr">
            <a:buFont typeface="+mj-lt"/>
            <a:buAutoNum type="arabicPeriod"/>
          </a:pPr>
          <a:r>
            <a:rPr lang="en-US" b="0" i="0" dirty="0"/>
            <a:t>Click Add group Icon</a:t>
          </a:r>
        </a:p>
      </dgm:t>
    </dgm:pt>
    <dgm:pt modelId="{25F9233A-D9EF-43F9-A8F4-A25892B7955F}" type="parTrans" cxnId="{6ED6BEDF-7FA7-4187-A00B-65CE1E59C67E}">
      <dgm:prSet/>
      <dgm:spPr/>
      <dgm:t>
        <a:bodyPr anchor="t"/>
        <a:lstStyle/>
        <a:p>
          <a:pPr algn="ctr"/>
          <a:endParaRPr lang="en-PK"/>
        </a:p>
      </dgm:t>
    </dgm:pt>
    <dgm:pt modelId="{60FDA85F-7E44-43A6-A779-D463ED431A5F}" type="sibTrans" cxnId="{6ED6BEDF-7FA7-4187-A00B-65CE1E59C67E}">
      <dgm:prSet/>
      <dgm:spPr/>
      <dgm:t>
        <a:bodyPr/>
        <a:lstStyle/>
        <a:p>
          <a:endParaRPr lang="en-PK"/>
        </a:p>
      </dgm:t>
    </dgm:pt>
    <dgm:pt modelId="{841E34B4-F104-42B1-AFF8-BECBC0B8046E}">
      <dgm:prSet/>
      <dgm:spPr/>
      <dgm:t>
        <a:bodyPr anchor="t"/>
        <a:lstStyle/>
        <a:p>
          <a:pPr algn="ctr">
            <a:buFont typeface="+mj-lt"/>
            <a:buAutoNum type="arabicPeriod"/>
          </a:pPr>
          <a:r>
            <a:rPr lang="en-US" b="0" i="0" dirty="0"/>
            <a:t>Click Emoji</a:t>
          </a:r>
          <a:br>
            <a:rPr lang="en-US" b="0" i="0" dirty="0"/>
          </a:br>
          <a:endParaRPr lang="en-US" b="0" i="0" dirty="0"/>
        </a:p>
      </dgm:t>
    </dgm:pt>
    <dgm:pt modelId="{A6496C8B-1A4C-47E8-8A62-91E1E3DC045B}" type="parTrans" cxnId="{8249F68D-F1C2-489A-9667-8A60124286EE}">
      <dgm:prSet/>
      <dgm:spPr/>
      <dgm:t>
        <a:bodyPr anchor="t"/>
        <a:lstStyle/>
        <a:p>
          <a:pPr algn="ctr"/>
          <a:endParaRPr lang="en-PK"/>
        </a:p>
      </dgm:t>
    </dgm:pt>
    <dgm:pt modelId="{EB40443B-1DA2-4174-84A3-F8AAEDABC4C6}" type="sibTrans" cxnId="{8249F68D-F1C2-489A-9667-8A60124286EE}">
      <dgm:prSet/>
      <dgm:spPr/>
      <dgm:t>
        <a:bodyPr/>
        <a:lstStyle/>
        <a:p>
          <a:endParaRPr lang="en-PK"/>
        </a:p>
      </dgm:t>
    </dgm:pt>
    <dgm:pt modelId="{143BCB50-29FA-4936-AC89-8BDD29B91A26}">
      <dgm:prSet/>
      <dgm:spPr/>
      <dgm:t>
        <a:bodyPr anchor="t"/>
        <a:lstStyle/>
        <a:p>
          <a:pPr algn="ctr">
            <a:buFont typeface="+mj-lt"/>
            <a:buAutoNum type="arabicPeriod"/>
          </a:pPr>
          <a:r>
            <a:rPr lang="en-US" b="0" i="0" dirty="0"/>
            <a:t>Click the drop down under Disappearing messages</a:t>
          </a:r>
        </a:p>
      </dgm:t>
    </dgm:pt>
    <dgm:pt modelId="{E6E686A3-9246-416A-B57E-63AE6F29DEFE}" type="parTrans" cxnId="{CB8B7154-E545-442C-BE26-8FED1FAA5D3C}">
      <dgm:prSet/>
      <dgm:spPr/>
      <dgm:t>
        <a:bodyPr anchor="t"/>
        <a:lstStyle/>
        <a:p>
          <a:pPr algn="ctr"/>
          <a:endParaRPr lang="en-PK"/>
        </a:p>
      </dgm:t>
    </dgm:pt>
    <dgm:pt modelId="{6C219E81-0400-4A89-968F-60A491F845E2}" type="sibTrans" cxnId="{CB8B7154-E545-442C-BE26-8FED1FAA5D3C}">
      <dgm:prSet/>
      <dgm:spPr/>
      <dgm:t>
        <a:bodyPr/>
        <a:lstStyle/>
        <a:p>
          <a:endParaRPr lang="en-PK"/>
        </a:p>
      </dgm:t>
    </dgm:pt>
    <dgm:pt modelId="{BA34523C-9BFB-4189-9902-F9FD4ECAA003}">
      <dgm:prSet/>
      <dgm:spPr/>
      <dgm:t>
        <a:bodyPr anchor="t"/>
        <a:lstStyle/>
        <a:p>
          <a:pPr algn="ctr">
            <a:buFont typeface="+mj-lt"/>
            <a:buAutoNum type="arabicPeriod"/>
          </a:pPr>
          <a:r>
            <a:rPr lang="en-US" b="0" i="0" dirty="0"/>
            <a:t>Select 24 hours, 7 days, or 90 days</a:t>
          </a:r>
        </a:p>
      </dgm:t>
    </dgm:pt>
    <dgm:pt modelId="{AAF6F838-120F-415A-8576-70F21AD5615C}" type="parTrans" cxnId="{885F9DC1-11F3-4C52-B973-F78AE21736E9}">
      <dgm:prSet/>
      <dgm:spPr/>
      <dgm:t>
        <a:bodyPr anchor="t"/>
        <a:lstStyle/>
        <a:p>
          <a:pPr algn="ctr"/>
          <a:endParaRPr lang="en-PK"/>
        </a:p>
      </dgm:t>
    </dgm:pt>
    <dgm:pt modelId="{B9EE86B8-1757-4AA1-BCB6-296E8083A0BD}" type="sibTrans" cxnId="{885F9DC1-11F3-4C52-B973-F78AE21736E9}">
      <dgm:prSet/>
      <dgm:spPr/>
      <dgm:t>
        <a:bodyPr/>
        <a:lstStyle/>
        <a:p>
          <a:endParaRPr lang="en-PK"/>
        </a:p>
      </dgm:t>
    </dgm:pt>
    <dgm:pt modelId="{86916E52-FCED-4BA6-B2CB-B126331D5645}">
      <dgm:prSet/>
      <dgm:spPr/>
      <dgm:t>
        <a:bodyPr anchor="t"/>
        <a:lstStyle/>
        <a:p>
          <a:pPr algn="ctr">
            <a:buFont typeface="+mj-lt"/>
            <a:buAutoNum type="arabicPeriod"/>
          </a:pPr>
          <a:r>
            <a:rPr lang="en-US" b="0" i="0" dirty="0"/>
            <a:t>Click Group permissions to edit permissions for members and admins</a:t>
          </a:r>
        </a:p>
      </dgm:t>
    </dgm:pt>
    <dgm:pt modelId="{AC4389D3-ECAA-4180-BC93-892D9973A57D}" type="parTrans" cxnId="{5CD99B4F-6032-4744-838C-BB596ADE225C}">
      <dgm:prSet/>
      <dgm:spPr/>
      <dgm:t>
        <a:bodyPr anchor="t"/>
        <a:lstStyle/>
        <a:p>
          <a:pPr algn="ctr"/>
          <a:endParaRPr lang="en-PK"/>
        </a:p>
      </dgm:t>
    </dgm:pt>
    <dgm:pt modelId="{471CE355-DFBF-46C7-9F67-E2ABDFB9F718}" type="sibTrans" cxnId="{5CD99B4F-6032-4744-838C-BB596ADE225C}">
      <dgm:prSet/>
      <dgm:spPr/>
      <dgm:t>
        <a:bodyPr/>
        <a:lstStyle/>
        <a:p>
          <a:endParaRPr lang="en-PK"/>
        </a:p>
      </dgm:t>
    </dgm:pt>
    <dgm:pt modelId="{48CCC68B-8794-4D74-B98D-2082120D832E}">
      <dgm:prSet/>
      <dgm:spPr/>
      <dgm:t>
        <a:bodyPr anchor="t"/>
        <a:lstStyle/>
        <a:p>
          <a:pPr algn="ctr">
            <a:buFont typeface="+mj-lt"/>
            <a:buAutoNum type="arabicPeriod"/>
          </a:pPr>
          <a:r>
            <a:rPr lang="en-US" b="0" i="0"/>
            <a:t>Check </a:t>
          </a:r>
          <a:r>
            <a:rPr lang="en-US" b="0" i="0" dirty="0"/>
            <a:t>Mark</a:t>
          </a:r>
        </a:p>
      </dgm:t>
    </dgm:pt>
    <dgm:pt modelId="{F125FBBD-C9CF-4F53-8A26-F8E0D84350AB}" type="parTrans" cxnId="{0008C50A-6B6F-438A-B0F8-939712366CCE}">
      <dgm:prSet/>
      <dgm:spPr/>
      <dgm:t>
        <a:bodyPr anchor="t"/>
        <a:lstStyle/>
        <a:p>
          <a:pPr algn="ctr"/>
          <a:endParaRPr lang="en-PK"/>
        </a:p>
      </dgm:t>
    </dgm:pt>
    <dgm:pt modelId="{3894F861-3633-4821-AEBB-661C644774EF}" type="sibTrans" cxnId="{0008C50A-6B6F-438A-B0F8-939712366CCE}">
      <dgm:prSet/>
      <dgm:spPr/>
      <dgm:t>
        <a:bodyPr/>
        <a:lstStyle/>
        <a:p>
          <a:endParaRPr lang="en-PK"/>
        </a:p>
      </dgm:t>
    </dgm:pt>
    <dgm:pt modelId="{5880B012-8CD1-43CE-858E-D81AD40C5733}" type="pres">
      <dgm:prSet presAssocID="{4B426383-5277-4A0B-8F56-433F2F486EE3}" presName="hierChild1" presStyleCnt="0">
        <dgm:presLayoutVars>
          <dgm:orgChart val="1"/>
          <dgm:chPref val="1"/>
          <dgm:dir/>
          <dgm:animOne val="branch"/>
          <dgm:animLvl val="lvl"/>
          <dgm:resizeHandles/>
        </dgm:presLayoutVars>
      </dgm:prSet>
      <dgm:spPr/>
    </dgm:pt>
    <dgm:pt modelId="{BCACC5CB-4961-451D-B2B2-79A000E10DD9}" type="pres">
      <dgm:prSet presAssocID="{96884032-BA12-4ABD-9055-C1C75FC39CCD}" presName="hierRoot1" presStyleCnt="0">
        <dgm:presLayoutVars>
          <dgm:hierBranch val="init"/>
        </dgm:presLayoutVars>
      </dgm:prSet>
      <dgm:spPr/>
    </dgm:pt>
    <dgm:pt modelId="{4532965F-DBF6-4E6D-8F0B-8E5B7E5563BE}" type="pres">
      <dgm:prSet presAssocID="{96884032-BA12-4ABD-9055-C1C75FC39CCD}" presName="rootComposite1" presStyleCnt="0"/>
      <dgm:spPr/>
    </dgm:pt>
    <dgm:pt modelId="{D33D0665-81FA-42E6-A68D-A9DBFD37BDA4}" type="pres">
      <dgm:prSet presAssocID="{96884032-BA12-4ABD-9055-C1C75FC39CCD}" presName="rootText1" presStyleLbl="node0" presStyleIdx="0" presStyleCnt="1">
        <dgm:presLayoutVars>
          <dgm:chPref val="3"/>
        </dgm:presLayoutVars>
      </dgm:prSet>
      <dgm:spPr/>
    </dgm:pt>
    <dgm:pt modelId="{0C440B75-235C-488B-B995-13D671D96FB0}" type="pres">
      <dgm:prSet presAssocID="{96884032-BA12-4ABD-9055-C1C75FC39CCD}" presName="rootConnector1" presStyleLbl="node1" presStyleIdx="0" presStyleCnt="0"/>
      <dgm:spPr/>
    </dgm:pt>
    <dgm:pt modelId="{872436EA-D468-44BB-819C-C876082FA8FC}" type="pres">
      <dgm:prSet presAssocID="{96884032-BA12-4ABD-9055-C1C75FC39CCD}" presName="hierChild2" presStyleCnt="0"/>
      <dgm:spPr/>
    </dgm:pt>
    <dgm:pt modelId="{4EFD2496-0443-40DC-9178-BA4AA62F1A18}" type="pres">
      <dgm:prSet presAssocID="{4A29466B-8E3F-481D-BDDE-5B382D3CD453}" presName="Name37" presStyleLbl="parChTrans1D2" presStyleIdx="0" presStyleCnt="6"/>
      <dgm:spPr/>
    </dgm:pt>
    <dgm:pt modelId="{2DF0C67D-65DC-44F5-8CB8-71D6A9668878}" type="pres">
      <dgm:prSet presAssocID="{92C29BD8-D1FE-41E5-997C-7A44B1E4F4D5}" presName="hierRoot2" presStyleCnt="0">
        <dgm:presLayoutVars>
          <dgm:hierBranch val="init"/>
        </dgm:presLayoutVars>
      </dgm:prSet>
      <dgm:spPr/>
    </dgm:pt>
    <dgm:pt modelId="{580C246A-CF32-48D9-9D94-04E8AC46FBF1}" type="pres">
      <dgm:prSet presAssocID="{92C29BD8-D1FE-41E5-997C-7A44B1E4F4D5}" presName="rootComposite" presStyleCnt="0"/>
      <dgm:spPr/>
    </dgm:pt>
    <dgm:pt modelId="{54E2BD22-3B60-4FBD-BF53-A524B40F4641}" type="pres">
      <dgm:prSet presAssocID="{92C29BD8-D1FE-41E5-997C-7A44B1E4F4D5}" presName="rootText" presStyleLbl="node2" presStyleIdx="0" presStyleCnt="6">
        <dgm:presLayoutVars>
          <dgm:chPref val="3"/>
        </dgm:presLayoutVars>
      </dgm:prSet>
      <dgm:spPr/>
    </dgm:pt>
    <dgm:pt modelId="{B5259C69-9E2A-4075-9C4D-0A5B34AF5577}" type="pres">
      <dgm:prSet presAssocID="{92C29BD8-D1FE-41E5-997C-7A44B1E4F4D5}" presName="rootConnector" presStyleLbl="node2" presStyleIdx="0" presStyleCnt="6"/>
      <dgm:spPr/>
    </dgm:pt>
    <dgm:pt modelId="{B2044CBF-5D17-40B0-B0E8-DE7DD6D5C1EA}" type="pres">
      <dgm:prSet presAssocID="{92C29BD8-D1FE-41E5-997C-7A44B1E4F4D5}" presName="hierChild4" presStyleCnt="0"/>
      <dgm:spPr/>
    </dgm:pt>
    <dgm:pt modelId="{D7A2300A-1A95-4867-ADEB-60498847C618}" type="pres">
      <dgm:prSet presAssocID="{F608A6BD-682A-4F78-9698-34342F5376B3}" presName="Name37" presStyleLbl="parChTrans1D3" presStyleIdx="0" presStyleCnt="11"/>
      <dgm:spPr/>
    </dgm:pt>
    <dgm:pt modelId="{A841CFDA-F105-4604-BA3F-A8F46F661380}" type="pres">
      <dgm:prSet presAssocID="{F91933BC-F0FC-45B3-B2A9-9B0ECB1A53A0}" presName="hierRoot2" presStyleCnt="0">
        <dgm:presLayoutVars>
          <dgm:hierBranch val="init"/>
        </dgm:presLayoutVars>
      </dgm:prSet>
      <dgm:spPr/>
    </dgm:pt>
    <dgm:pt modelId="{A06A3EDF-99F6-4BDA-9B16-C8A9C67E63E2}" type="pres">
      <dgm:prSet presAssocID="{F91933BC-F0FC-45B3-B2A9-9B0ECB1A53A0}" presName="rootComposite" presStyleCnt="0"/>
      <dgm:spPr/>
    </dgm:pt>
    <dgm:pt modelId="{4CEC155E-83A2-4DA9-A01F-1D8460B413D4}" type="pres">
      <dgm:prSet presAssocID="{F91933BC-F0FC-45B3-B2A9-9B0ECB1A53A0}" presName="rootText" presStyleLbl="node3" presStyleIdx="0" presStyleCnt="11">
        <dgm:presLayoutVars>
          <dgm:chPref val="3"/>
        </dgm:presLayoutVars>
      </dgm:prSet>
      <dgm:spPr/>
    </dgm:pt>
    <dgm:pt modelId="{F3A40122-518B-4F5B-BB7D-7C99BC16F1B0}" type="pres">
      <dgm:prSet presAssocID="{F91933BC-F0FC-45B3-B2A9-9B0ECB1A53A0}" presName="rootConnector" presStyleLbl="node3" presStyleIdx="0" presStyleCnt="11"/>
      <dgm:spPr/>
    </dgm:pt>
    <dgm:pt modelId="{1EDB655E-E50A-48D7-9F31-83C111426E5F}" type="pres">
      <dgm:prSet presAssocID="{F91933BC-F0FC-45B3-B2A9-9B0ECB1A53A0}" presName="hierChild4" presStyleCnt="0"/>
      <dgm:spPr/>
    </dgm:pt>
    <dgm:pt modelId="{91F0BE30-0872-4229-AE77-C20F566819F7}" type="pres">
      <dgm:prSet presAssocID="{F91933BC-F0FC-45B3-B2A9-9B0ECB1A53A0}" presName="hierChild5" presStyleCnt="0"/>
      <dgm:spPr/>
    </dgm:pt>
    <dgm:pt modelId="{4A20A271-51A2-40DA-880F-0578781B1DD1}" type="pres">
      <dgm:prSet presAssocID="{5E995339-FAE2-493C-812F-2E3FAD0B6651}" presName="Name37" presStyleLbl="parChTrans1D3" presStyleIdx="1" presStyleCnt="11"/>
      <dgm:spPr/>
    </dgm:pt>
    <dgm:pt modelId="{1257215F-1908-4286-B44B-C052CB17C540}" type="pres">
      <dgm:prSet presAssocID="{B9DE0CA5-D09D-42CE-8594-67B16D3AA61E}" presName="hierRoot2" presStyleCnt="0">
        <dgm:presLayoutVars>
          <dgm:hierBranch val="init"/>
        </dgm:presLayoutVars>
      </dgm:prSet>
      <dgm:spPr/>
    </dgm:pt>
    <dgm:pt modelId="{74D9F391-E081-43FD-81EF-4EB9F4FF5EF7}" type="pres">
      <dgm:prSet presAssocID="{B9DE0CA5-D09D-42CE-8594-67B16D3AA61E}" presName="rootComposite" presStyleCnt="0"/>
      <dgm:spPr/>
    </dgm:pt>
    <dgm:pt modelId="{21C8AB75-469B-4F13-A711-AC7B24E66F8D}" type="pres">
      <dgm:prSet presAssocID="{B9DE0CA5-D09D-42CE-8594-67B16D3AA61E}" presName="rootText" presStyleLbl="node3" presStyleIdx="1" presStyleCnt="11">
        <dgm:presLayoutVars>
          <dgm:chPref val="3"/>
        </dgm:presLayoutVars>
      </dgm:prSet>
      <dgm:spPr/>
    </dgm:pt>
    <dgm:pt modelId="{C7F8D7BC-259F-45C6-98B5-EAB6EDC1C129}" type="pres">
      <dgm:prSet presAssocID="{B9DE0CA5-D09D-42CE-8594-67B16D3AA61E}" presName="rootConnector" presStyleLbl="node3" presStyleIdx="1" presStyleCnt="11"/>
      <dgm:spPr/>
    </dgm:pt>
    <dgm:pt modelId="{E3D8E778-671D-4EA4-ABF7-9D1A1EB927CE}" type="pres">
      <dgm:prSet presAssocID="{B9DE0CA5-D09D-42CE-8594-67B16D3AA61E}" presName="hierChild4" presStyleCnt="0"/>
      <dgm:spPr/>
    </dgm:pt>
    <dgm:pt modelId="{96D1E46B-2C50-4F76-A2FC-D216688363D7}" type="pres">
      <dgm:prSet presAssocID="{B9DE0CA5-D09D-42CE-8594-67B16D3AA61E}" presName="hierChild5" presStyleCnt="0"/>
      <dgm:spPr/>
    </dgm:pt>
    <dgm:pt modelId="{108CFE5E-F6CA-4997-AB57-D516441D62A5}" type="pres">
      <dgm:prSet presAssocID="{92C29BD8-D1FE-41E5-997C-7A44B1E4F4D5}" presName="hierChild5" presStyleCnt="0"/>
      <dgm:spPr/>
    </dgm:pt>
    <dgm:pt modelId="{140E6007-8988-42FD-AD40-FCF12D91D057}" type="pres">
      <dgm:prSet presAssocID="{CF09C47C-709E-4EB8-878B-5FD046DC1DF5}" presName="Name37" presStyleLbl="parChTrans1D2" presStyleIdx="1" presStyleCnt="6"/>
      <dgm:spPr/>
    </dgm:pt>
    <dgm:pt modelId="{234667D3-758E-4CEB-87E6-3ED35C5CACBE}" type="pres">
      <dgm:prSet presAssocID="{3F35B844-F77C-4578-B0AC-5792FA71A857}" presName="hierRoot2" presStyleCnt="0">
        <dgm:presLayoutVars>
          <dgm:hierBranch val="init"/>
        </dgm:presLayoutVars>
      </dgm:prSet>
      <dgm:spPr/>
    </dgm:pt>
    <dgm:pt modelId="{83EA747E-ECEE-4BBF-BDC6-8CC69FE227E2}" type="pres">
      <dgm:prSet presAssocID="{3F35B844-F77C-4578-B0AC-5792FA71A857}" presName="rootComposite" presStyleCnt="0"/>
      <dgm:spPr/>
    </dgm:pt>
    <dgm:pt modelId="{C7D94BF7-2680-49C5-84BD-B60881DC96F5}" type="pres">
      <dgm:prSet presAssocID="{3F35B844-F77C-4578-B0AC-5792FA71A857}" presName="rootText" presStyleLbl="node2" presStyleIdx="1" presStyleCnt="6">
        <dgm:presLayoutVars>
          <dgm:chPref val="3"/>
        </dgm:presLayoutVars>
      </dgm:prSet>
      <dgm:spPr/>
    </dgm:pt>
    <dgm:pt modelId="{C793070C-8602-4961-95B5-9E43BA081C8A}" type="pres">
      <dgm:prSet presAssocID="{3F35B844-F77C-4578-B0AC-5792FA71A857}" presName="rootConnector" presStyleLbl="node2" presStyleIdx="1" presStyleCnt="6"/>
      <dgm:spPr/>
    </dgm:pt>
    <dgm:pt modelId="{79A968FF-C72F-4D30-BF39-2628D1D89553}" type="pres">
      <dgm:prSet presAssocID="{3F35B844-F77C-4578-B0AC-5792FA71A857}" presName="hierChild4" presStyleCnt="0"/>
      <dgm:spPr/>
    </dgm:pt>
    <dgm:pt modelId="{F7480E2A-7063-407E-812C-96D507BBC56B}" type="pres">
      <dgm:prSet presAssocID="{702DC148-DEF6-4377-BE78-844F501D9290}" presName="Name37" presStyleLbl="parChTrans1D3" presStyleIdx="2" presStyleCnt="11"/>
      <dgm:spPr/>
    </dgm:pt>
    <dgm:pt modelId="{8F026E62-CF6A-4C18-8F4D-6EC2BD69110F}" type="pres">
      <dgm:prSet presAssocID="{46F2601C-448F-4845-9D49-F159BFA235A6}" presName="hierRoot2" presStyleCnt="0">
        <dgm:presLayoutVars>
          <dgm:hierBranch val="init"/>
        </dgm:presLayoutVars>
      </dgm:prSet>
      <dgm:spPr/>
    </dgm:pt>
    <dgm:pt modelId="{0D608FB4-8B19-4AC3-8A43-C0D756317885}" type="pres">
      <dgm:prSet presAssocID="{46F2601C-448F-4845-9D49-F159BFA235A6}" presName="rootComposite" presStyleCnt="0"/>
      <dgm:spPr/>
    </dgm:pt>
    <dgm:pt modelId="{AC583907-FE2D-4F5A-8A20-6CB865BBE2A4}" type="pres">
      <dgm:prSet presAssocID="{46F2601C-448F-4845-9D49-F159BFA235A6}" presName="rootText" presStyleLbl="node3" presStyleIdx="2" presStyleCnt="11">
        <dgm:presLayoutVars>
          <dgm:chPref val="3"/>
        </dgm:presLayoutVars>
      </dgm:prSet>
      <dgm:spPr/>
    </dgm:pt>
    <dgm:pt modelId="{5B3BE179-9962-4CC1-AE7D-E81FE9A213B6}" type="pres">
      <dgm:prSet presAssocID="{46F2601C-448F-4845-9D49-F159BFA235A6}" presName="rootConnector" presStyleLbl="node3" presStyleIdx="2" presStyleCnt="11"/>
      <dgm:spPr/>
    </dgm:pt>
    <dgm:pt modelId="{3C3851DF-4A24-48A9-AF6B-1572F48BCA69}" type="pres">
      <dgm:prSet presAssocID="{46F2601C-448F-4845-9D49-F159BFA235A6}" presName="hierChild4" presStyleCnt="0"/>
      <dgm:spPr/>
    </dgm:pt>
    <dgm:pt modelId="{8D3D1E25-4905-436C-A216-BB1CE9BEB732}" type="pres">
      <dgm:prSet presAssocID="{46F2601C-448F-4845-9D49-F159BFA235A6}" presName="hierChild5" presStyleCnt="0"/>
      <dgm:spPr/>
    </dgm:pt>
    <dgm:pt modelId="{06D5C754-1121-4857-8EBB-07192D2B54C2}" type="pres">
      <dgm:prSet presAssocID="{AE20B412-5F5B-4A29-B00C-0EF4DDEAD223}" presName="Name37" presStyleLbl="parChTrans1D3" presStyleIdx="3" presStyleCnt="11"/>
      <dgm:spPr/>
    </dgm:pt>
    <dgm:pt modelId="{4A245CCC-20D5-4B0F-9B42-FDA072A26FD8}" type="pres">
      <dgm:prSet presAssocID="{4D851234-AD22-4285-B80C-9F6FE1820858}" presName="hierRoot2" presStyleCnt="0">
        <dgm:presLayoutVars>
          <dgm:hierBranch val="init"/>
        </dgm:presLayoutVars>
      </dgm:prSet>
      <dgm:spPr/>
    </dgm:pt>
    <dgm:pt modelId="{92F9AE7C-5B61-49A5-8393-6229C9AEAA9F}" type="pres">
      <dgm:prSet presAssocID="{4D851234-AD22-4285-B80C-9F6FE1820858}" presName="rootComposite" presStyleCnt="0"/>
      <dgm:spPr/>
    </dgm:pt>
    <dgm:pt modelId="{F3B76891-0DDC-44E1-B308-52144AA2E74E}" type="pres">
      <dgm:prSet presAssocID="{4D851234-AD22-4285-B80C-9F6FE1820858}" presName="rootText" presStyleLbl="node3" presStyleIdx="3" presStyleCnt="11">
        <dgm:presLayoutVars>
          <dgm:chPref val="3"/>
        </dgm:presLayoutVars>
      </dgm:prSet>
      <dgm:spPr/>
    </dgm:pt>
    <dgm:pt modelId="{AC1047B6-5CF2-44BC-A4FA-8D845CDC3341}" type="pres">
      <dgm:prSet presAssocID="{4D851234-AD22-4285-B80C-9F6FE1820858}" presName="rootConnector" presStyleLbl="node3" presStyleIdx="3" presStyleCnt="11"/>
      <dgm:spPr/>
    </dgm:pt>
    <dgm:pt modelId="{952E9DC0-CCE6-40A5-8827-10AC5A4D779B}" type="pres">
      <dgm:prSet presAssocID="{4D851234-AD22-4285-B80C-9F6FE1820858}" presName="hierChild4" presStyleCnt="0"/>
      <dgm:spPr/>
    </dgm:pt>
    <dgm:pt modelId="{A8723BBE-40E3-43B0-AFC0-B2BBC3463CF4}" type="pres">
      <dgm:prSet presAssocID="{4D851234-AD22-4285-B80C-9F6FE1820858}" presName="hierChild5" presStyleCnt="0"/>
      <dgm:spPr/>
    </dgm:pt>
    <dgm:pt modelId="{F4A07749-D995-4FF3-99E1-ABD951A5284C}" type="pres">
      <dgm:prSet presAssocID="{3F35B844-F77C-4578-B0AC-5792FA71A857}" presName="hierChild5" presStyleCnt="0"/>
      <dgm:spPr/>
    </dgm:pt>
    <dgm:pt modelId="{0B8C3A8A-B87C-4C30-98D5-7984F3717BBC}" type="pres">
      <dgm:prSet presAssocID="{1D7AB2C8-9AFF-41B1-8E84-7498FDED93EA}" presName="Name37" presStyleLbl="parChTrans1D2" presStyleIdx="2" presStyleCnt="6"/>
      <dgm:spPr/>
    </dgm:pt>
    <dgm:pt modelId="{CCD75573-62AD-4B41-9D48-AB134EC7CE38}" type="pres">
      <dgm:prSet presAssocID="{1F74620E-9BDA-4A9E-98C3-58BA9CBEB763}" presName="hierRoot2" presStyleCnt="0">
        <dgm:presLayoutVars>
          <dgm:hierBranch val="init"/>
        </dgm:presLayoutVars>
      </dgm:prSet>
      <dgm:spPr/>
    </dgm:pt>
    <dgm:pt modelId="{0A732265-8874-43B4-9D55-92EFF5534D22}" type="pres">
      <dgm:prSet presAssocID="{1F74620E-9BDA-4A9E-98C3-58BA9CBEB763}" presName="rootComposite" presStyleCnt="0"/>
      <dgm:spPr/>
    </dgm:pt>
    <dgm:pt modelId="{AA7C4484-0638-4F2F-9F81-3AAF4BC01D71}" type="pres">
      <dgm:prSet presAssocID="{1F74620E-9BDA-4A9E-98C3-58BA9CBEB763}" presName="rootText" presStyleLbl="node2" presStyleIdx="2" presStyleCnt="6">
        <dgm:presLayoutVars>
          <dgm:chPref val="3"/>
        </dgm:presLayoutVars>
      </dgm:prSet>
      <dgm:spPr/>
    </dgm:pt>
    <dgm:pt modelId="{2D6E52A2-B14A-4889-8748-A1D6FF278B95}" type="pres">
      <dgm:prSet presAssocID="{1F74620E-9BDA-4A9E-98C3-58BA9CBEB763}" presName="rootConnector" presStyleLbl="node2" presStyleIdx="2" presStyleCnt="6"/>
      <dgm:spPr/>
    </dgm:pt>
    <dgm:pt modelId="{F2D3CC71-38B8-405F-848F-6B9C035D4487}" type="pres">
      <dgm:prSet presAssocID="{1F74620E-9BDA-4A9E-98C3-58BA9CBEB763}" presName="hierChild4" presStyleCnt="0"/>
      <dgm:spPr/>
    </dgm:pt>
    <dgm:pt modelId="{510CADE7-7C79-4CED-9A0B-B4875C31C651}" type="pres">
      <dgm:prSet presAssocID="{2680C1A8-DBE6-4024-A630-8C1B7314E2C8}" presName="Name37" presStyleLbl="parChTrans1D3" presStyleIdx="4" presStyleCnt="11"/>
      <dgm:spPr/>
    </dgm:pt>
    <dgm:pt modelId="{E358121C-E5C2-4B38-B191-92393C7E65AE}" type="pres">
      <dgm:prSet presAssocID="{588826D8-BE4C-4CE1-80AA-92B6863580B8}" presName="hierRoot2" presStyleCnt="0">
        <dgm:presLayoutVars>
          <dgm:hierBranch val="init"/>
        </dgm:presLayoutVars>
      </dgm:prSet>
      <dgm:spPr/>
    </dgm:pt>
    <dgm:pt modelId="{B88FF6D2-37A9-4500-A4FD-B27FADF43A33}" type="pres">
      <dgm:prSet presAssocID="{588826D8-BE4C-4CE1-80AA-92B6863580B8}" presName="rootComposite" presStyleCnt="0"/>
      <dgm:spPr/>
    </dgm:pt>
    <dgm:pt modelId="{6D703549-12C3-4FB9-BFF3-3926F655C16D}" type="pres">
      <dgm:prSet presAssocID="{588826D8-BE4C-4CE1-80AA-92B6863580B8}" presName="rootText" presStyleLbl="node3" presStyleIdx="4" presStyleCnt="11">
        <dgm:presLayoutVars>
          <dgm:chPref val="3"/>
        </dgm:presLayoutVars>
      </dgm:prSet>
      <dgm:spPr/>
    </dgm:pt>
    <dgm:pt modelId="{775E95F5-A83B-407B-91EA-653277F1BBC8}" type="pres">
      <dgm:prSet presAssocID="{588826D8-BE4C-4CE1-80AA-92B6863580B8}" presName="rootConnector" presStyleLbl="node3" presStyleIdx="4" presStyleCnt="11"/>
      <dgm:spPr/>
    </dgm:pt>
    <dgm:pt modelId="{145C8538-411A-46ED-B920-3D15BD071BC6}" type="pres">
      <dgm:prSet presAssocID="{588826D8-BE4C-4CE1-80AA-92B6863580B8}" presName="hierChild4" presStyleCnt="0"/>
      <dgm:spPr/>
    </dgm:pt>
    <dgm:pt modelId="{AB40EC0C-AA4A-4884-B2B1-D055E5BB8E33}" type="pres">
      <dgm:prSet presAssocID="{588826D8-BE4C-4CE1-80AA-92B6863580B8}" presName="hierChild5" presStyleCnt="0"/>
      <dgm:spPr/>
    </dgm:pt>
    <dgm:pt modelId="{9A771CB9-0155-427C-971A-2A893CDD3C9C}" type="pres">
      <dgm:prSet presAssocID="{A6496C8B-1A4C-47E8-8A62-91E1E3DC045B}" presName="Name37" presStyleLbl="parChTrans1D3" presStyleIdx="5" presStyleCnt="11"/>
      <dgm:spPr/>
    </dgm:pt>
    <dgm:pt modelId="{B55CBFE0-CC8B-4A8A-B4CA-E19D8C259E34}" type="pres">
      <dgm:prSet presAssocID="{841E34B4-F104-42B1-AFF8-BECBC0B8046E}" presName="hierRoot2" presStyleCnt="0">
        <dgm:presLayoutVars>
          <dgm:hierBranch val="init"/>
        </dgm:presLayoutVars>
      </dgm:prSet>
      <dgm:spPr/>
    </dgm:pt>
    <dgm:pt modelId="{887C081F-86DB-4FC4-9B3B-A6708F96DC90}" type="pres">
      <dgm:prSet presAssocID="{841E34B4-F104-42B1-AFF8-BECBC0B8046E}" presName="rootComposite" presStyleCnt="0"/>
      <dgm:spPr/>
    </dgm:pt>
    <dgm:pt modelId="{5E2AEE8F-8B96-464C-83B8-DA563F5BA520}" type="pres">
      <dgm:prSet presAssocID="{841E34B4-F104-42B1-AFF8-BECBC0B8046E}" presName="rootText" presStyleLbl="node3" presStyleIdx="5" presStyleCnt="11">
        <dgm:presLayoutVars>
          <dgm:chPref val="3"/>
        </dgm:presLayoutVars>
      </dgm:prSet>
      <dgm:spPr/>
    </dgm:pt>
    <dgm:pt modelId="{69006A26-8F85-42FB-B0D9-581F83633F80}" type="pres">
      <dgm:prSet presAssocID="{841E34B4-F104-42B1-AFF8-BECBC0B8046E}" presName="rootConnector" presStyleLbl="node3" presStyleIdx="5" presStyleCnt="11"/>
      <dgm:spPr/>
    </dgm:pt>
    <dgm:pt modelId="{1966F2B3-7E52-4EAB-A365-40702E5C5B02}" type="pres">
      <dgm:prSet presAssocID="{841E34B4-F104-42B1-AFF8-BECBC0B8046E}" presName="hierChild4" presStyleCnt="0"/>
      <dgm:spPr/>
    </dgm:pt>
    <dgm:pt modelId="{82199BBB-E25D-4257-894A-C77CA9D068DA}" type="pres">
      <dgm:prSet presAssocID="{841E34B4-F104-42B1-AFF8-BECBC0B8046E}" presName="hierChild5" presStyleCnt="0"/>
      <dgm:spPr/>
    </dgm:pt>
    <dgm:pt modelId="{F71443B6-6A88-4155-BBF3-1AFC2E1585A1}" type="pres">
      <dgm:prSet presAssocID="{25F9233A-D9EF-43F9-A8F4-A25892B7955F}" presName="Name37" presStyleLbl="parChTrans1D3" presStyleIdx="6" presStyleCnt="11"/>
      <dgm:spPr/>
    </dgm:pt>
    <dgm:pt modelId="{6EBBE965-F609-4DBA-8D9A-7F6A00CB47FA}" type="pres">
      <dgm:prSet presAssocID="{B76E3312-39B6-46D7-8782-7B3A455413D6}" presName="hierRoot2" presStyleCnt="0">
        <dgm:presLayoutVars>
          <dgm:hierBranch val="init"/>
        </dgm:presLayoutVars>
      </dgm:prSet>
      <dgm:spPr/>
    </dgm:pt>
    <dgm:pt modelId="{63C1DE42-31D8-41CC-B558-6ED6479A44FF}" type="pres">
      <dgm:prSet presAssocID="{B76E3312-39B6-46D7-8782-7B3A455413D6}" presName="rootComposite" presStyleCnt="0"/>
      <dgm:spPr/>
    </dgm:pt>
    <dgm:pt modelId="{E79ECDF5-9296-4B9F-8A46-6C91A86378CC}" type="pres">
      <dgm:prSet presAssocID="{B76E3312-39B6-46D7-8782-7B3A455413D6}" presName="rootText" presStyleLbl="node3" presStyleIdx="6" presStyleCnt="11">
        <dgm:presLayoutVars>
          <dgm:chPref val="3"/>
        </dgm:presLayoutVars>
      </dgm:prSet>
      <dgm:spPr/>
    </dgm:pt>
    <dgm:pt modelId="{82AAD5F6-36B4-490B-AA85-F5217D9E6A1B}" type="pres">
      <dgm:prSet presAssocID="{B76E3312-39B6-46D7-8782-7B3A455413D6}" presName="rootConnector" presStyleLbl="node3" presStyleIdx="6" presStyleCnt="11"/>
      <dgm:spPr/>
    </dgm:pt>
    <dgm:pt modelId="{3F31B9CB-745D-4DBC-8DA0-1967117BA7E5}" type="pres">
      <dgm:prSet presAssocID="{B76E3312-39B6-46D7-8782-7B3A455413D6}" presName="hierChild4" presStyleCnt="0"/>
      <dgm:spPr/>
    </dgm:pt>
    <dgm:pt modelId="{BC235137-05BE-40EC-8829-F3ECACDFAD82}" type="pres">
      <dgm:prSet presAssocID="{B76E3312-39B6-46D7-8782-7B3A455413D6}" presName="hierChild5" presStyleCnt="0"/>
      <dgm:spPr/>
    </dgm:pt>
    <dgm:pt modelId="{C68EF89B-D3A1-443C-81CF-76D5896AA4CB}" type="pres">
      <dgm:prSet presAssocID="{1F74620E-9BDA-4A9E-98C3-58BA9CBEB763}" presName="hierChild5" presStyleCnt="0"/>
      <dgm:spPr/>
    </dgm:pt>
    <dgm:pt modelId="{914DA391-8C21-48CA-B9FE-B6B9E7BB5228}" type="pres">
      <dgm:prSet presAssocID="{DA8A903B-CC92-47C7-BC56-01925784205F}" presName="Name37" presStyleLbl="parChTrans1D2" presStyleIdx="3" presStyleCnt="6"/>
      <dgm:spPr/>
    </dgm:pt>
    <dgm:pt modelId="{D1C71A9B-7944-4A5D-883B-D28745402A83}" type="pres">
      <dgm:prSet presAssocID="{66D8FA64-026B-4A1D-98A2-7341AD59AB65}" presName="hierRoot2" presStyleCnt="0">
        <dgm:presLayoutVars>
          <dgm:hierBranch val="init"/>
        </dgm:presLayoutVars>
      </dgm:prSet>
      <dgm:spPr/>
    </dgm:pt>
    <dgm:pt modelId="{19986C46-235E-4391-B4A3-CC41B617310C}" type="pres">
      <dgm:prSet presAssocID="{66D8FA64-026B-4A1D-98A2-7341AD59AB65}" presName="rootComposite" presStyleCnt="0"/>
      <dgm:spPr/>
    </dgm:pt>
    <dgm:pt modelId="{F242E3B1-C6B0-4E30-8AE3-15F56CFFE95C}" type="pres">
      <dgm:prSet presAssocID="{66D8FA64-026B-4A1D-98A2-7341AD59AB65}" presName="rootText" presStyleLbl="node2" presStyleIdx="3" presStyleCnt="6">
        <dgm:presLayoutVars>
          <dgm:chPref val="3"/>
        </dgm:presLayoutVars>
      </dgm:prSet>
      <dgm:spPr/>
    </dgm:pt>
    <dgm:pt modelId="{72DE32E3-1CCA-443F-B5AE-350DEC5D616C}" type="pres">
      <dgm:prSet presAssocID="{66D8FA64-026B-4A1D-98A2-7341AD59AB65}" presName="rootConnector" presStyleLbl="node2" presStyleIdx="3" presStyleCnt="6"/>
      <dgm:spPr/>
    </dgm:pt>
    <dgm:pt modelId="{DDDD1C2F-8940-49CA-B956-C3024CD1BAF1}" type="pres">
      <dgm:prSet presAssocID="{66D8FA64-026B-4A1D-98A2-7341AD59AB65}" presName="hierChild4" presStyleCnt="0"/>
      <dgm:spPr/>
    </dgm:pt>
    <dgm:pt modelId="{4B56D887-C8E7-41E7-A01A-23E84D2434C5}" type="pres">
      <dgm:prSet presAssocID="{E6E686A3-9246-416A-B57E-63AE6F29DEFE}" presName="Name37" presStyleLbl="parChTrans1D3" presStyleIdx="7" presStyleCnt="11"/>
      <dgm:spPr/>
    </dgm:pt>
    <dgm:pt modelId="{0219BD1F-29A1-4E15-A0F8-D5AE816FC0A8}" type="pres">
      <dgm:prSet presAssocID="{143BCB50-29FA-4936-AC89-8BDD29B91A26}" presName="hierRoot2" presStyleCnt="0">
        <dgm:presLayoutVars>
          <dgm:hierBranch val="init"/>
        </dgm:presLayoutVars>
      </dgm:prSet>
      <dgm:spPr/>
    </dgm:pt>
    <dgm:pt modelId="{3CC56E52-D9A0-4FD2-A51A-2C6916BB35A6}" type="pres">
      <dgm:prSet presAssocID="{143BCB50-29FA-4936-AC89-8BDD29B91A26}" presName="rootComposite" presStyleCnt="0"/>
      <dgm:spPr/>
    </dgm:pt>
    <dgm:pt modelId="{03F811EC-4062-4457-BF57-25C49680D4D8}" type="pres">
      <dgm:prSet presAssocID="{143BCB50-29FA-4936-AC89-8BDD29B91A26}" presName="rootText" presStyleLbl="node3" presStyleIdx="7" presStyleCnt="11">
        <dgm:presLayoutVars>
          <dgm:chPref val="3"/>
        </dgm:presLayoutVars>
      </dgm:prSet>
      <dgm:spPr/>
    </dgm:pt>
    <dgm:pt modelId="{B34601A6-201C-4B99-A7DE-2AE9DBF9A14B}" type="pres">
      <dgm:prSet presAssocID="{143BCB50-29FA-4936-AC89-8BDD29B91A26}" presName="rootConnector" presStyleLbl="node3" presStyleIdx="7" presStyleCnt="11"/>
      <dgm:spPr/>
    </dgm:pt>
    <dgm:pt modelId="{B6275143-84E0-4B5B-9E63-86F464396975}" type="pres">
      <dgm:prSet presAssocID="{143BCB50-29FA-4936-AC89-8BDD29B91A26}" presName="hierChild4" presStyleCnt="0"/>
      <dgm:spPr/>
    </dgm:pt>
    <dgm:pt modelId="{ECC66E20-D06E-488E-A96E-2B004CDF06F6}" type="pres">
      <dgm:prSet presAssocID="{143BCB50-29FA-4936-AC89-8BDD29B91A26}" presName="hierChild5" presStyleCnt="0"/>
      <dgm:spPr/>
    </dgm:pt>
    <dgm:pt modelId="{CBAC8F8E-CCEF-4BAF-865B-18C4B1EFDF48}" type="pres">
      <dgm:prSet presAssocID="{AAF6F838-120F-415A-8576-70F21AD5615C}" presName="Name37" presStyleLbl="parChTrans1D3" presStyleIdx="8" presStyleCnt="11"/>
      <dgm:spPr/>
    </dgm:pt>
    <dgm:pt modelId="{5BA6963B-0C75-4FEC-96F8-55CB9CA2C78A}" type="pres">
      <dgm:prSet presAssocID="{BA34523C-9BFB-4189-9902-F9FD4ECAA003}" presName="hierRoot2" presStyleCnt="0">
        <dgm:presLayoutVars>
          <dgm:hierBranch val="init"/>
        </dgm:presLayoutVars>
      </dgm:prSet>
      <dgm:spPr/>
    </dgm:pt>
    <dgm:pt modelId="{8CC7486A-6072-4256-990F-0121894CCE34}" type="pres">
      <dgm:prSet presAssocID="{BA34523C-9BFB-4189-9902-F9FD4ECAA003}" presName="rootComposite" presStyleCnt="0"/>
      <dgm:spPr/>
    </dgm:pt>
    <dgm:pt modelId="{DB04B4A3-7F62-4678-8680-53F2F08D7385}" type="pres">
      <dgm:prSet presAssocID="{BA34523C-9BFB-4189-9902-F9FD4ECAA003}" presName="rootText" presStyleLbl="node3" presStyleIdx="8" presStyleCnt="11">
        <dgm:presLayoutVars>
          <dgm:chPref val="3"/>
        </dgm:presLayoutVars>
      </dgm:prSet>
      <dgm:spPr/>
    </dgm:pt>
    <dgm:pt modelId="{DAF30D38-1FDE-4395-BE22-48D4B629DAA2}" type="pres">
      <dgm:prSet presAssocID="{BA34523C-9BFB-4189-9902-F9FD4ECAA003}" presName="rootConnector" presStyleLbl="node3" presStyleIdx="8" presStyleCnt="11"/>
      <dgm:spPr/>
    </dgm:pt>
    <dgm:pt modelId="{CF1647D6-2E52-465B-94D5-2FC7C3FE9C20}" type="pres">
      <dgm:prSet presAssocID="{BA34523C-9BFB-4189-9902-F9FD4ECAA003}" presName="hierChild4" presStyleCnt="0"/>
      <dgm:spPr/>
    </dgm:pt>
    <dgm:pt modelId="{61B166F6-DDFB-4E94-A5E6-126AFD554B40}" type="pres">
      <dgm:prSet presAssocID="{BA34523C-9BFB-4189-9902-F9FD4ECAA003}" presName="hierChild5" presStyleCnt="0"/>
      <dgm:spPr/>
    </dgm:pt>
    <dgm:pt modelId="{49BD7932-EAA6-4C56-A97B-0084750E89FA}" type="pres">
      <dgm:prSet presAssocID="{66D8FA64-026B-4A1D-98A2-7341AD59AB65}" presName="hierChild5" presStyleCnt="0"/>
      <dgm:spPr/>
    </dgm:pt>
    <dgm:pt modelId="{15217836-79A5-481F-B7B7-A76E668467E4}" type="pres">
      <dgm:prSet presAssocID="{1D930C97-F6CF-4FDF-B992-F0E3E38F2761}" presName="Name37" presStyleLbl="parChTrans1D2" presStyleIdx="4" presStyleCnt="6"/>
      <dgm:spPr/>
    </dgm:pt>
    <dgm:pt modelId="{B811D1DC-F636-4F6F-9BDF-0EEAA0B2CE07}" type="pres">
      <dgm:prSet presAssocID="{CCE5453E-5582-4FBB-899B-BC9DA5C1DD0C}" presName="hierRoot2" presStyleCnt="0">
        <dgm:presLayoutVars>
          <dgm:hierBranch val="init"/>
        </dgm:presLayoutVars>
      </dgm:prSet>
      <dgm:spPr/>
    </dgm:pt>
    <dgm:pt modelId="{4C8C7925-94D0-4D88-A774-FE33A0BD6A63}" type="pres">
      <dgm:prSet presAssocID="{CCE5453E-5582-4FBB-899B-BC9DA5C1DD0C}" presName="rootComposite" presStyleCnt="0"/>
      <dgm:spPr/>
    </dgm:pt>
    <dgm:pt modelId="{21E03D6C-76CE-48DC-9E3F-AEB360207F99}" type="pres">
      <dgm:prSet presAssocID="{CCE5453E-5582-4FBB-899B-BC9DA5C1DD0C}" presName="rootText" presStyleLbl="node2" presStyleIdx="4" presStyleCnt="6">
        <dgm:presLayoutVars>
          <dgm:chPref val="3"/>
        </dgm:presLayoutVars>
      </dgm:prSet>
      <dgm:spPr/>
    </dgm:pt>
    <dgm:pt modelId="{41D1000F-C7D0-4602-B88B-701372CF5D58}" type="pres">
      <dgm:prSet presAssocID="{CCE5453E-5582-4FBB-899B-BC9DA5C1DD0C}" presName="rootConnector" presStyleLbl="node2" presStyleIdx="4" presStyleCnt="6"/>
      <dgm:spPr/>
    </dgm:pt>
    <dgm:pt modelId="{FCD49BA9-4C6F-47FE-99F6-628252C321DE}" type="pres">
      <dgm:prSet presAssocID="{CCE5453E-5582-4FBB-899B-BC9DA5C1DD0C}" presName="hierChild4" presStyleCnt="0"/>
      <dgm:spPr/>
    </dgm:pt>
    <dgm:pt modelId="{BD81AC68-F455-492B-AAD3-FACEE6880A8A}" type="pres">
      <dgm:prSet presAssocID="{AC4389D3-ECAA-4180-BC93-892D9973A57D}" presName="Name37" presStyleLbl="parChTrans1D3" presStyleIdx="9" presStyleCnt="11"/>
      <dgm:spPr/>
    </dgm:pt>
    <dgm:pt modelId="{D3F9E267-BB03-4571-BA0B-A1862DAFC6D6}" type="pres">
      <dgm:prSet presAssocID="{86916E52-FCED-4BA6-B2CB-B126331D5645}" presName="hierRoot2" presStyleCnt="0">
        <dgm:presLayoutVars>
          <dgm:hierBranch val="init"/>
        </dgm:presLayoutVars>
      </dgm:prSet>
      <dgm:spPr/>
    </dgm:pt>
    <dgm:pt modelId="{FA3A942A-CF7D-46C2-A49E-3764DC08F64F}" type="pres">
      <dgm:prSet presAssocID="{86916E52-FCED-4BA6-B2CB-B126331D5645}" presName="rootComposite" presStyleCnt="0"/>
      <dgm:spPr/>
    </dgm:pt>
    <dgm:pt modelId="{440CCC5E-5264-41E3-8287-451623234BE5}" type="pres">
      <dgm:prSet presAssocID="{86916E52-FCED-4BA6-B2CB-B126331D5645}" presName="rootText" presStyleLbl="node3" presStyleIdx="9" presStyleCnt="11">
        <dgm:presLayoutVars>
          <dgm:chPref val="3"/>
        </dgm:presLayoutVars>
      </dgm:prSet>
      <dgm:spPr/>
    </dgm:pt>
    <dgm:pt modelId="{6E69A6BE-3599-421E-B014-5915AB3052E8}" type="pres">
      <dgm:prSet presAssocID="{86916E52-FCED-4BA6-B2CB-B126331D5645}" presName="rootConnector" presStyleLbl="node3" presStyleIdx="9" presStyleCnt="11"/>
      <dgm:spPr/>
    </dgm:pt>
    <dgm:pt modelId="{F84E5A69-B029-4978-8BE7-7CCF8EAAD5B0}" type="pres">
      <dgm:prSet presAssocID="{86916E52-FCED-4BA6-B2CB-B126331D5645}" presName="hierChild4" presStyleCnt="0"/>
      <dgm:spPr/>
    </dgm:pt>
    <dgm:pt modelId="{AAFF6881-3E16-4BE3-925C-0F5E0DAD3077}" type="pres">
      <dgm:prSet presAssocID="{86916E52-FCED-4BA6-B2CB-B126331D5645}" presName="hierChild5" presStyleCnt="0"/>
      <dgm:spPr/>
    </dgm:pt>
    <dgm:pt modelId="{2E0BBB67-2E1E-4A75-B824-659E1D855470}" type="pres">
      <dgm:prSet presAssocID="{CCE5453E-5582-4FBB-899B-BC9DA5C1DD0C}" presName="hierChild5" presStyleCnt="0"/>
      <dgm:spPr/>
    </dgm:pt>
    <dgm:pt modelId="{1D239428-C0F6-48D3-8814-F1A9581CD0D0}" type="pres">
      <dgm:prSet presAssocID="{F8DF6C4B-7D43-4229-92C0-FC1168BA5EA1}" presName="Name37" presStyleLbl="parChTrans1D2" presStyleIdx="5" presStyleCnt="6"/>
      <dgm:spPr/>
    </dgm:pt>
    <dgm:pt modelId="{A87D5652-4932-4040-B49A-4C3CF5EB4442}" type="pres">
      <dgm:prSet presAssocID="{0EDBA7BB-A5F4-4A9F-A4A1-B0B61D6073C6}" presName="hierRoot2" presStyleCnt="0">
        <dgm:presLayoutVars>
          <dgm:hierBranch val="init"/>
        </dgm:presLayoutVars>
      </dgm:prSet>
      <dgm:spPr/>
    </dgm:pt>
    <dgm:pt modelId="{D20A0080-F44C-4C46-AEF9-1D27749398FD}" type="pres">
      <dgm:prSet presAssocID="{0EDBA7BB-A5F4-4A9F-A4A1-B0B61D6073C6}" presName="rootComposite" presStyleCnt="0"/>
      <dgm:spPr/>
    </dgm:pt>
    <dgm:pt modelId="{94BDBD42-F54C-4925-A9A0-22705F27E1B0}" type="pres">
      <dgm:prSet presAssocID="{0EDBA7BB-A5F4-4A9F-A4A1-B0B61D6073C6}" presName="rootText" presStyleLbl="node2" presStyleIdx="5" presStyleCnt="6">
        <dgm:presLayoutVars>
          <dgm:chPref val="3"/>
        </dgm:presLayoutVars>
      </dgm:prSet>
      <dgm:spPr/>
    </dgm:pt>
    <dgm:pt modelId="{A2ED5333-3572-49AC-BE9B-B94497A611EA}" type="pres">
      <dgm:prSet presAssocID="{0EDBA7BB-A5F4-4A9F-A4A1-B0B61D6073C6}" presName="rootConnector" presStyleLbl="node2" presStyleIdx="5" presStyleCnt="6"/>
      <dgm:spPr/>
    </dgm:pt>
    <dgm:pt modelId="{BEC9A5C0-661A-4765-BAFD-61F6C887C649}" type="pres">
      <dgm:prSet presAssocID="{0EDBA7BB-A5F4-4A9F-A4A1-B0B61D6073C6}" presName="hierChild4" presStyleCnt="0"/>
      <dgm:spPr/>
    </dgm:pt>
    <dgm:pt modelId="{F5725EA8-0677-4E19-9698-BC16AFB532A8}" type="pres">
      <dgm:prSet presAssocID="{F125FBBD-C9CF-4F53-8A26-F8E0D84350AB}" presName="Name37" presStyleLbl="parChTrans1D3" presStyleIdx="10" presStyleCnt="11"/>
      <dgm:spPr/>
    </dgm:pt>
    <dgm:pt modelId="{0F2FA025-4E56-4E1D-B476-03FDF179C5D6}" type="pres">
      <dgm:prSet presAssocID="{48CCC68B-8794-4D74-B98D-2082120D832E}" presName="hierRoot2" presStyleCnt="0">
        <dgm:presLayoutVars>
          <dgm:hierBranch val="init"/>
        </dgm:presLayoutVars>
      </dgm:prSet>
      <dgm:spPr/>
    </dgm:pt>
    <dgm:pt modelId="{C3D9B2A2-078E-4B4C-B74C-81C7EBA4D613}" type="pres">
      <dgm:prSet presAssocID="{48CCC68B-8794-4D74-B98D-2082120D832E}" presName="rootComposite" presStyleCnt="0"/>
      <dgm:spPr/>
    </dgm:pt>
    <dgm:pt modelId="{50CCF037-D96A-4583-AD66-DE6F15D55B74}" type="pres">
      <dgm:prSet presAssocID="{48CCC68B-8794-4D74-B98D-2082120D832E}" presName="rootText" presStyleLbl="node3" presStyleIdx="10" presStyleCnt="11">
        <dgm:presLayoutVars>
          <dgm:chPref val="3"/>
        </dgm:presLayoutVars>
      </dgm:prSet>
      <dgm:spPr/>
    </dgm:pt>
    <dgm:pt modelId="{2B621F2F-1747-444A-A933-145F685236FA}" type="pres">
      <dgm:prSet presAssocID="{48CCC68B-8794-4D74-B98D-2082120D832E}" presName="rootConnector" presStyleLbl="node3" presStyleIdx="10" presStyleCnt="11"/>
      <dgm:spPr/>
    </dgm:pt>
    <dgm:pt modelId="{B6FB4E49-BDD8-4226-9627-EB491DEFB8E2}" type="pres">
      <dgm:prSet presAssocID="{48CCC68B-8794-4D74-B98D-2082120D832E}" presName="hierChild4" presStyleCnt="0"/>
      <dgm:spPr/>
    </dgm:pt>
    <dgm:pt modelId="{B521642E-FBF9-4240-96EB-1F4A46046496}" type="pres">
      <dgm:prSet presAssocID="{48CCC68B-8794-4D74-B98D-2082120D832E}" presName="hierChild5" presStyleCnt="0"/>
      <dgm:spPr/>
    </dgm:pt>
    <dgm:pt modelId="{3519570F-5B5B-4644-AC00-5162584C3F09}" type="pres">
      <dgm:prSet presAssocID="{0EDBA7BB-A5F4-4A9F-A4A1-B0B61D6073C6}" presName="hierChild5" presStyleCnt="0"/>
      <dgm:spPr/>
    </dgm:pt>
    <dgm:pt modelId="{4F13C5D7-E124-4679-AD27-65536DF785CF}" type="pres">
      <dgm:prSet presAssocID="{96884032-BA12-4ABD-9055-C1C75FC39CCD}" presName="hierChild3" presStyleCnt="0"/>
      <dgm:spPr/>
    </dgm:pt>
  </dgm:ptLst>
  <dgm:cxnLst>
    <dgm:cxn modelId="{75AC5C04-F365-47E8-9608-DEDD7746128C}" type="presOf" srcId="{66D8FA64-026B-4A1D-98A2-7341AD59AB65}" destId="{72DE32E3-1CCA-443F-B5AE-350DEC5D616C}" srcOrd="1" destOrd="0" presId="urn:microsoft.com/office/officeart/2005/8/layout/orgChart1"/>
    <dgm:cxn modelId="{960A1A07-98A1-413B-8FC2-83466DC64080}" type="presOf" srcId="{4D851234-AD22-4285-B80C-9F6FE1820858}" destId="{AC1047B6-5CF2-44BC-A4FA-8D845CDC3341}" srcOrd="1" destOrd="0" presId="urn:microsoft.com/office/officeart/2005/8/layout/orgChart1"/>
    <dgm:cxn modelId="{E453AB08-0D3B-44FD-A68B-0FE65CD9C148}" type="presOf" srcId="{AC4389D3-ECAA-4180-BC93-892D9973A57D}" destId="{BD81AC68-F455-492B-AAD3-FACEE6880A8A}" srcOrd="0" destOrd="0" presId="urn:microsoft.com/office/officeart/2005/8/layout/orgChart1"/>
    <dgm:cxn modelId="{0008C50A-6B6F-438A-B0F8-939712366CCE}" srcId="{0EDBA7BB-A5F4-4A9F-A4A1-B0B61D6073C6}" destId="{48CCC68B-8794-4D74-B98D-2082120D832E}" srcOrd="0" destOrd="0" parTransId="{F125FBBD-C9CF-4F53-8A26-F8E0D84350AB}" sibTransId="{3894F861-3633-4821-AEBB-661C644774EF}"/>
    <dgm:cxn modelId="{B87A120C-B95A-4F45-A8F1-9FAF07D1E3E7}" type="presOf" srcId="{1F74620E-9BDA-4A9E-98C3-58BA9CBEB763}" destId="{AA7C4484-0638-4F2F-9F81-3AAF4BC01D71}" srcOrd="0" destOrd="0" presId="urn:microsoft.com/office/officeart/2005/8/layout/orgChart1"/>
    <dgm:cxn modelId="{DC309010-D52F-472B-B927-10D42DB10520}" srcId="{3F35B844-F77C-4578-B0AC-5792FA71A857}" destId="{4D851234-AD22-4285-B80C-9F6FE1820858}" srcOrd="1" destOrd="0" parTransId="{AE20B412-5F5B-4A29-B00C-0EF4DDEAD223}" sibTransId="{A7A073EB-0202-4553-B6B4-C69ABE61806A}"/>
    <dgm:cxn modelId="{E3929611-FB7F-4081-A859-9BEC1141489D}" type="presOf" srcId="{588826D8-BE4C-4CE1-80AA-92B6863580B8}" destId="{6D703549-12C3-4FB9-BFF3-3926F655C16D}" srcOrd="0" destOrd="0" presId="urn:microsoft.com/office/officeart/2005/8/layout/orgChart1"/>
    <dgm:cxn modelId="{5DF37913-2D49-4971-BCF7-2FFCE7FEF546}" type="presOf" srcId="{AAF6F838-120F-415A-8576-70F21AD5615C}" destId="{CBAC8F8E-CCEF-4BAF-865B-18C4B1EFDF48}" srcOrd="0" destOrd="0" presId="urn:microsoft.com/office/officeart/2005/8/layout/orgChart1"/>
    <dgm:cxn modelId="{CAF54D1D-63BD-4A15-B838-5CD11723A225}" type="presOf" srcId="{0EDBA7BB-A5F4-4A9F-A4A1-B0B61D6073C6}" destId="{A2ED5333-3572-49AC-BE9B-B94497A611EA}" srcOrd="1" destOrd="0" presId="urn:microsoft.com/office/officeart/2005/8/layout/orgChart1"/>
    <dgm:cxn modelId="{1D07281E-317B-4107-A269-D88F9A7D18DC}" srcId="{96884032-BA12-4ABD-9055-C1C75FC39CCD}" destId="{1F74620E-9BDA-4A9E-98C3-58BA9CBEB763}" srcOrd="2" destOrd="0" parTransId="{1D7AB2C8-9AFF-41B1-8E84-7498FDED93EA}" sibTransId="{C2AFC431-3A4D-4959-BD4F-F7FD995C1B71}"/>
    <dgm:cxn modelId="{F9A49320-6A7E-469C-AE0E-B7B23AF4A1A7}" type="presOf" srcId="{CCE5453E-5582-4FBB-899B-BC9DA5C1DD0C}" destId="{41D1000F-C7D0-4602-B88B-701372CF5D58}" srcOrd="1" destOrd="0" presId="urn:microsoft.com/office/officeart/2005/8/layout/orgChart1"/>
    <dgm:cxn modelId="{708C0722-0A38-446E-8CC3-B62B83349A2B}" type="presOf" srcId="{3F35B844-F77C-4578-B0AC-5792FA71A857}" destId="{C7D94BF7-2680-49C5-84BD-B60881DC96F5}" srcOrd="0" destOrd="0" presId="urn:microsoft.com/office/officeart/2005/8/layout/orgChart1"/>
    <dgm:cxn modelId="{7ED61222-F8C1-4E50-A83A-0E7A5B46F941}" type="presOf" srcId="{92C29BD8-D1FE-41E5-997C-7A44B1E4F4D5}" destId="{B5259C69-9E2A-4075-9C4D-0A5B34AF5577}" srcOrd="1" destOrd="0" presId="urn:microsoft.com/office/officeart/2005/8/layout/orgChart1"/>
    <dgm:cxn modelId="{3A123322-8B2B-4784-AE59-CD52F04EA3D8}" srcId="{92C29BD8-D1FE-41E5-997C-7A44B1E4F4D5}" destId="{F91933BC-F0FC-45B3-B2A9-9B0ECB1A53A0}" srcOrd="0" destOrd="0" parTransId="{F608A6BD-682A-4F78-9698-34342F5376B3}" sibTransId="{DEDC20F2-B0F2-4C51-AD7F-99113C615CB3}"/>
    <dgm:cxn modelId="{C2B26A22-C669-4F9B-AA61-E59C2DE21EE5}" srcId="{4B426383-5277-4A0B-8F56-433F2F486EE3}" destId="{96884032-BA12-4ABD-9055-C1C75FC39CCD}" srcOrd="0" destOrd="0" parTransId="{3ED99F6E-09C0-41DF-859E-0026D642F805}" sibTransId="{B0237EAE-A27A-4569-ABA5-EB8E564719E4}"/>
    <dgm:cxn modelId="{4DD47425-2F9B-47D2-AF75-87C628DA98C0}" type="presOf" srcId="{143BCB50-29FA-4936-AC89-8BDD29B91A26}" destId="{B34601A6-201C-4B99-A7DE-2AE9DBF9A14B}" srcOrd="1" destOrd="0" presId="urn:microsoft.com/office/officeart/2005/8/layout/orgChart1"/>
    <dgm:cxn modelId="{38997A25-AAFD-42A3-B1A1-3509A8226441}" type="presOf" srcId="{702DC148-DEF6-4377-BE78-844F501D9290}" destId="{F7480E2A-7063-407E-812C-96D507BBC56B}" srcOrd="0" destOrd="0" presId="urn:microsoft.com/office/officeart/2005/8/layout/orgChart1"/>
    <dgm:cxn modelId="{CFE4CA34-575B-4A07-A34E-4A41F2046E8E}" type="presOf" srcId="{B76E3312-39B6-46D7-8782-7B3A455413D6}" destId="{E79ECDF5-9296-4B9F-8A46-6C91A86378CC}" srcOrd="0" destOrd="0" presId="urn:microsoft.com/office/officeart/2005/8/layout/orgChart1"/>
    <dgm:cxn modelId="{D4CB563C-A74D-4163-95BB-C0032C4FC231}" type="presOf" srcId="{AE20B412-5F5B-4A29-B00C-0EF4DDEAD223}" destId="{06D5C754-1121-4857-8EBB-07192D2B54C2}" srcOrd="0" destOrd="0" presId="urn:microsoft.com/office/officeart/2005/8/layout/orgChart1"/>
    <dgm:cxn modelId="{04C3E53F-EF45-49D2-8631-C2CA4EEAD598}" type="presOf" srcId="{143BCB50-29FA-4936-AC89-8BDD29B91A26}" destId="{03F811EC-4062-4457-BF57-25C49680D4D8}" srcOrd="0" destOrd="0" presId="urn:microsoft.com/office/officeart/2005/8/layout/orgChart1"/>
    <dgm:cxn modelId="{E71C645C-5012-4296-BE23-A8182CAD6B25}" type="presOf" srcId="{BA34523C-9BFB-4189-9902-F9FD4ECAA003}" destId="{DAF30D38-1FDE-4395-BE22-48D4B629DAA2}" srcOrd="1" destOrd="0" presId="urn:microsoft.com/office/officeart/2005/8/layout/orgChart1"/>
    <dgm:cxn modelId="{59D31666-8773-45FA-A098-A1D02133D9BF}" type="presOf" srcId="{96884032-BA12-4ABD-9055-C1C75FC39CCD}" destId="{0C440B75-235C-488B-B995-13D671D96FB0}" srcOrd="1" destOrd="0" presId="urn:microsoft.com/office/officeart/2005/8/layout/orgChart1"/>
    <dgm:cxn modelId="{06977F47-C8CC-4856-B752-6D529181B977}" type="presOf" srcId="{BA34523C-9BFB-4189-9902-F9FD4ECAA003}" destId="{DB04B4A3-7F62-4678-8680-53F2F08D7385}" srcOrd="0" destOrd="0" presId="urn:microsoft.com/office/officeart/2005/8/layout/orgChart1"/>
    <dgm:cxn modelId="{252B016A-42D3-4705-90C3-21FCADC323A1}" srcId="{96884032-BA12-4ABD-9055-C1C75FC39CCD}" destId="{CCE5453E-5582-4FBB-899B-BC9DA5C1DD0C}" srcOrd="4" destOrd="0" parTransId="{1D930C97-F6CF-4FDF-B992-F0E3E38F2761}" sibTransId="{6AAAF927-9880-4257-BEBC-74E9FEA751D4}"/>
    <dgm:cxn modelId="{74D10F6B-3111-4371-A61F-537149CA80B7}" type="presOf" srcId="{1D930C97-F6CF-4FDF-B992-F0E3E38F2761}" destId="{15217836-79A5-481F-B7B7-A76E668467E4}" srcOrd="0" destOrd="0" presId="urn:microsoft.com/office/officeart/2005/8/layout/orgChart1"/>
    <dgm:cxn modelId="{5BDE9A4B-FD73-47D5-B381-877D08CA77E5}" type="presOf" srcId="{86916E52-FCED-4BA6-B2CB-B126331D5645}" destId="{440CCC5E-5264-41E3-8287-451623234BE5}" srcOrd="0" destOrd="0" presId="urn:microsoft.com/office/officeart/2005/8/layout/orgChart1"/>
    <dgm:cxn modelId="{8D3EA64C-6649-4ACC-A5DF-3E1AD72F52AE}" type="presOf" srcId="{F91933BC-F0FC-45B3-B2A9-9B0ECB1A53A0}" destId="{4CEC155E-83A2-4DA9-A01F-1D8460B413D4}" srcOrd="0" destOrd="0" presId="urn:microsoft.com/office/officeart/2005/8/layout/orgChart1"/>
    <dgm:cxn modelId="{2023B64D-B1B9-43BE-BA51-A47F6BA9AD3D}" type="presOf" srcId="{25F9233A-D9EF-43F9-A8F4-A25892B7955F}" destId="{F71443B6-6A88-4155-BBF3-1AFC2E1585A1}" srcOrd="0" destOrd="0" presId="urn:microsoft.com/office/officeart/2005/8/layout/orgChart1"/>
    <dgm:cxn modelId="{CA40054F-FDAB-4381-A113-1CB646586079}" type="presOf" srcId="{92C29BD8-D1FE-41E5-997C-7A44B1E4F4D5}" destId="{54E2BD22-3B60-4FBD-BF53-A524B40F4641}" srcOrd="0" destOrd="0" presId="urn:microsoft.com/office/officeart/2005/8/layout/orgChart1"/>
    <dgm:cxn modelId="{165C704F-F187-4A8D-A0EF-80E577628C04}" type="presOf" srcId="{B76E3312-39B6-46D7-8782-7B3A455413D6}" destId="{82AAD5F6-36B4-490B-AA85-F5217D9E6A1B}" srcOrd="1" destOrd="0" presId="urn:microsoft.com/office/officeart/2005/8/layout/orgChart1"/>
    <dgm:cxn modelId="{5CD99B4F-6032-4744-838C-BB596ADE225C}" srcId="{CCE5453E-5582-4FBB-899B-BC9DA5C1DD0C}" destId="{86916E52-FCED-4BA6-B2CB-B126331D5645}" srcOrd="0" destOrd="0" parTransId="{AC4389D3-ECAA-4180-BC93-892D9973A57D}" sibTransId="{471CE355-DFBF-46C7-9F67-E2ABDFB9F718}"/>
    <dgm:cxn modelId="{16A32350-6C77-4B74-80E3-53F642D9C4F1}" type="presOf" srcId="{86916E52-FCED-4BA6-B2CB-B126331D5645}" destId="{6E69A6BE-3599-421E-B014-5915AB3052E8}" srcOrd="1" destOrd="0" presId="urn:microsoft.com/office/officeart/2005/8/layout/orgChart1"/>
    <dgm:cxn modelId="{DA88E671-4E08-4EF8-82A7-22E42730AF5F}" type="presOf" srcId="{A6496C8B-1A4C-47E8-8A62-91E1E3DC045B}" destId="{9A771CB9-0155-427C-971A-2A893CDD3C9C}" srcOrd="0" destOrd="0" presId="urn:microsoft.com/office/officeart/2005/8/layout/orgChart1"/>
    <dgm:cxn modelId="{F8CF4273-B8C6-4115-B836-6F6CB13A67A0}" type="presOf" srcId="{4B426383-5277-4A0B-8F56-433F2F486EE3}" destId="{5880B012-8CD1-43CE-858E-D81AD40C5733}" srcOrd="0" destOrd="0" presId="urn:microsoft.com/office/officeart/2005/8/layout/orgChart1"/>
    <dgm:cxn modelId="{CB8B7154-E545-442C-BE26-8FED1FAA5D3C}" srcId="{66D8FA64-026B-4A1D-98A2-7341AD59AB65}" destId="{143BCB50-29FA-4936-AC89-8BDD29B91A26}" srcOrd="0" destOrd="0" parTransId="{E6E686A3-9246-416A-B57E-63AE6F29DEFE}" sibTransId="{6C219E81-0400-4A89-968F-60A491F845E2}"/>
    <dgm:cxn modelId="{13DC1275-B871-4C73-9A15-84B6F4FA7F44}" type="presOf" srcId="{588826D8-BE4C-4CE1-80AA-92B6863580B8}" destId="{775E95F5-A83B-407B-91EA-653277F1BBC8}" srcOrd="1" destOrd="0" presId="urn:microsoft.com/office/officeart/2005/8/layout/orgChart1"/>
    <dgm:cxn modelId="{C16EBA5A-C70A-4F5A-8988-DD422507B172}" srcId="{96884032-BA12-4ABD-9055-C1C75FC39CCD}" destId="{0EDBA7BB-A5F4-4A9F-A4A1-B0B61D6073C6}" srcOrd="5" destOrd="0" parTransId="{F8DF6C4B-7D43-4229-92C0-FC1168BA5EA1}" sibTransId="{8251E9F1-7130-4E94-9E13-8372D5F67B7B}"/>
    <dgm:cxn modelId="{C6580F7B-C216-4325-87A3-73122002B1FD}" srcId="{96884032-BA12-4ABD-9055-C1C75FC39CCD}" destId="{92C29BD8-D1FE-41E5-997C-7A44B1E4F4D5}" srcOrd="0" destOrd="0" parTransId="{4A29466B-8E3F-481D-BDDE-5B382D3CD453}" sibTransId="{3EA68FBD-2446-4709-80D7-8804622FCBB1}"/>
    <dgm:cxn modelId="{EFE7307C-7F2D-4DC1-ACE9-AB6DC0C121C0}" srcId="{3F35B844-F77C-4578-B0AC-5792FA71A857}" destId="{46F2601C-448F-4845-9D49-F159BFA235A6}" srcOrd="0" destOrd="0" parTransId="{702DC148-DEF6-4377-BE78-844F501D9290}" sibTransId="{AEE91629-D850-4D8E-B846-B50B4AE4F3AF}"/>
    <dgm:cxn modelId="{AA5D437C-5131-4903-9A83-F89C6297FB0E}" type="presOf" srcId="{CF09C47C-709E-4EB8-878B-5FD046DC1DF5}" destId="{140E6007-8988-42FD-AD40-FCF12D91D057}" srcOrd="0" destOrd="0" presId="urn:microsoft.com/office/officeart/2005/8/layout/orgChart1"/>
    <dgm:cxn modelId="{C3E8FF7E-AC24-4E79-9ACF-91553FD1171D}" type="presOf" srcId="{F125FBBD-C9CF-4F53-8A26-F8E0D84350AB}" destId="{F5725EA8-0677-4E19-9698-BC16AFB532A8}" srcOrd="0" destOrd="0" presId="urn:microsoft.com/office/officeart/2005/8/layout/orgChart1"/>
    <dgm:cxn modelId="{4C7C4C88-B2C4-4748-BB94-1E39F9EF76AA}" type="presOf" srcId="{CCE5453E-5582-4FBB-899B-BC9DA5C1DD0C}" destId="{21E03D6C-76CE-48DC-9E3F-AEB360207F99}" srcOrd="0" destOrd="0" presId="urn:microsoft.com/office/officeart/2005/8/layout/orgChart1"/>
    <dgm:cxn modelId="{B0F8D98D-2723-427B-B63F-764E63B350A4}" type="presOf" srcId="{48CCC68B-8794-4D74-B98D-2082120D832E}" destId="{50CCF037-D96A-4583-AD66-DE6F15D55B74}" srcOrd="0" destOrd="0" presId="urn:microsoft.com/office/officeart/2005/8/layout/orgChart1"/>
    <dgm:cxn modelId="{8249F68D-F1C2-489A-9667-8A60124286EE}" srcId="{1F74620E-9BDA-4A9E-98C3-58BA9CBEB763}" destId="{841E34B4-F104-42B1-AFF8-BECBC0B8046E}" srcOrd="1" destOrd="0" parTransId="{A6496C8B-1A4C-47E8-8A62-91E1E3DC045B}" sibTransId="{EB40443B-1DA2-4174-84A3-F8AAEDABC4C6}"/>
    <dgm:cxn modelId="{30D4228E-E776-44CE-9D64-DCD31B340324}" srcId="{96884032-BA12-4ABD-9055-C1C75FC39CCD}" destId="{3F35B844-F77C-4578-B0AC-5792FA71A857}" srcOrd="1" destOrd="0" parTransId="{CF09C47C-709E-4EB8-878B-5FD046DC1DF5}" sibTransId="{62404679-AD62-41B6-943E-B80B8B827556}"/>
    <dgm:cxn modelId="{2F64EB8F-55B3-4909-B5D3-182637ED8EB5}" type="presOf" srcId="{1D7AB2C8-9AFF-41B1-8E84-7498FDED93EA}" destId="{0B8C3A8A-B87C-4C30-98D5-7984F3717BBC}" srcOrd="0" destOrd="0" presId="urn:microsoft.com/office/officeart/2005/8/layout/orgChart1"/>
    <dgm:cxn modelId="{CBC55C93-0880-4F95-A0BC-D9500A9DB2D1}" type="presOf" srcId="{841E34B4-F104-42B1-AFF8-BECBC0B8046E}" destId="{69006A26-8F85-42FB-B0D9-581F83633F80}" srcOrd="1" destOrd="0" presId="urn:microsoft.com/office/officeart/2005/8/layout/orgChart1"/>
    <dgm:cxn modelId="{ADAF1699-2D10-46BF-9C69-B455A582149D}" type="presOf" srcId="{5E995339-FAE2-493C-812F-2E3FAD0B6651}" destId="{4A20A271-51A2-40DA-880F-0578781B1DD1}" srcOrd="0" destOrd="0" presId="urn:microsoft.com/office/officeart/2005/8/layout/orgChart1"/>
    <dgm:cxn modelId="{DE6E5CA4-764B-4C96-8EB6-7C0ED027547F}" type="presOf" srcId="{1F74620E-9BDA-4A9E-98C3-58BA9CBEB763}" destId="{2D6E52A2-B14A-4889-8748-A1D6FF278B95}" srcOrd="1" destOrd="0" presId="urn:microsoft.com/office/officeart/2005/8/layout/orgChart1"/>
    <dgm:cxn modelId="{200AD2A9-7FF7-45D2-BCE4-27FDB47894E5}" type="presOf" srcId="{4D851234-AD22-4285-B80C-9F6FE1820858}" destId="{F3B76891-0DDC-44E1-B308-52144AA2E74E}" srcOrd="0" destOrd="0" presId="urn:microsoft.com/office/officeart/2005/8/layout/orgChart1"/>
    <dgm:cxn modelId="{CCEFB2AC-BEFB-49F3-B1DE-9BDCC91FE635}" type="presOf" srcId="{46F2601C-448F-4845-9D49-F159BFA235A6}" destId="{AC583907-FE2D-4F5A-8A20-6CB865BBE2A4}" srcOrd="0" destOrd="0" presId="urn:microsoft.com/office/officeart/2005/8/layout/orgChart1"/>
    <dgm:cxn modelId="{5C9EDCAD-06D1-4DDB-A310-4CD3962AE849}" type="presOf" srcId="{96884032-BA12-4ABD-9055-C1C75FC39CCD}" destId="{D33D0665-81FA-42E6-A68D-A9DBFD37BDA4}" srcOrd="0" destOrd="0" presId="urn:microsoft.com/office/officeart/2005/8/layout/orgChart1"/>
    <dgm:cxn modelId="{A5EF9CB1-CC47-4394-BA24-85D4672D4D42}" type="presOf" srcId="{E6E686A3-9246-416A-B57E-63AE6F29DEFE}" destId="{4B56D887-C8E7-41E7-A01A-23E84D2434C5}" srcOrd="0" destOrd="0" presId="urn:microsoft.com/office/officeart/2005/8/layout/orgChart1"/>
    <dgm:cxn modelId="{A03130B2-B6D3-48BE-8B28-7A1CB366897C}" type="presOf" srcId="{F8DF6C4B-7D43-4229-92C0-FC1168BA5EA1}" destId="{1D239428-C0F6-48D3-8814-F1A9581CD0D0}" srcOrd="0" destOrd="0" presId="urn:microsoft.com/office/officeart/2005/8/layout/orgChart1"/>
    <dgm:cxn modelId="{6ABA8BB2-D704-49F1-AAC2-2A405AB6164A}" srcId="{92C29BD8-D1FE-41E5-997C-7A44B1E4F4D5}" destId="{B9DE0CA5-D09D-42CE-8594-67B16D3AA61E}" srcOrd="1" destOrd="0" parTransId="{5E995339-FAE2-493C-812F-2E3FAD0B6651}" sibTransId="{26373030-CF27-430A-9D17-A1B8DBF701F5}"/>
    <dgm:cxn modelId="{40211EB7-5714-4C75-91E3-20D62FECCC67}" type="presOf" srcId="{66D8FA64-026B-4A1D-98A2-7341AD59AB65}" destId="{F242E3B1-C6B0-4E30-8AE3-15F56CFFE95C}" srcOrd="0" destOrd="0" presId="urn:microsoft.com/office/officeart/2005/8/layout/orgChart1"/>
    <dgm:cxn modelId="{116636B8-72E0-4AE8-B3FF-FB6C004694DD}" type="presOf" srcId="{F91933BC-F0FC-45B3-B2A9-9B0ECB1A53A0}" destId="{F3A40122-518B-4F5B-BB7D-7C99BC16F1B0}" srcOrd="1" destOrd="0" presId="urn:microsoft.com/office/officeart/2005/8/layout/orgChart1"/>
    <dgm:cxn modelId="{50DBDCB8-6EB2-42F9-82FB-26A622F8DD0A}" srcId="{1F74620E-9BDA-4A9E-98C3-58BA9CBEB763}" destId="{588826D8-BE4C-4CE1-80AA-92B6863580B8}" srcOrd="0" destOrd="0" parTransId="{2680C1A8-DBE6-4024-A630-8C1B7314E2C8}" sibTransId="{E1B0EFB6-1F36-493A-B398-8BC86D47A4C9}"/>
    <dgm:cxn modelId="{0ADFD4BD-FD93-41F9-80F5-DEA809B02EB3}" type="presOf" srcId="{2680C1A8-DBE6-4024-A630-8C1B7314E2C8}" destId="{510CADE7-7C79-4CED-9A0B-B4875C31C651}" srcOrd="0" destOrd="0" presId="urn:microsoft.com/office/officeart/2005/8/layout/orgChart1"/>
    <dgm:cxn modelId="{8AAAA7BE-8ECF-453C-97C1-EBEF24396537}" type="presOf" srcId="{F608A6BD-682A-4F78-9698-34342F5376B3}" destId="{D7A2300A-1A95-4867-ADEB-60498847C618}" srcOrd="0" destOrd="0" presId="urn:microsoft.com/office/officeart/2005/8/layout/orgChart1"/>
    <dgm:cxn modelId="{E2D5AFBE-C828-4C13-BE34-8433BA9C3DBA}" type="presOf" srcId="{841E34B4-F104-42B1-AFF8-BECBC0B8046E}" destId="{5E2AEE8F-8B96-464C-83B8-DA563F5BA520}" srcOrd="0" destOrd="0" presId="urn:microsoft.com/office/officeart/2005/8/layout/orgChart1"/>
    <dgm:cxn modelId="{885F9DC1-11F3-4C52-B973-F78AE21736E9}" srcId="{66D8FA64-026B-4A1D-98A2-7341AD59AB65}" destId="{BA34523C-9BFB-4189-9902-F9FD4ECAA003}" srcOrd="1" destOrd="0" parTransId="{AAF6F838-120F-415A-8576-70F21AD5615C}" sibTransId="{B9EE86B8-1757-4AA1-BCB6-296E8083A0BD}"/>
    <dgm:cxn modelId="{B107E4CE-EAEB-4156-A96B-69B63507B043}" type="presOf" srcId="{B9DE0CA5-D09D-42CE-8594-67B16D3AA61E}" destId="{21C8AB75-469B-4F13-A711-AC7B24E66F8D}" srcOrd="0" destOrd="0" presId="urn:microsoft.com/office/officeart/2005/8/layout/orgChart1"/>
    <dgm:cxn modelId="{82CFFFD4-958B-465C-AC27-F3704EC1508C}" srcId="{96884032-BA12-4ABD-9055-C1C75FC39CCD}" destId="{66D8FA64-026B-4A1D-98A2-7341AD59AB65}" srcOrd="3" destOrd="0" parTransId="{DA8A903B-CC92-47C7-BC56-01925784205F}" sibTransId="{842ED5BA-A062-4584-9D1A-17406B89CAC9}"/>
    <dgm:cxn modelId="{8BB8F9DE-535E-4E1B-9EBD-2A2A1F3D656B}" type="presOf" srcId="{48CCC68B-8794-4D74-B98D-2082120D832E}" destId="{2B621F2F-1747-444A-A933-145F685236FA}" srcOrd="1" destOrd="0" presId="urn:microsoft.com/office/officeart/2005/8/layout/orgChart1"/>
    <dgm:cxn modelId="{6ED6BEDF-7FA7-4187-A00B-65CE1E59C67E}" srcId="{1F74620E-9BDA-4A9E-98C3-58BA9CBEB763}" destId="{B76E3312-39B6-46D7-8782-7B3A455413D6}" srcOrd="2" destOrd="0" parTransId="{25F9233A-D9EF-43F9-A8F4-A25892B7955F}" sibTransId="{60FDA85F-7E44-43A6-A779-D463ED431A5F}"/>
    <dgm:cxn modelId="{C0BB40E2-F0C8-4D80-AD12-471D95DAC65D}" type="presOf" srcId="{DA8A903B-CC92-47C7-BC56-01925784205F}" destId="{914DA391-8C21-48CA-B9FE-B6B9E7BB5228}" srcOrd="0" destOrd="0" presId="urn:microsoft.com/office/officeart/2005/8/layout/orgChart1"/>
    <dgm:cxn modelId="{CD791AF0-A887-41EE-849B-506CEDB89CA2}" type="presOf" srcId="{4A29466B-8E3F-481D-BDDE-5B382D3CD453}" destId="{4EFD2496-0443-40DC-9178-BA4AA62F1A18}" srcOrd="0" destOrd="0" presId="urn:microsoft.com/office/officeart/2005/8/layout/orgChart1"/>
    <dgm:cxn modelId="{DFA25AF2-6CAA-4AE1-B096-295F68FBF8D9}" type="presOf" srcId="{0EDBA7BB-A5F4-4A9F-A4A1-B0B61D6073C6}" destId="{94BDBD42-F54C-4925-A9A0-22705F27E1B0}" srcOrd="0" destOrd="0" presId="urn:microsoft.com/office/officeart/2005/8/layout/orgChart1"/>
    <dgm:cxn modelId="{F907B3F3-4C4A-4E5C-A532-6DDCAE5ED04D}" type="presOf" srcId="{46F2601C-448F-4845-9D49-F159BFA235A6}" destId="{5B3BE179-9962-4CC1-AE7D-E81FE9A213B6}" srcOrd="1" destOrd="0" presId="urn:microsoft.com/office/officeart/2005/8/layout/orgChart1"/>
    <dgm:cxn modelId="{92DB04FA-6620-4CF4-A699-D06B1621A93E}" type="presOf" srcId="{3F35B844-F77C-4578-B0AC-5792FA71A857}" destId="{C793070C-8602-4961-95B5-9E43BA081C8A}" srcOrd="1" destOrd="0" presId="urn:microsoft.com/office/officeart/2005/8/layout/orgChart1"/>
    <dgm:cxn modelId="{0BE747FC-51F1-4D8E-AE54-C4C30D759D8D}" type="presOf" srcId="{B9DE0CA5-D09D-42CE-8594-67B16D3AA61E}" destId="{C7F8D7BC-259F-45C6-98B5-EAB6EDC1C129}" srcOrd="1" destOrd="0" presId="urn:microsoft.com/office/officeart/2005/8/layout/orgChart1"/>
    <dgm:cxn modelId="{FD0A6F20-B715-40E6-A9E9-519C499E7363}" type="presParOf" srcId="{5880B012-8CD1-43CE-858E-D81AD40C5733}" destId="{BCACC5CB-4961-451D-B2B2-79A000E10DD9}" srcOrd="0" destOrd="0" presId="urn:microsoft.com/office/officeart/2005/8/layout/orgChart1"/>
    <dgm:cxn modelId="{0E114BAE-33F0-41D1-84AA-4663C6A4ED81}" type="presParOf" srcId="{BCACC5CB-4961-451D-B2B2-79A000E10DD9}" destId="{4532965F-DBF6-4E6D-8F0B-8E5B7E5563BE}" srcOrd="0" destOrd="0" presId="urn:microsoft.com/office/officeart/2005/8/layout/orgChart1"/>
    <dgm:cxn modelId="{FDA5E4EA-DE9A-41E1-BFB3-0A5DA35C495B}" type="presParOf" srcId="{4532965F-DBF6-4E6D-8F0B-8E5B7E5563BE}" destId="{D33D0665-81FA-42E6-A68D-A9DBFD37BDA4}" srcOrd="0" destOrd="0" presId="urn:microsoft.com/office/officeart/2005/8/layout/orgChart1"/>
    <dgm:cxn modelId="{61C52EB0-A265-423C-863B-DE9C1D753A3C}" type="presParOf" srcId="{4532965F-DBF6-4E6D-8F0B-8E5B7E5563BE}" destId="{0C440B75-235C-488B-B995-13D671D96FB0}" srcOrd="1" destOrd="0" presId="urn:microsoft.com/office/officeart/2005/8/layout/orgChart1"/>
    <dgm:cxn modelId="{7727ADA9-79A6-413E-BE3A-572AC6AB6B49}" type="presParOf" srcId="{BCACC5CB-4961-451D-B2B2-79A000E10DD9}" destId="{872436EA-D468-44BB-819C-C876082FA8FC}" srcOrd="1" destOrd="0" presId="urn:microsoft.com/office/officeart/2005/8/layout/orgChart1"/>
    <dgm:cxn modelId="{F2A49564-8283-490D-B4EE-D88E0F5BC1C8}" type="presParOf" srcId="{872436EA-D468-44BB-819C-C876082FA8FC}" destId="{4EFD2496-0443-40DC-9178-BA4AA62F1A18}" srcOrd="0" destOrd="0" presId="urn:microsoft.com/office/officeart/2005/8/layout/orgChart1"/>
    <dgm:cxn modelId="{4B7187EC-D527-42FD-A1DA-A9F354572D3B}" type="presParOf" srcId="{872436EA-D468-44BB-819C-C876082FA8FC}" destId="{2DF0C67D-65DC-44F5-8CB8-71D6A9668878}" srcOrd="1" destOrd="0" presId="urn:microsoft.com/office/officeart/2005/8/layout/orgChart1"/>
    <dgm:cxn modelId="{5FA1705E-D2CB-4A72-9104-39A566822A49}" type="presParOf" srcId="{2DF0C67D-65DC-44F5-8CB8-71D6A9668878}" destId="{580C246A-CF32-48D9-9D94-04E8AC46FBF1}" srcOrd="0" destOrd="0" presId="urn:microsoft.com/office/officeart/2005/8/layout/orgChart1"/>
    <dgm:cxn modelId="{7ACFDE9E-E179-458B-B442-2DFDDBD1BBBC}" type="presParOf" srcId="{580C246A-CF32-48D9-9D94-04E8AC46FBF1}" destId="{54E2BD22-3B60-4FBD-BF53-A524B40F4641}" srcOrd="0" destOrd="0" presId="urn:microsoft.com/office/officeart/2005/8/layout/orgChart1"/>
    <dgm:cxn modelId="{5F53DCCE-0122-4448-AF51-3E5110C47B70}" type="presParOf" srcId="{580C246A-CF32-48D9-9D94-04E8AC46FBF1}" destId="{B5259C69-9E2A-4075-9C4D-0A5B34AF5577}" srcOrd="1" destOrd="0" presId="urn:microsoft.com/office/officeart/2005/8/layout/orgChart1"/>
    <dgm:cxn modelId="{3C16C87F-E4EC-491C-9CE6-EE0587B11C65}" type="presParOf" srcId="{2DF0C67D-65DC-44F5-8CB8-71D6A9668878}" destId="{B2044CBF-5D17-40B0-B0E8-DE7DD6D5C1EA}" srcOrd="1" destOrd="0" presId="urn:microsoft.com/office/officeart/2005/8/layout/orgChart1"/>
    <dgm:cxn modelId="{328C8447-EB38-4D36-8F47-B03F9C395E38}" type="presParOf" srcId="{B2044CBF-5D17-40B0-B0E8-DE7DD6D5C1EA}" destId="{D7A2300A-1A95-4867-ADEB-60498847C618}" srcOrd="0" destOrd="0" presId="urn:microsoft.com/office/officeart/2005/8/layout/orgChart1"/>
    <dgm:cxn modelId="{5C071E7B-D1BD-495D-97F9-A595FD22E51D}" type="presParOf" srcId="{B2044CBF-5D17-40B0-B0E8-DE7DD6D5C1EA}" destId="{A841CFDA-F105-4604-BA3F-A8F46F661380}" srcOrd="1" destOrd="0" presId="urn:microsoft.com/office/officeart/2005/8/layout/orgChart1"/>
    <dgm:cxn modelId="{85D6841E-B467-4E0B-B2FE-E237F58ABC71}" type="presParOf" srcId="{A841CFDA-F105-4604-BA3F-A8F46F661380}" destId="{A06A3EDF-99F6-4BDA-9B16-C8A9C67E63E2}" srcOrd="0" destOrd="0" presId="urn:microsoft.com/office/officeart/2005/8/layout/orgChart1"/>
    <dgm:cxn modelId="{D78A755D-6FD3-45A3-B0D5-3399AFB4EF28}" type="presParOf" srcId="{A06A3EDF-99F6-4BDA-9B16-C8A9C67E63E2}" destId="{4CEC155E-83A2-4DA9-A01F-1D8460B413D4}" srcOrd="0" destOrd="0" presId="urn:microsoft.com/office/officeart/2005/8/layout/orgChart1"/>
    <dgm:cxn modelId="{C1FF17AB-61F8-4C20-ABC1-87FA0955B0ED}" type="presParOf" srcId="{A06A3EDF-99F6-4BDA-9B16-C8A9C67E63E2}" destId="{F3A40122-518B-4F5B-BB7D-7C99BC16F1B0}" srcOrd="1" destOrd="0" presId="urn:microsoft.com/office/officeart/2005/8/layout/orgChart1"/>
    <dgm:cxn modelId="{FFFC0128-81D2-4749-84CD-B6E352989459}" type="presParOf" srcId="{A841CFDA-F105-4604-BA3F-A8F46F661380}" destId="{1EDB655E-E50A-48D7-9F31-83C111426E5F}" srcOrd="1" destOrd="0" presId="urn:microsoft.com/office/officeart/2005/8/layout/orgChart1"/>
    <dgm:cxn modelId="{760D3BB9-AA54-4377-893B-49C0F30751F8}" type="presParOf" srcId="{A841CFDA-F105-4604-BA3F-A8F46F661380}" destId="{91F0BE30-0872-4229-AE77-C20F566819F7}" srcOrd="2" destOrd="0" presId="urn:microsoft.com/office/officeart/2005/8/layout/orgChart1"/>
    <dgm:cxn modelId="{11657E33-D624-4C4C-A921-7F0DB85BB632}" type="presParOf" srcId="{B2044CBF-5D17-40B0-B0E8-DE7DD6D5C1EA}" destId="{4A20A271-51A2-40DA-880F-0578781B1DD1}" srcOrd="2" destOrd="0" presId="urn:microsoft.com/office/officeart/2005/8/layout/orgChart1"/>
    <dgm:cxn modelId="{02C8CE5A-9F04-4105-A15A-246EAAE3913C}" type="presParOf" srcId="{B2044CBF-5D17-40B0-B0E8-DE7DD6D5C1EA}" destId="{1257215F-1908-4286-B44B-C052CB17C540}" srcOrd="3" destOrd="0" presId="urn:microsoft.com/office/officeart/2005/8/layout/orgChart1"/>
    <dgm:cxn modelId="{77FE1F8B-896D-4219-A311-095BCE188808}" type="presParOf" srcId="{1257215F-1908-4286-B44B-C052CB17C540}" destId="{74D9F391-E081-43FD-81EF-4EB9F4FF5EF7}" srcOrd="0" destOrd="0" presId="urn:microsoft.com/office/officeart/2005/8/layout/orgChart1"/>
    <dgm:cxn modelId="{A33835B6-9CF7-4B61-8DF3-A6AA93CC8F21}" type="presParOf" srcId="{74D9F391-E081-43FD-81EF-4EB9F4FF5EF7}" destId="{21C8AB75-469B-4F13-A711-AC7B24E66F8D}" srcOrd="0" destOrd="0" presId="urn:microsoft.com/office/officeart/2005/8/layout/orgChart1"/>
    <dgm:cxn modelId="{D29E8373-FB3A-4729-AFF6-E2C65421888A}" type="presParOf" srcId="{74D9F391-E081-43FD-81EF-4EB9F4FF5EF7}" destId="{C7F8D7BC-259F-45C6-98B5-EAB6EDC1C129}" srcOrd="1" destOrd="0" presId="urn:microsoft.com/office/officeart/2005/8/layout/orgChart1"/>
    <dgm:cxn modelId="{92913A94-D103-4847-9A12-9FAEE5F6A3FE}" type="presParOf" srcId="{1257215F-1908-4286-B44B-C052CB17C540}" destId="{E3D8E778-671D-4EA4-ABF7-9D1A1EB927CE}" srcOrd="1" destOrd="0" presId="urn:microsoft.com/office/officeart/2005/8/layout/orgChart1"/>
    <dgm:cxn modelId="{3DDE0949-25E0-4BD2-8087-CA4CD27C8639}" type="presParOf" srcId="{1257215F-1908-4286-B44B-C052CB17C540}" destId="{96D1E46B-2C50-4F76-A2FC-D216688363D7}" srcOrd="2" destOrd="0" presId="urn:microsoft.com/office/officeart/2005/8/layout/orgChart1"/>
    <dgm:cxn modelId="{1A11E39F-2802-4226-BD3C-B8A3222DE4A1}" type="presParOf" srcId="{2DF0C67D-65DC-44F5-8CB8-71D6A9668878}" destId="{108CFE5E-F6CA-4997-AB57-D516441D62A5}" srcOrd="2" destOrd="0" presId="urn:microsoft.com/office/officeart/2005/8/layout/orgChart1"/>
    <dgm:cxn modelId="{BE78B34F-FE1A-4575-9AF2-D039036AF5CA}" type="presParOf" srcId="{872436EA-D468-44BB-819C-C876082FA8FC}" destId="{140E6007-8988-42FD-AD40-FCF12D91D057}" srcOrd="2" destOrd="0" presId="urn:microsoft.com/office/officeart/2005/8/layout/orgChart1"/>
    <dgm:cxn modelId="{1729B57D-7D74-43FC-B618-90E12C483647}" type="presParOf" srcId="{872436EA-D468-44BB-819C-C876082FA8FC}" destId="{234667D3-758E-4CEB-87E6-3ED35C5CACBE}" srcOrd="3" destOrd="0" presId="urn:microsoft.com/office/officeart/2005/8/layout/orgChart1"/>
    <dgm:cxn modelId="{A96CD22C-80C5-477D-A8FE-0B60818DC377}" type="presParOf" srcId="{234667D3-758E-4CEB-87E6-3ED35C5CACBE}" destId="{83EA747E-ECEE-4BBF-BDC6-8CC69FE227E2}" srcOrd="0" destOrd="0" presId="urn:microsoft.com/office/officeart/2005/8/layout/orgChart1"/>
    <dgm:cxn modelId="{68E78306-2F30-4816-8A46-04995508CF0C}" type="presParOf" srcId="{83EA747E-ECEE-4BBF-BDC6-8CC69FE227E2}" destId="{C7D94BF7-2680-49C5-84BD-B60881DC96F5}" srcOrd="0" destOrd="0" presId="urn:microsoft.com/office/officeart/2005/8/layout/orgChart1"/>
    <dgm:cxn modelId="{6ADF71CF-E19F-4248-A020-77D5978A7A62}" type="presParOf" srcId="{83EA747E-ECEE-4BBF-BDC6-8CC69FE227E2}" destId="{C793070C-8602-4961-95B5-9E43BA081C8A}" srcOrd="1" destOrd="0" presId="urn:microsoft.com/office/officeart/2005/8/layout/orgChart1"/>
    <dgm:cxn modelId="{A499AAA7-E31A-4EF8-A02F-3E19AE2516D3}" type="presParOf" srcId="{234667D3-758E-4CEB-87E6-3ED35C5CACBE}" destId="{79A968FF-C72F-4D30-BF39-2628D1D89553}" srcOrd="1" destOrd="0" presId="urn:microsoft.com/office/officeart/2005/8/layout/orgChart1"/>
    <dgm:cxn modelId="{B2581309-D015-43FA-A0BE-3A280CFC5824}" type="presParOf" srcId="{79A968FF-C72F-4D30-BF39-2628D1D89553}" destId="{F7480E2A-7063-407E-812C-96D507BBC56B}" srcOrd="0" destOrd="0" presId="urn:microsoft.com/office/officeart/2005/8/layout/orgChart1"/>
    <dgm:cxn modelId="{14C95930-D70F-4C10-B488-7E97FFD07EA8}" type="presParOf" srcId="{79A968FF-C72F-4D30-BF39-2628D1D89553}" destId="{8F026E62-CF6A-4C18-8F4D-6EC2BD69110F}" srcOrd="1" destOrd="0" presId="urn:microsoft.com/office/officeart/2005/8/layout/orgChart1"/>
    <dgm:cxn modelId="{595214C7-18DA-40EE-8F2B-99FFBAC7374D}" type="presParOf" srcId="{8F026E62-CF6A-4C18-8F4D-6EC2BD69110F}" destId="{0D608FB4-8B19-4AC3-8A43-C0D756317885}" srcOrd="0" destOrd="0" presId="urn:microsoft.com/office/officeart/2005/8/layout/orgChart1"/>
    <dgm:cxn modelId="{79A225FC-DB39-4773-903C-304944156BC3}" type="presParOf" srcId="{0D608FB4-8B19-4AC3-8A43-C0D756317885}" destId="{AC583907-FE2D-4F5A-8A20-6CB865BBE2A4}" srcOrd="0" destOrd="0" presId="urn:microsoft.com/office/officeart/2005/8/layout/orgChart1"/>
    <dgm:cxn modelId="{1C542E63-04FD-4142-BDAB-0E0F92C36C04}" type="presParOf" srcId="{0D608FB4-8B19-4AC3-8A43-C0D756317885}" destId="{5B3BE179-9962-4CC1-AE7D-E81FE9A213B6}" srcOrd="1" destOrd="0" presId="urn:microsoft.com/office/officeart/2005/8/layout/orgChart1"/>
    <dgm:cxn modelId="{AA0D12A6-B1E4-401D-9716-03F5E17FDC37}" type="presParOf" srcId="{8F026E62-CF6A-4C18-8F4D-6EC2BD69110F}" destId="{3C3851DF-4A24-48A9-AF6B-1572F48BCA69}" srcOrd="1" destOrd="0" presId="urn:microsoft.com/office/officeart/2005/8/layout/orgChart1"/>
    <dgm:cxn modelId="{6206CD3D-7AA3-4A9F-BA49-00CC1DB961E0}" type="presParOf" srcId="{8F026E62-CF6A-4C18-8F4D-6EC2BD69110F}" destId="{8D3D1E25-4905-436C-A216-BB1CE9BEB732}" srcOrd="2" destOrd="0" presId="urn:microsoft.com/office/officeart/2005/8/layout/orgChart1"/>
    <dgm:cxn modelId="{7C9D5848-7E9F-4C9E-80E9-E4C2FC814729}" type="presParOf" srcId="{79A968FF-C72F-4D30-BF39-2628D1D89553}" destId="{06D5C754-1121-4857-8EBB-07192D2B54C2}" srcOrd="2" destOrd="0" presId="urn:microsoft.com/office/officeart/2005/8/layout/orgChart1"/>
    <dgm:cxn modelId="{C546A7FF-6992-4617-A602-22551982F6EC}" type="presParOf" srcId="{79A968FF-C72F-4D30-BF39-2628D1D89553}" destId="{4A245CCC-20D5-4B0F-9B42-FDA072A26FD8}" srcOrd="3" destOrd="0" presId="urn:microsoft.com/office/officeart/2005/8/layout/orgChart1"/>
    <dgm:cxn modelId="{72E9346A-187C-4480-9FE5-DE06406BE681}" type="presParOf" srcId="{4A245CCC-20D5-4B0F-9B42-FDA072A26FD8}" destId="{92F9AE7C-5B61-49A5-8393-6229C9AEAA9F}" srcOrd="0" destOrd="0" presId="urn:microsoft.com/office/officeart/2005/8/layout/orgChart1"/>
    <dgm:cxn modelId="{646945AD-448B-4C97-AB1C-8467B7323D34}" type="presParOf" srcId="{92F9AE7C-5B61-49A5-8393-6229C9AEAA9F}" destId="{F3B76891-0DDC-44E1-B308-52144AA2E74E}" srcOrd="0" destOrd="0" presId="urn:microsoft.com/office/officeart/2005/8/layout/orgChart1"/>
    <dgm:cxn modelId="{6E3C70A3-EC81-4CB9-9E74-58A842F34182}" type="presParOf" srcId="{92F9AE7C-5B61-49A5-8393-6229C9AEAA9F}" destId="{AC1047B6-5CF2-44BC-A4FA-8D845CDC3341}" srcOrd="1" destOrd="0" presId="urn:microsoft.com/office/officeart/2005/8/layout/orgChart1"/>
    <dgm:cxn modelId="{33A9604D-8B3D-4A85-985B-0F67DAF711A4}" type="presParOf" srcId="{4A245CCC-20D5-4B0F-9B42-FDA072A26FD8}" destId="{952E9DC0-CCE6-40A5-8827-10AC5A4D779B}" srcOrd="1" destOrd="0" presId="urn:microsoft.com/office/officeart/2005/8/layout/orgChart1"/>
    <dgm:cxn modelId="{FB712385-F524-4EC0-9CC8-27924C5A0029}" type="presParOf" srcId="{4A245CCC-20D5-4B0F-9B42-FDA072A26FD8}" destId="{A8723BBE-40E3-43B0-AFC0-B2BBC3463CF4}" srcOrd="2" destOrd="0" presId="urn:microsoft.com/office/officeart/2005/8/layout/orgChart1"/>
    <dgm:cxn modelId="{9E60082C-0B45-4C08-B979-B40DD2568EE3}" type="presParOf" srcId="{234667D3-758E-4CEB-87E6-3ED35C5CACBE}" destId="{F4A07749-D995-4FF3-99E1-ABD951A5284C}" srcOrd="2" destOrd="0" presId="urn:microsoft.com/office/officeart/2005/8/layout/orgChart1"/>
    <dgm:cxn modelId="{40187861-85FE-42A9-9C65-BA4439FC5DD1}" type="presParOf" srcId="{872436EA-D468-44BB-819C-C876082FA8FC}" destId="{0B8C3A8A-B87C-4C30-98D5-7984F3717BBC}" srcOrd="4" destOrd="0" presId="urn:microsoft.com/office/officeart/2005/8/layout/orgChart1"/>
    <dgm:cxn modelId="{266EE4F8-2796-45EF-9B43-F8F7801031CC}" type="presParOf" srcId="{872436EA-D468-44BB-819C-C876082FA8FC}" destId="{CCD75573-62AD-4B41-9D48-AB134EC7CE38}" srcOrd="5" destOrd="0" presId="urn:microsoft.com/office/officeart/2005/8/layout/orgChart1"/>
    <dgm:cxn modelId="{AA1F03C7-8732-46C6-8BCE-7297F5F6E477}" type="presParOf" srcId="{CCD75573-62AD-4B41-9D48-AB134EC7CE38}" destId="{0A732265-8874-43B4-9D55-92EFF5534D22}" srcOrd="0" destOrd="0" presId="urn:microsoft.com/office/officeart/2005/8/layout/orgChart1"/>
    <dgm:cxn modelId="{FC611599-A428-40AF-AF21-E6592EF7B688}" type="presParOf" srcId="{0A732265-8874-43B4-9D55-92EFF5534D22}" destId="{AA7C4484-0638-4F2F-9F81-3AAF4BC01D71}" srcOrd="0" destOrd="0" presId="urn:microsoft.com/office/officeart/2005/8/layout/orgChart1"/>
    <dgm:cxn modelId="{AC91D944-8FAC-4C3B-99FE-C70711E2BADD}" type="presParOf" srcId="{0A732265-8874-43B4-9D55-92EFF5534D22}" destId="{2D6E52A2-B14A-4889-8748-A1D6FF278B95}" srcOrd="1" destOrd="0" presId="urn:microsoft.com/office/officeart/2005/8/layout/orgChart1"/>
    <dgm:cxn modelId="{3CF7FD5D-AAA6-4930-B920-B90AEFCA02CD}" type="presParOf" srcId="{CCD75573-62AD-4B41-9D48-AB134EC7CE38}" destId="{F2D3CC71-38B8-405F-848F-6B9C035D4487}" srcOrd="1" destOrd="0" presId="urn:microsoft.com/office/officeart/2005/8/layout/orgChart1"/>
    <dgm:cxn modelId="{9003EC12-6977-4591-8FBC-944CD16F5DE5}" type="presParOf" srcId="{F2D3CC71-38B8-405F-848F-6B9C035D4487}" destId="{510CADE7-7C79-4CED-9A0B-B4875C31C651}" srcOrd="0" destOrd="0" presId="urn:microsoft.com/office/officeart/2005/8/layout/orgChart1"/>
    <dgm:cxn modelId="{2D2D99B4-364E-47D9-90BF-EE987B4E74FA}" type="presParOf" srcId="{F2D3CC71-38B8-405F-848F-6B9C035D4487}" destId="{E358121C-E5C2-4B38-B191-92393C7E65AE}" srcOrd="1" destOrd="0" presId="urn:microsoft.com/office/officeart/2005/8/layout/orgChart1"/>
    <dgm:cxn modelId="{A879E96B-C1FC-442A-AAFD-54D878863305}" type="presParOf" srcId="{E358121C-E5C2-4B38-B191-92393C7E65AE}" destId="{B88FF6D2-37A9-4500-A4FD-B27FADF43A33}" srcOrd="0" destOrd="0" presId="urn:microsoft.com/office/officeart/2005/8/layout/orgChart1"/>
    <dgm:cxn modelId="{07E4EADF-3EC7-4A11-A5C3-A69508E1CAFF}" type="presParOf" srcId="{B88FF6D2-37A9-4500-A4FD-B27FADF43A33}" destId="{6D703549-12C3-4FB9-BFF3-3926F655C16D}" srcOrd="0" destOrd="0" presId="urn:microsoft.com/office/officeart/2005/8/layout/orgChart1"/>
    <dgm:cxn modelId="{C8636D7E-EA9E-441E-B7FF-21319A6D2D45}" type="presParOf" srcId="{B88FF6D2-37A9-4500-A4FD-B27FADF43A33}" destId="{775E95F5-A83B-407B-91EA-653277F1BBC8}" srcOrd="1" destOrd="0" presId="urn:microsoft.com/office/officeart/2005/8/layout/orgChart1"/>
    <dgm:cxn modelId="{81B3B10E-793F-4CD4-B4FA-C7567AAF3466}" type="presParOf" srcId="{E358121C-E5C2-4B38-B191-92393C7E65AE}" destId="{145C8538-411A-46ED-B920-3D15BD071BC6}" srcOrd="1" destOrd="0" presId="urn:microsoft.com/office/officeart/2005/8/layout/orgChart1"/>
    <dgm:cxn modelId="{F5962003-63B8-4A6D-A881-9CD6737D9C70}" type="presParOf" srcId="{E358121C-E5C2-4B38-B191-92393C7E65AE}" destId="{AB40EC0C-AA4A-4884-B2B1-D055E5BB8E33}" srcOrd="2" destOrd="0" presId="urn:microsoft.com/office/officeart/2005/8/layout/orgChart1"/>
    <dgm:cxn modelId="{5ABE0BFE-A598-4984-A517-760A74514C89}" type="presParOf" srcId="{F2D3CC71-38B8-405F-848F-6B9C035D4487}" destId="{9A771CB9-0155-427C-971A-2A893CDD3C9C}" srcOrd="2" destOrd="0" presId="urn:microsoft.com/office/officeart/2005/8/layout/orgChart1"/>
    <dgm:cxn modelId="{47CE5673-E136-428F-BBDE-C40289600242}" type="presParOf" srcId="{F2D3CC71-38B8-405F-848F-6B9C035D4487}" destId="{B55CBFE0-CC8B-4A8A-B4CA-E19D8C259E34}" srcOrd="3" destOrd="0" presId="urn:microsoft.com/office/officeart/2005/8/layout/orgChart1"/>
    <dgm:cxn modelId="{EEA7EF37-D39C-4F13-AC4A-0C2A7472D552}" type="presParOf" srcId="{B55CBFE0-CC8B-4A8A-B4CA-E19D8C259E34}" destId="{887C081F-86DB-4FC4-9B3B-A6708F96DC90}" srcOrd="0" destOrd="0" presId="urn:microsoft.com/office/officeart/2005/8/layout/orgChart1"/>
    <dgm:cxn modelId="{8EE2CEAE-B23B-4C63-A0AD-0A275D1451B6}" type="presParOf" srcId="{887C081F-86DB-4FC4-9B3B-A6708F96DC90}" destId="{5E2AEE8F-8B96-464C-83B8-DA563F5BA520}" srcOrd="0" destOrd="0" presId="urn:microsoft.com/office/officeart/2005/8/layout/orgChart1"/>
    <dgm:cxn modelId="{8F1CF21A-21ED-4AD2-943A-5F046FB621D7}" type="presParOf" srcId="{887C081F-86DB-4FC4-9B3B-A6708F96DC90}" destId="{69006A26-8F85-42FB-B0D9-581F83633F80}" srcOrd="1" destOrd="0" presId="urn:microsoft.com/office/officeart/2005/8/layout/orgChart1"/>
    <dgm:cxn modelId="{DD0D61DA-4456-4F92-89BA-469C94545D8E}" type="presParOf" srcId="{B55CBFE0-CC8B-4A8A-B4CA-E19D8C259E34}" destId="{1966F2B3-7E52-4EAB-A365-40702E5C5B02}" srcOrd="1" destOrd="0" presId="urn:microsoft.com/office/officeart/2005/8/layout/orgChart1"/>
    <dgm:cxn modelId="{9D056318-53AC-4563-B346-83963F5F8C80}" type="presParOf" srcId="{B55CBFE0-CC8B-4A8A-B4CA-E19D8C259E34}" destId="{82199BBB-E25D-4257-894A-C77CA9D068DA}" srcOrd="2" destOrd="0" presId="urn:microsoft.com/office/officeart/2005/8/layout/orgChart1"/>
    <dgm:cxn modelId="{4FEDAE66-4D3B-407B-916C-A9F7B281428E}" type="presParOf" srcId="{F2D3CC71-38B8-405F-848F-6B9C035D4487}" destId="{F71443B6-6A88-4155-BBF3-1AFC2E1585A1}" srcOrd="4" destOrd="0" presId="urn:microsoft.com/office/officeart/2005/8/layout/orgChart1"/>
    <dgm:cxn modelId="{26E5A7FA-DBA8-4D43-ADE8-7200E1B13A42}" type="presParOf" srcId="{F2D3CC71-38B8-405F-848F-6B9C035D4487}" destId="{6EBBE965-F609-4DBA-8D9A-7F6A00CB47FA}" srcOrd="5" destOrd="0" presId="urn:microsoft.com/office/officeart/2005/8/layout/orgChart1"/>
    <dgm:cxn modelId="{22CE9F9D-53D7-4782-BC8B-15015EE3A1B1}" type="presParOf" srcId="{6EBBE965-F609-4DBA-8D9A-7F6A00CB47FA}" destId="{63C1DE42-31D8-41CC-B558-6ED6479A44FF}" srcOrd="0" destOrd="0" presId="urn:microsoft.com/office/officeart/2005/8/layout/orgChart1"/>
    <dgm:cxn modelId="{99F63AC0-724E-4574-99B5-C9BBEB8BC5A7}" type="presParOf" srcId="{63C1DE42-31D8-41CC-B558-6ED6479A44FF}" destId="{E79ECDF5-9296-4B9F-8A46-6C91A86378CC}" srcOrd="0" destOrd="0" presId="urn:microsoft.com/office/officeart/2005/8/layout/orgChart1"/>
    <dgm:cxn modelId="{0A30310D-D76C-4564-9DD9-DD281DF59482}" type="presParOf" srcId="{63C1DE42-31D8-41CC-B558-6ED6479A44FF}" destId="{82AAD5F6-36B4-490B-AA85-F5217D9E6A1B}" srcOrd="1" destOrd="0" presId="urn:microsoft.com/office/officeart/2005/8/layout/orgChart1"/>
    <dgm:cxn modelId="{FE78BC51-DEE1-4412-AF02-BF8E0DDEFA7A}" type="presParOf" srcId="{6EBBE965-F609-4DBA-8D9A-7F6A00CB47FA}" destId="{3F31B9CB-745D-4DBC-8DA0-1967117BA7E5}" srcOrd="1" destOrd="0" presId="urn:microsoft.com/office/officeart/2005/8/layout/orgChart1"/>
    <dgm:cxn modelId="{74083533-31DC-4292-A981-5982904CE516}" type="presParOf" srcId="{6EBBE965-F609-4DBA-8D9A-7F6A00CB47FA}" destId="{BC235137-05BE-40EC-8829-F3ECACDFAD82}" srcOrd="2" destOrd="0" presId="urn:microsoft.com/office/officeart/2005/8/layout/orgChart1"/>
    <dgm:cxn modelId="{298662BA-1016-4A89-AA65-48CEB64A2F8B}" type="presParOf" srcId="{CCD75573-62AD-4B41-9D48-AB134EC7CE38}" destId="{C68EF89B-D3A1-443C-81CF-76D5896AA4CB}" srcOrd="2" destOrd="0" presId="urn:microsoft.com/office/officeart/2005/8/layout/orgChart1"/>
    <dgm:cxn modelId="{BA3C8FEC-6107-48A7-86CD-BB1EBF02ED0B}" type="presParOf" srcId="{872436EA-D468-44BB-819C-C876082FA8FC}" destId="{914DA391-8C21-48CA-B9FE-B6B9E7BB5228}" srcOrd="6" destOrd="0" presId="urn:microsoft.com/office/officeart/2005/8/layout/orgChart1"/>
    <dgm:cxn modelId="{613721B0-FD38-41D9-A464-13A63CA43749}" type="presParOf" srcId="{872436EA-D468-44BB-819C-C876082FA8FC}" destId="{D1C71A9B-7944-4A5D-883B-D28745402A83}" srcOrd="7" destOrd="0" presId="urn:microsoft.com/office/officeart/2005/8/layout/orgChart1"/>
    <dgm:cxn modelId="{3AE4D7D1-5BA6-4FE8-8A59-CA294B6DC8AF}" type="presParOf" srcId="{D1C71A9B-7944-4A5D-883B-D28745402A83}" destId="{19986C46-235E-4391-B4A3-CC41B617310C}" srcOrd="0" destOrd="0" presId="urn:microsoft.com/office/officeart/2005/8/layout/orgChart1"/>
    <dgm:cxn modelId="{1742EF45-8910-477A-9DAF-CD4E30D73BFD}" type="presParOf" srcId="{19986C46-235E-4391-B4A3-CC41B617310C}" destId="{F242E3B1-C6B0-4E30-8AE3-15F56CFFE95C}" srcOrd="0" destOrd="0" presId="urn:microsoft.com/office/officeart/2005/8/layout/orgChart1"/>
    <dgm:cxn modelId="{FC717146-05BB-4013-BD9A-BA600ECCD331}" type="presParOf" srcId="{19986C46-235E-4391-B4A3-CC41B617310C}" destId="{72DE32E3-1CCA-443F-B5AE-350DEC5D616C}" srcOrd="1" destOrd="0" presId="urn:microsoft.com/office/officeart/2005/8/layout/orgChart1"/>
    <dgm:cxn modelId="{650384AD-617A-4EDC-B444-8A6B5137856A}" type="presParOf" srcId="{D1C71A9B-7944-4A5D-883B-D28745402A83}" destId="{DDDD1C2F-8940-49CA-B956-C3024CD1BAF1}" srcOrd="1" destOrd="0" presId="urn:microsoft.com/office/officeart/2005/8/layout/orgChart1"/>
    <dgm:cxn modelId="{709BF589-6AA0-4F4A-AB4E-8E433D97D053}" type="presParOf" srcId="{DDDD1C2F-8940-49CA-B956-C3024CD1BAF1}" destId="{4B56D887-C8E7-41E7-A01A-23E84D2434C5}" srcOrd="0" destOrd="0" presId="urn:microsoft.com/office/officeart/2005/8/layout/orgChart1"/>
    <dgm:cxn modelId="{8CFF7A08-E62B-412E-AD2F-87F2F625B8F5}" type="presParOf" srcId="{DDDD1C2F-8940-49CA-B956-C3024CD1BAF1}" destId="{0219BD1F-29A1-4E15-A0F8-D5AE816FC0A8}" srcOrd="1" destOrd="0" presId="urn:microsoft.com/office/officeart/2005/8/layout/orgChart1"/>
    <dgm:cxn modelId="{F5558439-B433-41E4-8EEE-504A863A1937}" type="presParOf" srcId="{0219BD1F-29A1-4E15-A0F8-D5AE816FC0A8}" destId="{3CC56E52-D9A0-4FD2-A51A-2C6916BB35A6}" srcOrd="0" destOrd="0" presId="urn:microsoft.com/office/officeart/2005/8/layout/orgChart1"/>
    <dgm:cxn modelId="{6265724D-7181-453C-812D-E4168A3700E3}" type="presParOf" srcId="{3CC56E52-D9A0-4FD2-A51A-2C6916BB35A6}" destId="{03F811EC-4062-4457-BF57-25C49680D4D8}" srcOrd="0" destOrd="0" presId="urn:microsoft.com/office/officeart/2005/8/layout/orgChart1"/>
    <dgm:cxn modelId="{7DE6730F-9DE4-458F-8D45-67BC69E26CB3}" type="presParOf" srcId="{3CC56E52-D9A0-4FD2-A51A-2C6916BB35A6}" destId="{B34601A6-201C-4B99-A7DE-2AE9DBF9A14B}" srcOrd="1" destOrd="0" presId="urn:microsoft.com/office/officeart/2005/8/layout/orgChart1"/>
    <dgm:cxn modelId="{CC69249A-E42B-490E-8CFC-DE56923E1D0D}" type="presParOf" srcId="{0219BD1F-29A1-4E15-A0F8-D5AE816FC0A8}" destId="{B6275143-84E0-4B5B-9E63-86F464396975}" srcOrd="1" destOrd="0" presId="urn:microsoft.com/office/officeart/2005/8/layout/orgChart1"/>
    <dgm:cxn modelId="{A214A393-09E3-44D9-826E-2AF79E0CBBEB}" type="presParOf" srcId="{0219BD1F-29A1-4E15-A0F8-D5AE816FC0A8}" destId="{ECC66E20-D06E-488E-A96E-2B004CDF06F6}" srcOrd="2" destOrd="0" presId="urn:microsoft.com/office/officeart/2005/8/layout/orgChart1"/>
    <dgm:cxn modelId="{891C3473-DD9B-45CE-953B-B61204EAE421}" type="presParOf" srcId="{DDDD1C2F-8940-49CA-B956-C3024CD1BAF1}" destId="{CBAC8F8E-CCEF-4BAF-865B-18C4B1EFDF48}" srcOrd="2" destOrd="0" presId="urn:microsoft.com/office/officeart/2005/8/layout/orgChart1"/>
    <dgm:cxn modelId="{DC097B1C-6D6D-4456-BB95-00E3D898CD26}" type="presParOf" srcId="{DDDD1C2F-8940-49CA-B956-C3024CD1BAF1}" destId="{5BA6963B-0C75-4FEC-96F8-55CB9CA2C78A}" srcOrd="3" destOrd="0" presId="urn:microsoft.com/office/officeart/2005/8/layout/orgChart1"/>
    <dgm:cxn modelId="{A8FA22A2-027B-4397-9FBA-E730AD07AA33}" type="presParOf" srcId="{5BA6963B-0C75-4FEC-96F8-55CB9CA2C78A}" destId="{8CC7486A-6072-4256-990F-0121894CCE34}" srcOrd="0" destOrd="0" presId="urn:microsoft.com/office/officeart/2005/8/layout/orgChart1"/>
    <dgm:cxn modelId="{218C1AB8-28F1-41E4-9704-20D408DF45AF}" type="presParOf" srcId="{8CC7486A-6072-4256-990F-0121894CCE34}" destId="{DB04B4A3-7F62-4678-8680-53F2F08D7385}" srcOrd="0" destOrd="0" presId="urn:microsoft.com/office/officeart/2005/8/layout/orgChart1"/>
    <dgm:cxn modelId="{30F90A3D-AFB3-485C-A403-120D787A24CD}" type="presParOf" srcId="{8CC7486A-6072-4256-990F-0121894CCE34}" destId="{DAF30D38-1FDE-4395-BE22-48D4B629DAA2}" srcOrd="1" destOrd="0" presId="urn:microsoft.com/office/officeart/2005/8/layout/orgChart1"/>
    <dgm:cxn modelId="{58796D13-B30D-453B-88C1-56B4F8899941}" type="presParOf" srcId="{5BA6963B-0C75-4FEC-96F8-55CB9CA2C78A}" destId="{CF1647D6-2E52-465B-94D5-2FC7C3FE9C20}" srcOrd="1" destOrd="0" presId="urn:microsoft.com/office/officeart/2005/8/layout/orgChart1"/>
    <dgm:cxn modelId="{C75B6E1F-7568-408B-B3DF-63FCFC258022}" type="presParOf" srcId="{5BA6963B-0C75-4FEC-96F8-55CB9CA2C78A}" destId="{61B166F6-DDFB-4E94-A5E6-126AFD554B40}" srcOrd="2" destOrd="0" presId="urn:microsoft.com/office/officeart/2005/8/layout/orgChart1"/>
    <dgm:cxn modelId="{6A76144E-BE17-4AA0-B14A-E879F8A79B50}" type="presParOf" srcId="{D1C71A9B-7944-4A5D-883B-D28745402A83}" destId="{49BD7932-EAA6-4C56-A97B-0084750E89FA}" srcOrd="2" destOrd="0" presId="urn:microsoft.com/office/officeart/2005/8/layout/orgChart1"/>
    <dgm:cxn modelId="{A5D2E994-1807-4816-B325-46890266D4DE}" type="presParOf" srcId="{872436EA-D468-44BB-819C-C876082FA8FC}" destId="{15217836-79A5-481F-B7B7-A76E668467E4}" srcOrd="8" destOrd="0" presId="urn:microsoft.com/office/officeart/2005/8/layout/orgChart1"/>
    <dgm:cxn modelId="{D74C8A70-B092-4A83-AC62-1209BB23E34B}" type="presParOf" srcId="{872436EA-D468-44BB-819C-C876082FA8FC}" destId="{B811D1DC-F636-4F6F-9BDF-0EEAA0B2CE07}" srcOrd="9" destOrd="0" presId="urn:microsoft.com/office/officeart/2005/8/layout/orgChart1"/>
    <dgm:cxn modelId="{519728D4-06E6-4F9C-AB03-DFC9BB24485F}" type="presParOf" srcId="{B811D1DC-F636-4F6F-9BDF-0EEAA0B2CE07}" destId="{4C8C7925-94D0-4D88-A774-FE33A0BD6A63}" srcOrd="0" destOrd="0" presId="urn:microsoft.com/office/officeart/2005/8/layout/orgChart1"/>
    <dgm:cxn modelId="{78228208-5E34-4925-8374-6413260C2FB8}" type="presParOf" srcId="{4C8C7925-94D0-4D88-A774-FE33A0BD6A63}" destId="{21E03D6C-76CE-48DC-9E3F-AEB360207F99}" srcOrd="0" destOrd="0" presId="urn:microsoft.com/office/officeart/2005/8/layout/orgChart1"/>
    <dgm:cxn modelId="{58AB3AA4-0FC0-4C19-9F1A-FF1DD3A9E071}" type="presParOf" srcId="{4C8C7925-94D0-4D88-A774-FE33A0BD6A63}" destId="{41D1000F-C7D0-4602-B88B-701372CF5D58}" srcOrd="1" destOrd="0" presId="urn:microsoft.com/office/officeart/2005/8/layout/orgChart1"/>
    <dgm:cxn modelId="{ECFC8F4C-F863-44E8-A9BE-3C13D303B06C}" type="presParOf" srcId="{B811D1DC-F636-4F6F-9BDF-0EEAA0B2CE07}" destId="{FCD49BA9-4C6F-47FE-99F6-628252C321DE}" srcOrd="1" destOrd="0" presId="urn:microsoft.com/office/officeart/2005/8/layout/orgChart1"/>
    <dgm:cxn modelId="{14571DFF-DB71-4604-9292-7F61784496C2}" type="presParOf" srcId="{FCD49BA9-4C6F-47FE-99F6-628252C321DE}" destId="{BD81AC68-F455-492B-AAD3-FACEE6880A8A}" srcOrd="0" destOrd="0" presId="urn:microsoft.com/office/officeart/2005/8/layout/orgChart1"/>
    <dgm:cxn modelId="{D6D18D12-B6D0-494D-9FBD-8E7B6BA6875B}" type="presParOf" srcId="{FCD49BA9-4C6F-47FE-99F6-628252C321DE}" destId="{D3F9E267-BB03-4571-BA0B-A1862DAFC6D6}" srcOrd="1" destOrd="0" presId="urn:microsoft.com/office/officeart/2005/8/layout/orgChart1"/>
    <dgm:cxn modelId="{C7754BA8-C7F2-4308-BB69-C0F95910435A}" type="presParOf" srcId="{D3F9E267-BB03-4571-BA0B-A1862DAFC6D6}" destId="{FA3A942A-CF7D-46C2-A49E-3764DC08F64F}" srcOrd="0" destOrd="0" presId="urn:microsoft.com/office/officeart/2005/8/layout/orgChart1"/>
    <dgm:cxn modelId="{19EE874D-4116-498E-AAA0-82ADFA6CC985}" type="presParOf" srcId="{FA3A942A-CF7D-46C2-A49E-3764DC08F64F}" destId="{440CCC5E-5264-41E3-8287-451623234BE5}" srcOrd="0" destOrd="0" presId="urn:microsoft.com/office/officeart/2005/8/layout/orgChart1"/>
    <dgm:cxn modelId="{79044B47-8F3B-4D96-A8CD-694FC18DE205}" type="presParOf" srcId="{FA3A942A-CF7D-46C2-A49E-3764DC08F64F}" destId="{6E69A6BE-3599-421E-B014-5915AB3052E8}" srcOrd="1" destOrd="0" presId="urn:microsoft.com/office/officeart/2005/8/layout/orgChart1"/>
    <dgm:cxn modelId="{1A69D0AD-BE19-4847-AB64-7B75D5362C6F}" type="presParOf" srcId="{D3F9E267-BB03-4571-BA0B-A1862DAFC6D6}" destId="{F84E5A69-B029-4978-8BE7-7CCF8EAAD5B0}" srcOrd="1" destOrd="0" presId="urn:microsoft.com/office/officeart/2005/8/layout/orgChart1"/>
    <dgm:cxn modelId="{984B6274-05D4-4417-815B-B746026FF7BE}" type="presParOf" srcId="{D3F9E267-BB03-4571-BA0B-A1862DAFC6D6}" destId="{AAFF6881-3E16-4BE3-925C-0F5E0DAD3077}" srcOrd="2" destOrd="0" presId="urn:microsoft.com/office/officeart/2005/8/layout/orgChart1"/>
    <dgm:cxn modelId="{760FF0EE-441A-4944-917D-2D7D90D71183}" type="presParOf" srcId="{B811D1DC-F636-4F6F-9BDF-0EEAA0B2CE07}" destId="{2E0BBB67-2E1E-4A75-B824-659E1D855470}" srcOrd="2" destOrd="0" presId="urn:microsoft.com/office/officeart/2005/8/layout/orgChart1"/>
    <dgm:cxn modelId="{F71CB2E9-AF2F-4E2B-8E6D-7F83191625C4}" type="presParOf" srcId="{872436EA-D468-44BB-819C-C876082FA8FC}" destId="{1D239428-C0F6-48D3-8814-F1A9581CD0D0}" srcOrd="10" destOrd="0" presId="urn:microsoft.com/office/officeart/2005/8/layout/orgChart1"/>
    <dgm:cxn modelId="{29CE7AA9-CB33-4545-ACCC-BFAA7585584F}" type="presParOf" srcId="{872436EA-D468-44BB-819C-C876082FA8FC}" destId="{A87D5652-4932-4040-B49A-4C3CF5EB4442}" srcOrd="11" destOrd="0" presId="urn:microsoft.com/office/officeart/2005/8/layout/orgChart1"/>
    <dgm:cxn modelId="{959056A3-4A42-46E9-8E0D-BC8F23B6A61A}" type="presParOf" srcId="{A87D5652-4932-4040-B49A-4C3CF5EB4442}" destId="{D20A0080-F44C-4C46-AEF9-1D27749398FD}" srcOrd="0" destOrd="0" presId="urn:microsoft.com/office/officeart/2005/8/layout/orgChart1"/>
    <dgm:cxn modelId="{E013AE3B-B1DF-4CD4-BAB1-6A98E79D012B}" type="presParOf" srcId="{D20A0080-F44C-4C46-AEF9-1D27749398FD}" destId="{94BDBD42-F54C-4925-A9A0-22705F27E1B0}" srcOrd="0" destOrd="0" presId="urn:microsoft.com/office/officeart/2005/8/layout/orgChart1"/>
    <dgm:cxn modelId="{8D89288D-1C6F-4581-94AF-D14F2873FFAA}" type="presParOf" srcId="{D20A0080-F44C-4C46-AEF9-1D27749398FD}" destId="{A2ED5333-3572-49AC-BE9B-B94497A611EA}" srcOrd="1" destOrd="0" presId="urn:microsoft.com/office/officeart/2005/8/layout/orgChart1"/>
    <dgm:cxn modelId="{31027B41-5E01-4F8E-9599-A38658467FF9}" type="presParOf" srcId="{A87D5652-4932-4040-B49A-4C3CF5EB4442}" destId="{BEC9A5C0-661A-4765-BAFD-61F6C887C649}" srcOrd="1" destOrd="0" presId="urn:microsoft.com/office/officeart/2005/8/layout/orgChart1"/>
    <dgm:cxn modelId="{73771F57-6CE8-406F-8C65-F18D4D8E9D69}" type="presParOf" srcId="{BEC9A5C0-661A-4765-BAFD-61F6C887C649}" destId="{F5725EA8-0677-4E19-9698-BC16AFB532A8}" srcOrd="0" destOrd="0" presId="urn:microsoft.com/office/officeart/2005/8/layout/orgChart1"/>
    <dgm:cxn modelId="{2F52862D-07E9-41B2-8172-811555D2FFCC}" type="presParOf" srcId="{BEC9A5C0-661A-4765-BAFD-61F6C887C649}" destId="{0F2FA025-4E56-4E1D-B476-03FDF179C5D6}" srcOrd="1" destOrd="0" presId="urn:microsoft.com/office/officeart/2005/8/layout/orgChart1"/>
    <dgm:cxn modelId="{F3DFDCA1-8E69-4A2D-A668-23D9011A6A78}" type="presParOf" srcId="{0F2FA025-4E56-4E1D-B476-03FDF179C5D6}" destId="{C3D9B2A2-078E-4B4C-B74C-81C7EBA4D613}" srcOrd="0" destOrd="0" presId="urn:microsoft.com/office/officeart/2005/8/layout/orgChart1"/>
    <dgm:cxn modelId="{7363718F-EF36-409E-9859-E98BABDDF127}" type="presParOf" srcId="{C3D9B2A2-078E-4B4C-B74C-81C7EBA4D613}" destId="{50CCF037-D96A-4583-AD66-DE6F15D55B74}" srcOrd="0" destOrd="0" presId="urn:microsoft.com/office/officeart/2005/8/layout/orgChart1"/>
    <dgm:cxn modelId="{A9F3F12E-4D4D-4755-9B64-F99BF1E3F8A0}" type="presParOf" srcId="{C3D9B2A2-078E-4B4C-B74C-81C7EBA4D613}" destId="{2B621F2F-1747-444A-A933-145F685236FA}" srcOrd="1" destOrd="0" presId="urn:microsoft.com/office/officeart/2005/8/layout/orgChart1"/>
    <dgm:cxn modelId="{12AF199A-B41E-43E9-8268-37AE61447579}" type="presParOf" srcId="{0F2FA025-4E56-4E1D-B476-03FDF179C5D6}" destId="{B6FB4E49-BDD8-4226-9627-EB491DEFB8E2}" srcOrd="1" destOrd="0" presId="urn:microsoft.com/office/officeart/2005/8/layout/orgChart1"/>
    <dgm:cxn modelId="{633C4DCF-0D3D-40F0-8AC2-690FEE52FFA6}" type="presParOf" srcId="{0F2FA025-4E56-4E1D-B476-03FDF179C5D6}" destId="{B521642E-FBF9-4240-96EB-1F4A46046496}" srcOrd="2" destOrd="0" presId="urn:microsoft.com/office/officeart/2005/8/layout/orgChart1"/>
    <dgm:cxn modelId="{E1E9A36F-E506-4905-964C-D7BA180766E2}" type="presParOf" srcId="{A87D5652-4932-4040-B49A-4C3CF5EB4442}" destId="{3519570F-5B5B-4644-AC00-5162584C3F09}" srcOrd="2" destOrd="0" presId="urn:microsoft.com/office/officeart/2005/8/layout/orgChart1"/>
    <dgm:cxn modelId="{70992BA9-83FB-4043-9B46-903021CEA780}" type="presParOf" srcId="{BCACC5CB-4961-451D-B2B2-79A000E10DD9}" destId="{4F13C5D7-E124-4679-AD27-65536DF785C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39428-C0F6-48D3-8814-F1A9581CD0D0}">
      <dsp:nvSpPr>
        <dsp:cNvPr id="0" name=""/>
        <dsp:cNvSpPr/>
      </dsp:nvSpPr>
      <dsp:spPr>
        <a:xfrm>
          <a:off x="4265612" y="2387619"/>
          <a:ext cx="3658243" cy="253960"/>
        </a:xfrm>
        <a:custGeom>
          <a:avLst/>
          <a:gdLst/>
          <a:ahLst/>
          <a:cxnLst/>
          <a:rect l="0" t="0" r="0" b="0"/>
          <a:pathLst>
            <a:path>
              <a:moveTo>
                <a:pt x="0" y="0"/>
              </a:moveTo>
              <a:lnTo>
                <a:pt x="0" y="126980"/>
              </a:lnTo>
              <a:lnTo>
                <a:pt x="3658243" y="126980"/>
              </a:lnTo>
              <a:lnTo>
                <a:pt x="3658243"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217836-79A5-481F-B7B7-A76E668467E4}">
      <dsp:nvSpPr>
        <dsp:cNvPr id="0" name=""/>
        <dsp:cNvSpPr/>
      </dsp:nvSpPr>
      <dsp:spPr>
        <a:xfrm>
          <a:off x="4265612" y="2387619"/>
          <a:ext cx="2194945" cy="253960"/>
        </a:xfrm>
        <a:custGeom>
          <a:avLst/>
          <a:gdLst/>
          <a:ahLst/>
          <a:cxnLst/>
          <a:rect l="0" t="0" r="0" b="0"/>
          <a:pathLst>
            <a:path>
              <a:moveTo>
                <a:pt x="0" y="0"/>
              </a:moveTo>
              <a:lnTo>
                <a:pt x="0" y="126980"/>
              </a:lnTo>
              <a:lnTo>
                <a:pt x="2194945" y="126980"/>
              </a:lnTo>
              <a:lnTo>
                <a:pt x="2194945"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DA391-8C21-48CA-B9FE-B6B9E7BB5228}">
      <dsp:nvSpPr>
        <dsp:cNvPr id="0" name=""/>
        <dsp:cNvSpPr/>
      </dsp:nvSpPr>
      <dsp:spPr>
        <a:xfrm>
          <a:off x="4265612" y="2387619"/>
          <a:ext cx="731648" cy="253960"/>
        </a:xfrm>
        <a:custGeom>
          <a:avLst/>
          <a:gdLst/>
          <a:ahLst/>
          <a:cxnLst/>
          <a:rect l="0" t="0" r="0" b="0"/>
          <a:pathLst>
            <a:path>
              <a:moveTo>
                <a:pt x="0" y="0"/>
              </a:moveTo>
              <a:lnTo>
                <a:pt x="0" y="126980"/>
              </a:lnTo>
              <a:lnTo>
                <a:pt x="731648" y="126980"/>
              </a:lnTo>
              <a:lnTo>
                <a:pt x="731648"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8C3A8A-B87C-4C30-98D5-7984F3717BBC}">
      <dsp:nvSpPr>
        <dsp:cNvPr id="0" name=""/>
        <dsp:cNvSpPr/>
      </dsp:nvSpPr>
      <dsp:spPr>
        <a:xfrm>
          <a:off x="3533963" y="2387619"/>
          <a:ext cx="731648" cy="253960"/>
        </a:xfrm>
        <a:custGeom>
          <a:avLst/>
          <a:gdLst/>
          <a:ahLst/>
          <a:cxnLst/>
          <a:rect l="0" t="0" r="0" b="0"/>
          <a:pathLst>
            <a:path>
              <a:moveTo>
                <a:pt x="731648" y="0"/>
              </a:moveTo>
              <a:lnTo>
                <a:pt x="731648" y="126980"/>
              </a:lnTo>
              <a:lnTo>
                <a:pt x="0" y="126980"/>
              </a:lnTo>
              <a:lnTo>
                <a:pt x="0"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0E6007-8988-42FD-AD40-FCF12D91D057}">
      <dsp:nvSpPr>
        <dsp:cNvPr id="0" name=""/>
        <dsp:cNvSpPr/>
      </dsp:nvSpPr>
      <dsp:spPr>
        <a:xfrm>
          <a:off x="2070666" y="2387619"/>
          <a:ext cx="2194945" cy="253960"/>
        </a:xfrm>
        <a:custGeom>
          <a:avLst/>
          <a:gdLst/>
          <a:ahLst/>
          <a:cxnLst/>
          <a:rect l="0" t="0" r="0" b="0"/>
          <a:pathLst>
            <a:path>
              <a:moveTo>
                <a:pt x="2194945" y="0"/>
              </a:moveTo>
              <a:lnTo>
                <a:pt x="2194945" y="126980"/>
              </a:lnTo>
              <a:lnTo>
                <a:pt x="0" y="126980"/>
              </a:lnTo>
              <a:lnTo>
                <a:pt x="0"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FD2496-0443-40DC-9178-BA4AA62F1A18}">
      <dsp:nvSpPr>
        <dsp:cNvPr id="0" name=""/>
        <dsp:cNvSpPr/>
      </dsp:nvSpPr>
      <dsp:spPr>
        <a:xfrm>
          <a:off x="607369" y="2387619"/>
          <a:ext cx="3658243" cy="253960"/>
        </a:xfrm>
        <a:custGeom>
          <a:avLst/>
          <a:gdLst/>
          <a:ahLst/>
          <a:cxnLst/>
          <a:rect l="0" t="0" r="0" b="0"/>
          <a:pathLst>
            <a:path>
              <a:moveTo>
                <a:pt x="3658243" y="0"/>
              </a:moveTo>
              <a:lnTo>
                <a:pt x="3658243" y="126980"/>
              </a:lnTo>
              <a:lnTo>
                <a:pt x="0" y="126980"/>
              </a:lnTo>
              <a:lnTo>
                <a:pt x="0" y="253960"/>
              </a:lnTo>
            </a:path>
          </a:pathLst>
        </a:custGeom>
        <a:noFill/>
        <a:ln w="19050" cap="flat" cmpd="sng" algn="ctr">
          <a:solidFill>
            <a:schemeClr val="accent5">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3D0665-81FA-42E6-A68D-A9DBFD37BDA4}">
      <dsp:nvSpPr>
        <dsp:cNvPr id="0" name=""/>
        <dsp:cNvSpPr/>
      </dsp:nvSpPr>
      <dsp:spPr>
        <a:xfrm>
          <a:off x="3660944" y="1782951"/>
          <a:ext cx="1209336" cy="604668"/>
        </a:xfrm>
        <a:prstGeom prst="rect">
          <a:avLst/>
        </a:prstGeom>
        <a:solidFill>
          <a:schemeClr val="accent5">
            <a:shade val="6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None/>
          </a:pPr>
          <a:r>
            <a:rPr lang="en-US" sz="1400" b="0" i="0" kern="1200" dirty="0"/>
            <a:t>"Create WhatsApp Group"</a:t>
          </a:r>
          <a:endParaRPr lang="en-PK" sz="1400" kern="1200" dirty="0"/>
        </a:p>
      </dsp:txBody>
      <dsp:txXfrm>
        <a:off x="3660944" y="1782951"/>
        <a:ext cx="1209336" cy="604668"/>
      </dsp:txXfrm>
    </dsp:sp>
    <dsp:sp modelId="{54E2BD22-3B60-4FBD-BF53-A524B40F4641}">
      <dsp:nvSpPr>
        <dsp:cNvPr id="0" name=""/>
        <dsp:cNvSpPr/>
      </dsp:nvSpPr>
      <dsp:spPr>
        <a:xfrm>
          <a:off x="2701"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1: Create a group</a:t>
          </a:r>
        </a:p>
      </dsp:txBody>
      <dsp:txXfrm>
        <a:off x="2701" y="2641580"/>
        <a:ext cx="1209336" cy="604668"/>
      </dsp:txXfrm>
    </dsp:sp>
    <dsp:sp modelId="{C7D94BF7-2680-49C5-84BD-B60881DC96F5}">
      <dsp:nvSpPr>
        <dsp:cNvPr id="0" name=""/>
        <dsp:cNvSpPr/>
      </dsp:nvSpPr>
      <dsp:spPr>
        <a:xfrm>
          <a:off x="1465998"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2: Add members</a:t>
          </a:r>
        </a:p>
      </dsp:txBody>
      <dsp:txXfrm>
        <a:off x="1465998" y="2641580"/>
        <a:ext cx="1209336" cy="604668"/>
      </dsp:txXfrm>
    </dsp:sp>
    <dsp:sp modelId="{AA7C4484-0638-4F2F-9F81-3AAF4BC01D71}">
      <dsp:nvSpPr>
        <dsp:cNvPr id="0" name=""/>
        <dsp:cNvSpPr/>
      </dsp:nvSpPr>
      <dsp:spPr>
        <a:xfrm>
          <a:off x="2929295"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3: Customize group</a:t>
          </a:r>
        </a:p>
      </dsp:txBody>
      <dsp:txXfrm>
        <a:off x="2929295" y="2641580"/>
        <a:ext cx="1209336" cy="604668"/>
      </dsp:txXfrm>
    </dsp:sp>
    <dsp:sp modelId="{F242E3B1-C6B0-4E30-8AE3-15F56CFFE95C}">
      <dsp:nvSpPr>
        <dsp:cNvPr id="0" name=""/>
        <dsp:cNvSpPr/>
      </dsp:nvSpPr>
      <dsp:spPr>
        <a:xfrm>
          <a:off x="4392592"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4: Set disappearing messages</a:t>
          </a:r>
        </a:p>
      </dsp:txBody>
      <dsp:txXfrm>
        <a:off x="4392592" y="2641580"/>
        <a:ext cx="1209336" cy="604668"/>
      </dsp:txXfrm>
    </dsp:sp>
    <dsp:sp modelId="{21E03D6C-76CE-48DC-9E3F-AEB360207F99}">
      <dsp:nvSpPr>
        <dsp:cNvPr id="0" name=""/>
        <dsp:cNvSpPr/>
      </dsp:nvSpPr>
      <dsp:spPr>
        <a:xfrm>
          <a:off x="5855890"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5: Configure group permissions</a:t>
          </a:r>
        </a:p>
      </dsp:txBody>
      <dsp:txXfrm>
        <a:off x="5855890" y="2641580"/>
        <a:ext cx="1209336" cy="604668"/>
      </dsp:txXfrm>
    </dsp:sp>
    <dsp:sp modelId="{94BDBD42-F54C-4925-A9A0-22705F27E1B0}">
      <dsp:nvSpPr>
        <dsp:cNvPr id="0" name=""/>
        <dsp:cNvSpPr/>
      </dsp:nvSpPr>
      <dsp:spPr>
        <a:xfrm>
          <a:off x="7319187" y="2641580"/>
          <a:ext cx="1209336" cy="604668"/>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t" anchorCtr="0">
          <a:noAutofit/>
        </a:bodyPr>
        <a:lstStyle/>
        <a:p>
          <a:pPr marL="0" lvl="0" indent="0" algn="ctr" defTabSz="622300">
            <a:lnSpc>
              <a:spcPct val="90000"/>
            </a:lnSpc>
            <a:spcBef>
              <a:spcPct val="0"/>
            </a:spcBef>
            <a:spcAft>
              <a:spcPct val="35000"/>
            </a:spcAft>
            <a:buFont typeface="+mj-lt"/>
            <a:buNone/>
          </a:pPr>
          <a:r>
            <a:rPr lang="en-US" sz="1400" b="0" i="0" kern="1200" dirty="0"/>
            <a:t>Step 6: Finalize group creation</a:t>
          </a:r>
        </a:p>
      </dsp:txBody>
      <dsp:txXfrm>
        <a:off x="7319187" y="2641580"/>
        <a:ext cx="1209336" cy="6046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725EA8-0677-4E19-9698-BC16AFB532A8}">
      <dsp:nvSpPr>
        <dsp:cNvPr id="0" name=""/>
        <dsp:cNvSpPr/>
      </dsp:nvSpPr>
      <dsp:spPr>
        <a:xfrm>
          <a:off x="6866616"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239428-C0F6-48D3-8814-F1A9581CD0D0}">
      <dsp:nvSpPr>
        <dsp:cNvPr id="0" name=""/>
        <dsp:cNvSpPr/>
      </dsp:nvSpPr>
      <dsp:spPr>
        <a:xfrm>
          <a:off x="3937204" y="942218"/>
          <a:ext cx="3375799" cy="234353"/>
        </a:xfrm>
        <a:custGeom>
          <a:avLst/>
          <a:gdLst/>
          <a:ahLst/>
          <a:cxnLst/>
          <a:rect l="0" t="0" r="0" b="0"/>
          <a:pathLst>
            <a:path>
              <a:moveTo>
                <a:pt x="0" y="0"/>
              </a:moveTo>
              <a:lnTo>
                <a:pt x="0" y="117176"/>
              </a:lnTo>
              <a:lnTo>
                <a:pt x="3375799" y="117176"/>
              </a:lnTo>
              <a:lnTo>
                <a:pt x="3375799"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81AC68-F455-492B-AAD3-FACEE6880A8A}">
      <dsp:nvSpPr>
        <dsp:cNvPr id="0" name=""/>
        <dsp:cNvSpPr/>
      </dsp:nvSpPr>
      <dsp:spPr>
        <a:xfrm>
          <a:off x="5516297"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217836-79A5-481F-B7B7-A76E668467E4}">
      <dsp:nvSpPr>
        <dsp:cNvPr id="0" name=""/>
        <dsp:cNvSpPr/>
      </dsp:nvSpPr>
      <dsp:spPr>
        <a:xfrm>
          <a:off x="3937204" y="942218"/>
          <a:ext cx="2025479" cy="234353"/>
        </a:xfrm>
        <a:custGeom>
          <a:avLst/>
          <a:gdLst/>
          <a:ahLst/>
          <a:cxnLst/>
          <a:rect l="0" t="0" r="0" b="0"/>
          <a:pathLst>
            <a:path>
              <a:moveTo>
                <a:pt x="0" y="0"/>
              </a:moveTo>
              <a:lnTo>
                <a:pt x="0" y="117176"/>
              </a:lnTo>
              <a:lnTo>
                <a:pt x="2025479" y="117176"/>
              </a:lnTo>
              <a:lnTo>
                <a:pt x="2025479"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AC8F8E-CCEF-4BAF-865B-18C4B1EFDF48}">
      <dsp:nvSpPr>
        <dsp:cNvPr id="0" name=""/>
        <dsp:cNvSpPr/>
      </dsp:nvSpPr>
      <dsp:spPr>
        <a:xfrm>
          <a:off x="4165977" y="1734555"/>
          <a:ext cx="167395" cy="1305681"/>
        </a:xfrm>
        <a:custGeom>
          <a:avLst/>
          <a:gdLst/>
          <a:ahLst/>
          <a:cxnLst/>
          <a:rect l="0" t="0" r="0" b="0"/>
          <a:pathLst>
            <a:path>
              <a:moveTo>
                <a:pt x="0" y="0"/>
              </a:moveTo>
              <a:lnTo>
                <a:pt x="0" y="1305681"/>
              </a:lnTo>
              <a:lnTo>
                <a:pt x="167395" y="1305681"/>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56D887-C8E7-41E7-A01A-23E84D2434C5}">
      <dsp:nvSpPr>
        <dsp:cNvPr id="0" name=""/>
        <dsp:cNvSpPr/>
      </dsp:nvSpPr>
      <dsp:spPr>
        <a:xfrm>
          <a:off x="4165977"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DA391-8C21-48CA-B9FE-B6B9E7BB5228}">
      <dsp:nvSpPr>
        <dsp:cNvPr id="0" name=""/>
        <dsp:cNvSpPr/>
      </dsp:nvSpPr>
      <dsp:spPr>
        <a:xfrm>
          <a:off x="3937204" y="942218"/>
          <a:ext cx="675159" cy="234353"/>
        </a:xfrm>
        <a:custGeom>
          <a:avLst/>
          <a:gdLst/>
          <a:ahLst/>
          <a:cxnLst/>
          <a:rect l="0" t="0" r="0" b="0"/>
          <a:pathLst>
            <a:path>
              <a:moveTo>
                <a:pt x="0" y="0"/>
              </a:moveTo>
              <a:lnTo>
                <a:pt x="0" y="117176"/>
              </a:lnTo>
              <a:lnTo>
                <a:pt x="675159" y="117176"/>
              </a:lnTo>
              <a:lnTo>
                <a:pt x="675159"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1443B6-6A88-4155-BBF3-1AFC2E1585A1}">
      <dsp:nvSpPr>
        <dsp:cNvPr id="0" name=""/>
        <dsp:cNvSpPr/>
      </dsp:nvSpPr>
      <dsp:spPr>
        <a:xfrm>
          <a:off x="2815657" y="1734555"/>
          <a:ext cx="167395" cy="2098017"/>
        </a:xfrm>
        <a:custGeom>
          <a:avLst/>
          <a:gdLst/>
          <a:ahLst/>
          <a:cxnLst/>
          <a:rect l="0" t="0" r="0" b="0"/>
          <a:pathLst>
            <a:path>
              <a:moveTo>
                <a:pt x="0" y="0"/>
              </a:moveTo>
              <a:lnTo>
                <a:pt x="0" y="2098017"/>
              </a:lnTo>
              <a:lnTo>
                <a:pt x="167395" y="2098017"/>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771CB9-0155-427C-971A-2A893CDD3C9C}">
      <dsp:nvSpPr>
        <dsp:cNvPr id="0" name=""/>
        <dsp:cNvSpPr/>
      </dsp:nvSpPr>
      <dsp:spPr>
        <a:xfrm>
          <a:off x="2815657" y="1734555"/>
          <a:ext cx="167395" cy="1305681"/>
        </a:xfrm>
        <a:custGeom>
          <a:avLst/>
          <a:gdLst/>
          <a:ahLst/>
          <a:cxnLst/>
          <a:rect l="0" t="0" r="0" b="0"/>
          <a:pathLst>
            <a:path>
              <a:moveTo>
                <a:pt x="0" y="0"/>
              </a:moveTo>
              <a:lnTo>
                <a:pt x="0" y="1305681"/>
              </a:lnTo>
              <a:lnTo>
                <a:pt x="167395" y="1305681"/>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0CADE7-7C79-4CED-9A0B-B4875C31C651}">
      <dsp:nvSpPr>
        <dsp:cNvPr id="0" name=""/>
        <dsp:cNvSpPr/>
      </dsp:nvSpPr>
      <dsp:spPr>
        <a:xfrm>
          <a:off x="2815657"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8C3A8A-B87C-4C30-98D5-7984F3717BBC}">
      <dsp:nvSpPr>
        <dsp:cNvPr id="0" name=""/>
        <dsp:cNvSpPr/>
      </dsp:nvSpPr>
      <dsp:spPr>
        <a:xfrm>
          <a:off x="3262044" y="942218"/>
          <a:ext cx="675159" cy="234353"/>
        </a:xfrm>
        <a:custGeom>
          <a:avLst/>
          <a:gdLst/>
          <a:ahLst/>
          <a:cxnLst/>
          <a:rect l="0" t="0" r="0" b="0"/>
          <a:pathLst>
            <a:path>
              <a:moveTo>
                <a:pt x="675159" y="0"/>
              </a:moveTo>
              <a:lnTo>
                <a:pt x="675159" y="117176"/>
              </a:lnTo>
              <a:lnTo>
                <a:pt x="0" y="117176"/>
              </a:lnTo>
              <a:lnTo>
                <a:pt x="0"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5C754-1121-4857-8EBB-07192D2B54C2}">
      <dsp:nvSpPr>
        <dsp:cNvPr id="0" name=""/>
        <dsp:cNvSpPr/>
      </dsp:nvSpPr>
      <dsp:spPr>
        <a:xfrm>
          <a:off x="1465337" y="1734555"/>
          <a:ext cx="167395" cy="1305681"/>
        </a:xfrm>
        <a:custGeom>
          <a:avLst/>
          <a:gdLst/>
          <a:ahLst/>
          <a:cxnLst/>
          <a:rect l="0" t="0" r="0" b="0"/>
          <a:pathLst>
            <a:path>
              <a:moveTo>
                <a:pt x="0" y="0"/>
              </a:moveTo>
              <a:lnTo>
                <a:pt x="0" y="1305681"/>
              </a:lnTo>
              <a:lnTo>
                <a:pt x="167395" y="1305681"/>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480E2A-7063-407E-812C-96D507BBC56B}">
      <dsp:nvSpPr>
        <dsp:cNvPr id="0" name=""/>
        <dsp:cNvSpPr/>
      </dsp:nvSpPr>
      <dsp:spPr>
        <a:xfrm>
          <a:off x="1465337"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0E6007-8988-42FD-AD40-FCF12D91D057}">
      <dsp:nvSpPr>
        <dsp:cNvPr id="0" name=""/>
        <dsp:cNvSpPr/>
      </dsp:nvSpPr>
      <dsp:spPr>
        <a:xfrm>
          <a:off x="1911724" y="942218"/>
          <a:ext cx="2025479" cy="234353"/>
        </a:xfrm>
        <a:custGeom>
          <a:avLst/>
          <a:gdLst/>
          <a:ahLst/>
          <a:cxnLst/>
          <a:rect l="0" t="0" r="0" b="0"/>
          <a:pathLst>
            <a:path>
              <a:moveTo>
                <a:pt x="2025479" y="0"/>
              </a:moveTo>
              <a:lnTo>
                <a:pt x="2025479" y="117176"/>
              </a:lnTo>
              <a:lnTo>
                <a:pt x="0" y="117176"/>
              </a:lnTo>
              <a:lnTo>
                <a:pt x="0"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20A271-51A2-40DA-880F-0578781B1DD1}">
      <dsp:nvSpPr>
        <dsp:cNvPr id="0" name=""/>
        <dsp:cNvSpPr/>
      </dsp:nvSpPr>
      <dsp:spPr>
        <a:xfrm>
          <a:off x="115017" y="1734555"/>
          <a:ext cx="167395" cy="1305681"/>
        </a:xfrm>
        <a:custGeom>
          <a:avLst/>
          <a:gdLst/>
          <a:ahLst/>
          <a:cxnLst/>
          <a:rect l="0" t="0" r="0" b="0"/>
          <a:pathLst>
            <a:path>
              <a:moveTo>
                <a:pt x="0" y="0"/>
              </a:moveTo>
              <a:lnTo>
                <a:pt x="0" y="1305681"/>
              </a:lnTo>
              <a:lnTo>
                <a:pt x="167395" y="1305681"/>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A2300A-1A95-4867-ADEB-60498847C618}">
      <dsp:nvSpPr>
        <dsp:cNvPr id="0" name=""/>
        <dsp:cNvSpPr/>
      </dsp:nvSpPr>
      <dsp:spPr>
        <a:xfrm>
          <a:off x="115017" y="1734555"/>
          <a:ext cx="167395" cy="513344"/>
        </a:xfrm>
        <a:custGeom>
          <a:avLst/>
          <a:gdLst/>
          <a:ahLst/>
          <a:cxnLst/>
          <a:rect l="0" t="0" r="0" b="0"/>
          <a:pathLst>
            <a:path>
              <a:moveTo>
                <a:pt x="0" y="0"/>
              </a:moveTo>
              <a:lnTo>
                <a:pt x="0" y="513344"/>
              </a:lnTo>
              <a:lnTo>
                <a:pt x="167395" y="513344"/>
              </a:lnTo>
            </a:path>
          </a:pathLst>
        </a:custGeom>
        <a:noFill/>
        <a:ln w="19050" cap="flat" cmpd="sng" algn="ctr">
          <a:solidFill>
            <a:schemeClr val="accent5">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FD2496-0443-40DC-9178-BA4AA62F1A18}">
      <dsp:nvSpPr>
        <dsp:cNvPr id="0" name=""/>
        <dsp:cNvSpPr/>
      </dsp:nvSpPr>
      <dsp:spPr>
        <a:xfrm>
          <a:off x="561404" y="942218"/>
          <a:ext cx="3375799" cy="234353"/>
        </a:xfrm>
        <a:custGeom>
          <a:avLst/>
          <a:gdLst/>
          <a:ahLst/>
          <a:cxnLst/>
          <a:rect l="0" t="0" r="0" b="0"/>
          <a:pathLst>
            <a:path>
              <a:moveTo>
                <a:pt x="3375799" y="0"/>
              </a:moveTo>
              <a:lnTo>
                <a:pt x="3375799" y="117176"/>
              </a:lnTo>
              <a:lnTo>
                <a:pt x="0" y="117176"/>
              </a:lnTo>
              <a:lnTo>
                <a:pt x="0" y="234353"/>
              </a:lnTo>
            </a:path>
          </a:pathLst>
        </a:custGeom>
        <a:noFill/>
        <a:ln w="1905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3D0665-81FA-42E6-A68D-A9DBFD37BDA4}">
      <dsp:nvSpPr>
        <dsp:cNvPr id="0" name=""/>
        <dsp:cNvSpPr/>
      </dsp:nvSpPr>
      <dsp:spPr>
        <a:xfrm>
          <a:off x="3379220" y="384235"/>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None/>
          </a:pPr>
          <a:r>
            <a:rPr lang="en-US" sz="1000" b="0" i="0" kern="1200" dirty="0"/>
            <a:t>"Create WhatsApp Group"</a:t>
          </a:r>
          <a:endParaRPr lang="en-PK" sz="1000" kern="1200" dirty="0"/>
        </a:p>
      </dsp:txBody>
      <dsp:txXfrm>
        <a:off x="3379220" y="384235"/>
        <a:ext cx="1115966" cy="557983"/>
      </dsp:txXfrm>
    </dsp:sp>
    <dsp:sp modelId="{54E2BD22-3B60-4FBD-BF53-A524B40F4641}">
      <dsp:nvSpPr>
        <dsp:cNvPr id="0" name=""/>
        <dsp:cNvSpPr/>
      </dsp:nvSpPr>
      <dsp:spPr>
        <a:xfrm>
          <a:off x="3421"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1: Create a group</a:t>
          </a:r>
        </a:p>
      </dsp:txBody>
      <dsp:txXfrm>
        <a:off x="3421" y="1176571"/>
        <a:ext cx="1115966" cy="557983"/>
      </dsp:txXfrm>
    </dsp:sp>
    <dsp:sp modelId="{4CEC155E-83A2-4DA9-A01F-1D8460B413D4}">
      <dsp:nvSpPr>
        <dsp:cNvPr id="0" name=""/>
        <dsp:cNvSpPr/>
      </dsp:nvSpPr>
      <dsp:spPr>
        <a:xfrm>
          <a:off x="282412"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 Click New Chat</a:t>
          </a:r>
        </a:p>
      </dsp:txBody>
      <dsp:txXfrm>
        <a:off x="282412" y="1968908"/>
        <a:ext cx="1115966" cy="557983"/>
      </dsp:txXfrm>
    </dsp:sp>
    <dsp:sp modelId="{21C8AB75-469B-4F13-A711-AC7B24E66F8D}">
      <dsp:nvSpPr>
        <dsp:cNvPr id="0" name=""/>
        <dsp:cNvSpPr/>
      </dsp:nvSpPr>
      <dsp:spPr>
        <a:xfrm>
          <a:off x="282412" y="2761244"/>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a:t>Click New group</a:t>
          </a:r>
          <a:endParaRPr lang="en-US" sz="1000" b="0" i="0" kern="1200" dirty="0"/>
        </a:p>
      </dsp:txBody>
      <dsp:txXfrm>
        <a:off x="282412" y="2761244"/>
        <a:ext cx="1115966" cy="557983"/>
      </dsp:txXfrm>
    </dsp:sp>
    <dsp:sp modelId="{C7D94BF7-2680-49C5-84BD-B60881DC96F5}">
      <dsp:nvSpPr>
        <dsp:cNvPr id="0" name=""/>
        <dsp:cNvSpPr/>
      </dsp:nvSpPr>
      <dsp:spPr>
        <a:xfrm>
          <a:off x="1353741"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2: Add members</a:t>
          </a:r>
        </a:p>
      </dsp:txBody>
      <dsp:txXfrm>
        <a:off x="1353741" y="1176571"/>
        <a:ext cx="1115966" cy="557983"/>
      </dsp:txXfrm>
    </dsp:sp>
    <dsp:sp modelId="{AC583907-FE2D-4F5A-8A20-6CB865BBE2A4}">
      <dsp:nvSpPr>
        <dsp:cNvPr id="0" name=""/>
        <dsp:cNvSpPr/>
      </dsp:nvSpPr>
      <dsp:spPr>
        <a:xfrm>
          <a:off x="1632732"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 Search for or select contacts</a:t>
          </a:r>
        </a:p>
      </dsp:txBody>
      <dsp:txXfrm>
        <a:off x="1632732" y="1968908"/>
        <a:ext cx="1115966" cy="557983"/>
      </dsp:txXfrm>
    </dsp:sp>
    <dsp:sp modelId="{F3B76891-0DDC-44E1-B308-52144AA2E74E}">
      <dsp:nvSpPr>
        <dsp:cNvPr id="0" name=""/>
        <dsp:cNvSpPr/>
      </dsp:nvSpPr>
      <dsp:spPr>
        <a:xfrm>
          <a:off x="1632732" y="2761244"/>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Next </a:t>
          </a:r>
        </a:p>
      </dsp:txBody>
      <dsp:txXfrm>
        <a:off x="1632732" y="2761244"/>
        <a:ext cx="1115966" cy="557983"/>
      </dsp:txXfrm>
    </dsp:sp>
    <dsp:sp modelId="{AA7C4484-0638-4F2F-9F81-3AAF4BC01D71}">
      <dsp:nvSpPr>
        <dsp:cNvPr id="0" name=""/>
        <dsp:cNvSpPr/>
      </dsp:nvSpPr>
      <dsp:spPr>
        <a:xfrm>
          <a:off x="2704060"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3: Customize group</a:t>
          </a:r>
        </a:p>
      </dsp:txBody>
      <dsp:txXfrm>
        <a:off x="2704060" y="1176571"/>
        <a:ext cx="1115966" cy="557983"/>
      </dsp:txXfrm>
    </dsp:sp>
    <dsp:sp modelId="{6D703549-12C3-4FB9-BFF3-3926F655C16D}">
      <dsp:nvSpPr>
        <dsp:cNvPr id="0" name=""/>
        <dsp:cNvSpPr/>
      </dsp:nvSpPr>
      <dsp:spPr>
        <a:xfrm>
          <a:off x="2983052"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Group name</a:t>
          </a:r>
        </a:p>
      </dsp:txBody>
      <dsp:txXfrm>
        <a:off x="2983052" y="1968908"/>
        <a:ext cx="1115966" cy="557983"/>
      </dsp:txXfrm>
    </dsp:sp>
    <dsp:sp modelId="{5E2AEE8F-8B96-464C-83B8-DA563F5BA520}">
      <dsp:nvSpPr>
        <dsp:cNvPr id="0" name=""/>
        <dsp:cNvSpPr/>
      </dsp:nvSpPr>
      <dsp:spPr>
        <a:xfrm>
          <a:off x="2983052" y="2761244"/>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Emoji</a:t>
          </a:r>
          <a:br>
            <a:rPr lang="en-US" sz="1000" b="0" i="0" kern="1200" dirty="0"/>
          </a:br>
          <a:endParaRPr lang="en-US" sz="1000" b="0" i="0" kern="1200" dirty="0"/>
        </a:p>
      </dsp:txBody>
      <dsp:txXfrm>
        <a:off x="2983052" y="2761244"/>
        <a:ext cx="1115966" cy="557983"/>
      </dsp:txXfrm>
    </dsp:sp>
    <dsp:sp modelId="{E79ECDF5-9296-4B9F-8A46-6C91A86378CC}">
      <dsp:nvSpPr>
        <dsp:cNvPr id="0" name=""/>
        <dsp:cNvSpPr/>
      </dsp:nvSpPr>
      <dsp:spPr>
        <a:xfrm>
          <a:off x="2983052" y="355358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Add group Icon</a:t>
          </a:r>
        </a:p>
      </dsp:txBody>
      <dsp:txXfrm>
        <a:off x="2983052" y="3553581"/>
        <a:ext cx="1115966" cy="557983"/>
      </dsp:txXfrm>
    </dsp:sp>
    <dsp:sp modelId="{F242E3B1-C6B0-4E30-8AE3-15F56CFFE95C}">
      <dsp:nvSpPr>
        <dsp:cNvPr id="0" name=""/>
        <dsp:cNvSpPr/>
      </dsp:nvSpPr>
      <dsp:spPr>
        <a:xfrm>
          <a:off x="4054380"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4: Set disappearing messages</a:t>
          </a:r>
        </a:p>
      </dsp:txBody>
      <dsp:txXfrm>
        <a:off x="4054380" y="1176571"/>
        <a:ext cx="1115966" cy="557983"/>
      </dsp:txXfrm>
    </dsp:sp>
    <dsp:sp modelId="{03F811EC-4062-4457-BF57-25C49680D4D8}">
      <dsp:nvSpPr>
        <dsp:cNvPr id="0" name=""/>
        <dsp:cNvSpPr/>
      </dsp:nvSpPr>
      <dsp:spPr>
        <a:xfrm>
          <a:off x="4333372"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the drop down under Disappearing messages</a:t>
          </a:r>
        </a:p>
      </dsp:txBody>
      <dsp:txXfrm>
        <a:off x="4333372" y="1968908"/>
        <a:ext cx="1115966" cy="557983"/>
      </dsp:txXfrm>
    </dsp:sp>
    <dsp:sp modelId="{DB04B4A3-7F62-4678-8680-53F2F08D7385}">
      <dsp:nvSpPr>
        <dsp:cNvPr id="0" name=""/>
        <dsp:cNvSpPr/>
      </dsp:nvSpPr>
      <dsp:spPr>
        <a:xfrm>
          <a:off x="4333372" y="2761244"/>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Select 24 hours, 7 days, or 90 days</a:t>
          </a:r>
        </a:p>
      </dsp:txBody>
      <dsp:txXfrm>
        <a:off x="4333372" y="2761244"/>
        <a:ext cx="1115966" cy="557983"/>
      </dsp:txXfrm>
    </dsp:sp>
    <dsp:sp modelId="{21E03D6C-76CE-48DC-9E3F-AEB360207F99}">
      <dsp:nvSpPr>
        <dsp:cNvPr id="0" name=""/>
        <dsp:cNvSpPr/>
      </dsp:nvSpPr>
      <dsp:spPr>
        <a:xfrm>
          <a:off x="5404700"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5: Configure group permissions</a:t>
          </a:r>
        </a:p>
      </dsp:txBody>
      <dsp:txXfrm>
        <a:off x="5404700" y="1176571"/>
        <a:ext cx="1115966" cy="557983"/>
      </dsp:txXfrm>
    </dsp:sp>
    <dsp:sp modelId="{440CCC5E-5264-41E3-8287-451623234BE5}">
      <dsp:nvSpPr>
        <dsp:cNvPr id="0" name=""/>
        <dsp:cNvSpPr/>
      </dsp:nvSpPr>
      <dsp:spPr>
        <a:xfrm>
          <a:off x="5683692"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Click Group permissions to edit permissions for members and admins</a:t>
          </a:r>
        </a:p>
      </dsp:txBody>
      <dsp:txXfrm>
        <a:off x="5683692" y="1968908"/>
        <a:ext cx="1115966" cy="557983"/>
      </dsp:txXfrm>
    </dsp:sp>
    <dsp:sp modelId="{94BDBD42-F54C-4925-A9A0-22705F27E1B0}">
      <dsp:nvSpPr>
        <dsp:cNvPr id="0" name=""/>
        <dsp:cNvSpPr/>
      </dsp:nvSpPr>
      <dsp:spPr>
        <a:xfrm>
          <a:off x="6755020" y="1176571"/>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dirty="0"/>
            <a:t>Step 6: Finalize group creation</a:t>
          </a:r>
        </a:p>
      </dsp:txBody>
      <dsp:txXfrm>
        <a:off x="6755020" y="1176571"/>
        <a:ext cx="1115966" cy="557983"/>
      </dsp:txXfrm>
    </dsp:sp>
    <dsp:sp modelId="{50CCF037-D96A-4583-AD66-DE6F15D55B74}">
      <dsp:nvSpPr>
        <dsp:cNvPr id="0" name=""/>
        <dsp:cNvSpPr/>
      </dsp:nvSpPr>
      <dsp:spPr>
        <a:xfrm>
          <a:off x="7034011" y="1968908"/>
          <a:ext cx="1115966" cy="557983"/>
        </a:xfrm>
        <a:prstGeom prst="rect">
          <a:avLst/>
        </a:prstGeom>
        <a:solidFill>
          <a:schemeClr val="lt1">
            <a:hueOff val="0"/>
            <a:satOff val="0"/>
            <a:lumOff val="0"/>
            <a:alphaOff val="0"/>
          </a:schemeClr>
        </a:solidFill>
        <a:ln w="1905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t" anchorCtr="0">
          <a:noAutofit/>
        </a:bodyPr>
        <a:lstStyle/>
        <a:p>
          <a:pPr marL="0" lvl="0" indent="0" algn="ctr" defTabSz="444500">
            <a:lnSpc>
              <a:spcPct val="90000"/>
            </a:lnSpc>
            <a:spcBef>
              <a:spcPct val="0"/>
            </a:spcBef>
            <a:spcAft>
              <a:spcPct val="35000"/>
            </a:spcAft>
            <a:buFont typeface="+mj-lt"/>
            <a:buNone/>
          </a:pPr>
          <a:r>
            <a:rPr lang="en-US" sz="1000" b="0" i="0" kern="1200"/>
            <a:t>Check </a:t>
          </a:r>
          <a:r>
            <a:rPr lang="en-US" sz="1000" b="0" i="0" kern="1200" dirty="0"/>
            <a:t>Mark</a:t>
          </a:r>
        </a:p>
      </dsp:txBody>
      <dsp:txXfrm>
        <a:off x="7034011" y="1968908"/>
        <a:ext cx="1115966" cy="55798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11/11/2025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Ethnography. By ethnography we break down user steps one by one. </a:t>
            </a:r>
          </a:p>
          <a:p>
            <a:endParaRPr lang="en-US" dirty="0"/>
          </a:p>
          <a:p>
            <a:r>
              <a:rPr lang="en-US" dirty="0"/>
              <a:t>Missed steps can be putting your feet out of bed into shoes and so on. </a:t>
            </a:r>
          </a:p>
        </p:txBody>
      </p:sp>
      <p:sp>
        <p:nvSpPr>
          <p:cNvPr id="4" name="Slide Number Placeholder 3"/>
          <p:cNvSpPr>
            <a:spLocks noGrp="1"/>
          </p:cNvSpPr>
          <p:nvPr>
            <p:ph type="sldNum" sz="quarter" idx="5"/>
          </p:nvPr>
        </p:nvSpPr>
        <p:spPr/>
        <p:txBody>
          <a:bodyPr/>
          <a:lstStyle/>
          <a:p>
            <a:fld id="{A5E35D07-CE9A-41EA-8351-FED4C60B3E9A}" type="slidenum">
              <a:rPr lang="en-US" smtClean="0"/>
              <a:pPr/>
              <a:t>8</a:t>
            </a:fld>
            <a:endParaRPr lang="en-US"/>
          </a:p>
        </p:txBody>
      </p:sp>
    </p:spTree>
    <p:extLst>
      <p:ext uri="{BB962C8B-B14F-4D97-AF65-F5344CB8AC3E}">
        <p14:creationId xmlns:p14="http://schemas.microsoft.com/office/powerpoint/2010/main" val="1688451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open </a:t>
            </a:r>
            <a:r>
              <a:rPr lang="en-US" dirty="0" err="1"/>
              <a:t>whatsapp</a:t>
            </a:r>
            <a:r>
              <a:rPr lang="en-US" dirty="0"/>
              <a:t> part of this task ? </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9</a:t>
            </a:fld>
            <a:endParaRPr lang="en-US"/>
          </a:p>
        </p:txBody>
      </p:sp>
    </p:spTree>
    <p:extLst>
      <p:ext uri="{BB962C8B-B14F-4D97-AF65-F5344CB8AC3E}">
        <p14:creationId xmlns:p14="http://schemas.microsoft.com/office/powerpoint/2010/main" val="891917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11</a:t>
            </a:fld>
            <a:endParaRPr lang="en-US"/>
          </a:p>
        </p:txBody>
      </p:sp>
    </p:spTree>
    <p:extLst>
      <p:ext uri="{BB962C8B-B14F-4D97-AF65-F5344CB8AC3E}">
        <p14:creationId xmlns:p14="http://schemas.microsoft.com/office/powerpoint/2010/main" val="2566443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12</a:t>
            </a:fld>
            <a:endParaRPr lang="en-US"/>
          </a:p>
        </p:txBody>
      </p:sp>
    </p:spTree>
    <p:extLst>
      <p:ext uri="{BB962C8B-B14F-4D97-AF65-F5344CB8AC3E}">
        <p14:creationId xmlns:p14="http://schemas.microsoft.com/office/powerpoint/2010/main" val="3947896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a:t>
            </a:r>
            <a:r>
              <a:rPr lang="en-US" baseline="0" dirty="0"/>
              <a:t>         =&gt;  </a:t>
            </a:r>
            <a:r>
              <a:rPr lang="en-US" dirty="0"/>
              <a:t>1.1 then 1.2 then 1.3</a:t>
            </a:r>
          </a:p>
          <a:p>
            <a:r>
              <a:rPr lang="en-US" dirty="0"/>
              <a:t>Optional           =&gt;</a:t>
            </a:r>
            <a:r>
              <a:rPr lang="en-US" baseline="0" dirty="0"/>
              <a:t>  </a:t>
            </a:r>
            <a:r>
              <a:rPr lang="en-US" dirty="0"/>
              <a:t>if the pot is full 2</a:t>
            </a:r>
          </a:p>
          <a:p>
            <a:r>
              <a:rPr lang="en-US" dirty="0"/>
              <a:t>Wait                 </a:t>
            </a:r>
            <a:r>
              <a:rPr lang="en-US" baseline="0" dirty="0"/>
              <a:t> </a:t>
            </a:r>
            <a:r>
              <a:rPr lang="en-US" dirty="0"/>
              <a:t>=&gt;</a:t>
            </a:r>
            <a:r>
              <a:rPr lang="en-US" baseline="0" dirty="0"/>
              <a:t>  </a:t>
            </a:r>
            <a:r>
              <a:rPr lang="en-US" dirty="0"/>
              <a:t>when kettle boils, do 1.4</a:t>
            </a:r>
          </a:p>
          <a:p>
            <a:r>
              <a:rPr lang="en-US" dirty="0"/>
              <a:t>Cycles               =&gt;  do 5.1 5.2 while there are still empty cups</a:t>
            </a:r>
          </a:p>
          <a:p>
            <a:r>
              <a:rPr lang="en-US" dirty="0"/>
              <a:t>Parallel             =&gt; </a:t>
            </a:r>
            <a:r>
              <a:rPr lang="en-US" baseline="0" dirty="0"/>
              <a:t> </a:t>
            </a:r>
            <a:r>
              <a:rPr lang="en-US" dirty="0"/>
              <a:t>do 1; at the same time ...</a:t>
            </a:r>
          </a:p>
          <a:p>
            <a:r>
              <a:rPr lang="en-US" dirty="0"/>
              <a:t>Discretionary </a:t>
            </a:r>
            <a:r>
              <a:rPr lang="en-US" baseline="0" dirty="0"/>
              <a:t>   =&gt;  </a:t>
            </a:r>
            <a:r>
              <a:rPr lang="en-US" dirty="0"/>
              <a:t>do any of 3.1, 3.2 or 3.3 in any order</a:t>
            </a:r>
          </a:p>
          <a:p>
            <a:r>
              <a:rPr lang="en-US" dirty="0"/>
              <a:t>Mixtures           =&gt;</a:t>
            </a:r>
            <a:r>
              <a:rPr lang="en-US" baseline="0" dirty="0"/>
              <a:t> mixture of above</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20</a:t>
            </a:fld>
            <a:endParaRPr lang="en-US"/>
          </a:p>
        </p:txBody>
      </p:sp>
    </p:spTree>
    <p:extLst>
      <p:ext uri="{BB962C8B-B14F-4D97-AF65-F5344CB8AC3E}">
        <p14:creationId xmlns:p14="http://schemas.microsoft.com/office/powerpoint/2010/main" val="229559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Paired Actions: This heuristic suggests looking for pairs of related actions that might be better grouped together. For example, instead of having separate tasks for "turn on gas" and "ignite burner," you might combine them into one task like "start cooking.“</a:t>
            </a:r>
          </a:p>
          <a:p>
            <a:r>
              <a:rPr lang="en-US" dirty="0"/>
              <a:t>Restructure: This involves reorganizing tasks to make them more intuitive or efficient. For instance, if your initial HTA has "boil water" and "make tea" as separate tasks, you could restructure it into a single task called "brew tea" to streamline the process.</a:t>
            </a:r>
          </a:p>
          <a:p>
            <a:r>
              <a:rPr lang="en-US" dirty="0"/>
              <a:t>Balance: This heuristic encourages evaluating the complexity or difficulty of tasks relative to each other. For example, if "pour tea" is more complex than "make pot," you might want to reconsider the hierarchy or break down "pour tea" into simpler subtasks.</a:t>
            </a:r>
          </a:p>
          <a:p>
            <a:r>
              <a:rPr lang="en-US" dirty="0"/>
              <a:t>Generalize: Here, you're looking for opportunities to create more general tasks that encompass multiple specific instances. For instance, instead of having separate tasks for making one cup of tea and making multiple cups, you might have a general task called "prepare tea" that can be applied to any quantity.</a:t>
            </a:r>
          </a:p>
          <a:p>
            <a:r>
              <a:rPr lang="en-US" dirty="0"/>
              <a:t>By applying these heuristics, you can enhance the clarity, efficiency, and usability of your HTA, whether it's a textual description or a diagram.</a:t>
            </a:r>
          </a:p>
        </p:txBody>
      </p:sp>
      <p:sp>
        <p:nvSpPr>
          <p:cNvPr id="4" name="Slide Number Placeholder 3"/>
          <p:cNvSpPr>
            <a:spLocks noGrp="1"/>
          </p:cNvSpPr>
          <p:nvPr>
            <p:ph type="sldNum" sz="quarter" idx="5"/>
          </p:nvPr>
        </p:nvSpPr>
        <p:spPr/>
        <p:txBody>
          <a:bodyPr/>
          <a:lstStyle/>
          <a:p>
            <a:fld id="{A5E35D07-CE9A-41EA-8351-FED4C60B3E9A}" type="slidenum">
              <a:rPr lang="en-US" smtClean="0"/>
              <a:pPr/>
              <a:t>23</a:t>
            </a:fld>
            <a:endParaRPr lang="en-US"/>
          </a:p>
        </p:txBody>
      </p:sp>
    </p:spTree>
    <p:extLst>
      <p:ext uri="{BB962C8B-B14F-4D97-AF65-F5344CB8AC3E}">
        <p14:creationId xmlns:p14="http://schemas.microsoft.com/office/powerpoint/2010/main" val="163622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24</a:t>
            </a:fld>
            <a:endParaRPr lang="en-US"/>
          </a:p>
        </p:txBody>
      </p:sp>
    </p:spTree>
    <p:extLst>
      <p:ext uri="{BB962C8B-B14F-4D97-AF65-F5344CB8AC3E}">
        <p14:creationId xmlns:p14="http://schemas.microsoft.com/office/powerpoint/2010/main" val="2042298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11/11/2025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11/11/2025</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11/11/2025</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11/11/2025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11/11/2025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11/11/2025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7.png"/><Relationship Id="rId5" Type="http://schemas.openxmlformats.org/officeDocument/2006/relationships/diagramQuickStyle" Target="../diagrams/quickStyle2.xml"/><Relationship Id="rId10" Type="http://schemas.openxmlformats.org/officeDocument/2006/relationships/image" Target="../media/image6.png"/><Relationship Id="rId4" Type="http://schemas.openxmlformats.org/officeDocument/2006/relationships/diagramLayout" Target="../diagrams/layout2.xm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754749-E3A3-4BA1-B8B8-22E90296C15F}"/>
              </a:ext>
            </a:extLst>
          </p:cNvPr>
          <p:cNvSpPr>
            <a:spLocks noGrp="1"/>
          </p:cNvSpPr>
          <p:nvPr>
            <p:ph type="ctrTitle"/>
          </p:nvPr>
        </p:nvSpPr>
        <p:spPr/>
        <p:txBody>
          <a:bodyPr/>
          <a:lstStyle/>
          <a:p>
            <a:r>
              <a:rPr lang="en-US" dirty="0"/>
              <a:t>Hierarchal task analysis </a:t>
            </a:r>
          </a:p>
        </p:txBody>
      </p:sp>
      <p:sp>
        <p:nvSpPr>
          <p:cNvPr id="5" name="Subtitle 4">
            <a:extLst>
              <a:ext uri="{FF2B5EF4-FFF2-40B4-BE49-F238E27FC236}">
                <a16:creationId xmlns:a16="http://schemas.microsoft.com/office/drawing/2014/main" id="{0E0AD34D-EB61-4D31-9BE3-7C46C155B5D7}"/>
              </a:ext>
            </a:extLst>
          </p:cNvPr>
          <p:cNvSpPr>
            <a:spLocks noGrp="1"/>
          </p:cNvSpPr>
          <p:nvPr>
            <p:ph type="subTitle" idx="1"/>
          </p:nvPr>
        </p:nvSpPr>
        <p:spPr/>
        <p:txBody>
          <a:bodyPr/>
          <a:lstStyle/>
          <a:p>
            <a:r>
              <a:rPr lang="en-US" dirty="0"/>
              <a:t>HTA</a:t>
            </a:r>
          </a:p>
        </p:txBody>
      </p:sp>
    </p:spTree>
    <p:extLst>
      <p:ext uri="{BB962C8B-B14F-4D97-AF65-F5344CB8AC3E}">
        <p14:creationId xmlns:p14="http://schemas.microsoft.com/office/powerpoint/2010/main" val="2391777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371601" y="2743200"/>
            <a:ext cx="7010400" cy="3429000"/>
          </a:xfrm>
        </p:spPr>
        <p:txBody>
          <a:bodyPr>
            <a:normAutofit/>
          </a:bodyPr>
          <a:lstStyle/>
          <a:p>
            <a:r>
              <a:rPr lang="en-US" dirty="0"/>
              <a:t>Task analysis is the process of analyzing the way people perform their jobs: </a:t>
            </a:r>
          </a:p>
          <a:p>
            <a:r>
              <a:rPr lang="en-US" dirty="0"/>
              <a:t>	the things they do</a:t>
            </a:r>
          </a:p>
          <a:p>
            <a:r>
              <a:rPr lang="en-US" dirty="0"/>
              <a:t>	the things they act on and </a:t>
            </a:r>
          </a:p>
          <a:p>
            <a:r>
              <a:rPr lang="en-US" dirty="0"/>
              <a:t>	the things they need to know.</a:t>
            </a:r>
          </a:p>
        </p:txBody>
      </p:sp>
      <p:sp>
        <p:nvSpPr>
          <p:cNvPr id="2" name="Title 1"/>
          <p:cNvSpPr>
            <a:spLocks noGrp="1"/>
          </p:cNvSpPr>
          <p:nvPr>
            <p:ph type="title"/>
          </p:nvPr>
        </p:nvSpPr>
        <p:spPr/>
        <p:txBody>
          <a:bodyPr/>
          <a:lstStyle/>
          <a:p>
            <a:r>
              <a:rPr lang="en-US" dirty="0"/>
              <a:t>Task Analysis </a:t>
            </a:r>
          </a:p>
        </p:txBody>
      </p:sp>
    </p:spTree>
    <p:extLst>
      <p:ext uri="{BB962C8B-B14F-4D97-AF65-F5344CB8AC3E}">
        <p14:creationId xmlns:p14="http://schemas.microsoft.com/office/powerpoint/2010/main" val="2535637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Analysis </a:t>
            </a:r>
          </a:p>
        </p:txBody>
      </p:sp>
      <p:sp>
        <p:nvSpPr>
          <p:cNvPr id="3" name="Content Placeholder 2"/>
          <p:cNvSpPr>
            <a:spLocks noGrp="1"/>
          </p:cNvSpPr>
          <p:nvPr>
            <p:ph sz="quarter" idx="1"/>
          </p:nvPr>
        </p:nvSpPr>
        <p:spPr/>
        <p:txBody>
          <a:bodyPr>
            <a:normAutofit/>
          </a:bodyPr>
          <a:lstStyle/>
          <a:p>
            <a:r>
              <a:rPr lang="en-US" dirty="0"/>
              <a:t>Task analysis gathers</a:t>
            </a:r>
          </a:p>
          <a:p>
            <a:pPr lvl="1"/>
            <a:r>
              <a:rPr lang="en-US" dirty="0"/>
              <a:t>Procedural knowledge : task sequences, goals and sub-goals</a:t>
            </a:r>
          </a:p>
          <a:p>
            <a:pPr lvl="1"/>
            <a:r>
              <a:rPr lang="en-US" dirty="0"/>
              <a:t>Also dependencies among the tasks </a:t>
            </a:r>
          </a:p>
          <a:p>
            <a:pPr lvl="1"/>
            <a:r>
              <a:rPr lang="en-US" dirty="0"/>
              <a:t>Objects involved in achieving those tasks</a:t>
            </a:r>
          </a:p>
          <a:p>
            <a:endParaRPr lang="en-US" dirty="0"/>
          </a:p>
          <a:p>
            <a:r>
              <a:rPr lang="en-US" dirty="0"/>
              <a:t>Originally a tool for writing training manuals, now used more widely in business process analysis</a:t>
            </a:r>
          </a:p>
        </p:txBody>
      </p:sp>
    </p:spTree>
    <p:extLst>
      <p:ext uri="{BB962C8B-B14F-4D97-AF65-F5344CB8AC3E}">
        <p14:creationId xmlns:p14="http://schemas.microsoft.com/office/powerpoint/2010/main" val="326366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1590BCF0-5B70-4560-AD7F-3AED962D78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85000" lnSpcReduction="20000"/>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88420F2-C40D-478A-863D-A368789FDFBC}" type="slidenum">
              <a:rPr lang="en-US" altLang="en-US" sz="1400"/>
              <a:pPr>
                <a:spcBef>
                  <a:spcPct val="0"/>
                </a:spcBef>
                <a:buFontTx/>
                <a:buNone/>
              </a:pPr>
              <a:t>4</a:t>
            </a:fld>
            <a:endParaRPr lang="en-US" altLang="en-US" sz="1400"/>
          </a:p>
        </p:txBody>
      </p:sp>
      <p:sp>
        <p:nvSpPr>
          <p:cNvPr id="10243" name="Rectangle 2">
            <a:extLst>
              <a:ext uri="{FF2B5EF4-FFF2-40B4-BE49-F238E27FC236}">
                <a16:creationId xmlns:a16="http://schemas.microsoft.com/office/drawing/2014/main" id="{5CF26F03-9260-4C2D-9BFE-9144C8C7C516}"/>
              </a:ext>
            </a:extLst>
          </p:cNvPr>
          <p:cNvSpPr>
            <a:spLocks noGrp="1" noChangeArrowheads="1"/>
          </p:cNvSpPr>
          <p:nvPr>
            <p:ph type="title"/>
          </p:nvPr>
        </p:nvSpPr>
        <p:spPr/>
        <p:txBody>
          <a:bodyPr/>
          <a:lstStyle/>
          <a:p>
            <a:r>
              <a:rPr lang="en-US" altLang="en-US"/>
              <a:t>Task - Decomposition</a:t>
            </a:r>
          </a:p>
        </p:txBody>
      </p:sp>
      <p:graphicFrame>
        <p:nvGraphicFramePr>
          <p:cNvPr id="10244" name="Object 4">
            <a:extLst>
              <a:ext uri="{FF2B5EF4-FFF2-40B4-BE49-F238E27FC236}">
                <a16:creationId xmlns:a16="http://schemas.microsoft.com/office/drawing/2014/main" id="{699374E3-7619-4047-9CF5-6E1FD74B7CA7}"/>
              </a:ext>
            </a:extLst>
          </p:cNvPr>
          <p:cNvGraphicFramePr>
            <a:graphicFrameLocks noChangeAspect="1"/>
          </p:cNvGraphicFramePr>
          <p:nvPr/>
        </p:nvGraphicFramePr>
        <p:xfrm>
          <a:off x="3352800" y="1981200"/>
          <a:ext cx="1878013" cy="4333875"/>
        </p:xfrm>
        <a:graphic>
          <a:graphicData uri="http://schemas.openxmlformats.org/presentationml/2006/ole">
            <mc:AlternateContent xmlns:mc="http://schemas.openxmlformats.org/markup-compatibility/2006">
              <mc:Choice xmlns:v="urn:schemas-microsoft-com:vml" Requires="v">
                <p:oleObj name="Photo Editor Photo" r:id="rId2" imgW="1019048" imgH="2352381" progId="MSPhotoEd.3">
                  <p:embed/>
                </p:oleObj>
              </mc:Choice>
              <mc:Fallback>
                <p:oleObj name="Photo Editor Photo" r:id="rId2" imgW="1019048" imgH="2352381" progId="MSPhotoEd.3">
                  <p:embed/>
                  <p:pic>
                    <p:nvPicPr>
                      <p:cNvPr id="10244" name="Object 4">
                        <a:extLst>
                          <a:ext uri="{FF2B5EF4-FFF2-40B4-BE49-F238E27FC236}">
                            <a16:creationId xmlns:a16="http://schemas.microsoft.com/office/drawing/2014/main" id="{699374E3-7619-4047-9CF5-6E1FD74B7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981200"/>
                        <a:ext cx="1878013"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BD4735B8-D4D2-41BD-9F8F-79D532668C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85000" lnSpcReduction="20000"/>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F641942-7E8D-4B25-8BB1-91AFD90A8922}" type="slidenum">
              <a:rPr lang="en-US" altLang="en-US" sz="1400"/>
              <a:pPr>
                <a:spcBef>
                  <a:spcPct val="0"/>
                </a:spcBef>
                <a:buFontTx/>
                <a:buNone/>
              </a:pPr>
              <a:t>5</a:t>
            </a:fld>
            <a:endParaRPr lang="en-US" altLang="en-US" sz="1400"/>
          </a:p>
        </p:txBody>
      </p:sp>
      <p:sp>
        <p:nvSpPr>
          <p:cNvPr id="11267" name="Rectangle 2">
            <a:extLst>
              <a:ext uri="{FF2B5EF4-FFF2-40B4-BE49-F238E27FC236}">
                <a16:creationId xmlns:a16="http://schemas.microsoft.com/office/drawing/2014/main" id="{99ADD777-34AF-4564-8BE8-3DD96A1DD438}"/>
              </a:ext>
            </a:extLst>
          </p:cNvPr>
          <p:cNvSpPr>
            <a:spLocks noGrp="1" noChangeArrowheads="1"/>
          </p:cNvSpPr>
          <p:nvPr>
            <p:ph type="title"/>
          </p:nvPr>
        </p:nvSpPr>
        <p:spPr/>
        <p:txBody>
          <a:bodyPr/>
          <a:lstStyle/>
          <a:p>
            <a:r>
              <a:rPr lang="en-US" altLang="en-US"/>
              <a:t>The difference is ...</a:t>
            </a:r>
          </a:p>
        </p:txBody>
      </p:sp>
      <p:sp>
        <p:nvSpPr>
          <p:cNvPr id="11268" name="Rectangle 3">
            <a:extLst>
              <a:ext uri="{FF2B5EF4-FFF2-40B4-BE49-F238E27FC236}">
                <a16:creationId xmlns:a16="http://schemas.microsoft.com/office/drawing/2014/main" id="{C34CDA37-AADB-41D8-9A95-9D843AD9FA2E}"/>
              </a:ext>
            </a:extLst>
          </p:cNvPr>
          <p:cNvSpPr>
            <a:spLocks noGrp="1" noChangeArrowheads="1"/>
          </p:cNvSpPr>
          <p:nvPr>
            <p:ph type="body" idx="1"/>
          </p:nvPr>
        </p:nvSpPr>
        <p:spPr/>
        <p:txBody>
          <a:bodyPr/>
          <a:lstStyle/>
          <a:p>
            <a:r>
              <a:rPr lang="en-US" altLang="en-US" b="1"/>
              <a:t>Goal</a:t>
            </a:r>
            <a:r>
              <a:rPr lang="en-US" altLang="en-US"/>
              <a:t> - state of the system that a human wants to accomplish. </a:t>
            </a:r>
          </a:p>
          <a:p>
            <a:r>
              <a:rPr lang="en-US" altLang="en-US" b="1"/>
              <a:t>Task</a:t>
            </a:r>
            <a:r>
              <a:rPr lang="en-US" altLang="en-US"/>
              <a:t> - activities required, used, or deemed necessary to achieve a goal.</a:t>
            </a:r>
          </a:p>
          <a:p>
            <a:r>
              <a:rPr lang="en-US" altLang="en-US" b="1"/>
              <a:t>Actions</a:t>
            </a:r>
            <a:r>
              <a:rPr lang="en-US" altLang="en-US"/>
              <a:t> - steps required to complete the task. No cognitive 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DAE31-828B-47CD-A40B-7DECB1917968}"/>
              </a:ext>
            </a:extLst>
          </p:cNvPr>
          <p:cNvSpPr>
            <a:spLocks noGrp="1"/>
          </p:cNvSpPr>
          <p:nvPr>
            <p:ph type="title"/>
          </p:nvPr>
        </p:nvSpPr>
        <p:spPr/>
        <p:txBody>
          <a:bodyPr/>
          <a:lstStyle/>
          <a:p>
            <a:r>
              <a:rPr lang="en-US" dirty="0"/>
              <a:t>Task: Steps to come to university</a:t>
            </a:r>
          </a:p>
        </p:txBody>
      </p:sp>
      <p:sp>
        <p:nvSpPr>
          <p:cNvPr id="3" name="Content Placeholder 2">
            <a:extLst>
              <a:ext uri="{FF2B5EF4-FFF2-40B4-BE49-F238E27FC236}">
                <a16:creationId xmlns:a16="http://schemas.microsoft.com/office/drawing/2014/main" id="{C79B8A72-B0B4-45F4-90CD-BAFF8D9625EC}"/>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3074808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01F4-AA07-4167-B22E-37F01A5DCEB6}"/>
              </a:ext>
            </a:extLst>
          </p:cNvPr>
          <p:cNvSpPr>
            <a:spLocks noGrp="1"/>
          </p:cNvSpPr>
          <p:nvPr>
            <p:ph type="title"/>
          </p:nvPr>
        </p:nvSpPr>
        <p:spPr/>
        <p:txBody>
          <a:bodyPr/>
          <a:lstStyle/>
          <a:p>
            <a:r>
              <a:rPr lang="en-US" dirty="0"/>
              <a:t>Task: Steps to eat food</a:t>
            </a:r>
          </a:p>
        </p:txBody>
      </p:sp>
      <p:sp>
        <p:nvSpPr>
          <p:cNvPr id="3" name="Content Placeholder 2">
            <a:extLst>
              <a:ext uri="{FF2B5EF4-FFF2-40B4-BE49-F238E27FC236}">
                <a16:creationId xmlns:a16="http://schemas.microsoft.com/office/drawing/2014/main" id="{9927D715-638B-4143-B716-890D92B98401}"/>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3792051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721D-CDDD-4C16-A051-84A7EA9773DF}"/>
              </a:ext>
            </a:extLst>
          </p:cNvPr>
          <p:cNvSpPr>
            <a:spLocks noGrp="1"/>
          </p:cNvSpPr>
          <p:nvPr>
            <p:ph type="title"/>
          </p:nvPr>
        </p:nvSpPr>
        <p:spPr/>
        <p:txBody>
          <a:bodyPr>
            <a:normAutofit fontScale="90000"/>
          </a:bodyPr>
          <a:lstStyle/>
          <a:p>
            <a:br>
              <a:rPr lang="en-US" dirty="0"/>
            </a:br>
            <a:r>
              <a:rPr lang="en-US" dirty="0"/>
              <a:t>Example</a:t>
            </a:r>
          </a:p>
        </p:txBody>
      </p:sp>
      <p:sp>
        <p:nvSpPr>
          <p:cNvPr id="3" name="Content Placeholder 2">
            <a:extLst>
              <a:ext uri="{FF2B5EF4-FFF2-40B4-BE49-F238E27FC236}">
                <a16:creationId xmlns:a16="http://schemas.microsoft.com/office/drawing/2014/main" id="{7F728E9D-A780-4D2B-A990-6AFC4E23454A}"/>
              </a:ext>
            </a:extLst>
          </p:cNvPr>
          <p:cNvSpPr>
            <a:spLocks noGrp="1"/>
          </p:cNvSpPr>
          <p:nvPr>
            <p:ph sz="quarter" idx="1"/>
          </p:nvPr>
        </p:nvSpPr>
        <p:spPr/>
        <p:txBody>
          <a:bodyPr/>
          <a:lstStyle/>
          <a:p>
            <a:r>
              <a:rPr lang="en-US" dirty="0"/>
              <a:t>What are the steps to come to university? </a:t>
            </a:r>
          </a:p>
          <a:p>
            <a:pPr lvl="1"/>
            <a:r>
              <a:rPr lang="en-US" dirty="0"/>
              <a:t>STEPS ?? </a:t>
            </a:r>
          </a:p>
          <a:p>
            <a:r>
              <a:rPr lang="en-US" dirty="0"/>
              <a:t>What are the steps to eat food?</a:t>
            </a:r>
          </a:p>
          <a:p>
            <a:pPr lvl="1"/>
            <a:endParaRPr lang="en-US" dirty="0"/>
          </a:p>
          <a:p>
            <a:pPr lvl="1"/>
            <a:endParaRPr lang="en-US" dirty="0"/>
          </a:p>
          <a:p>
            <a:pPr lvl="1"/>
            <a:r>
              <a:rPr lang="en-US" dirty="0"/>
              <a:t>There will always be some </a:t>
            </a:r>
            <a:r>
              <a:rPr lang="en-US" b="1" dirty="0"/>
              <a:t>implicit steps</a:t>
            </a:r>
            <a:r>
              <a:rPr lang="en-US" dirty="0"/>
              <a:t> that are missed not intentionally though.</a:t>
            </a:r>
          </a:p>
          <a:p>
            <a:pPr lvl="1"/>
            <a:r>
              <a:rPr lang="en-US" dirty="0"/>
              <a:t>What activity do we carry out in order to identify those missing steps?</a:t>
            </a:r>
          </a:p>
        </p:txBody>
      </p:sp>
    </p:spTree>
    <p:extLst>
      <p:ext uri="{BB962C8B-B14F-4D97-AF65-F5344CB8AC3E}">
        <p14:creationId xmlns:p14="http://schemas.microsoft.com/office/powerpoint/2010/main" val="289850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0F58-6842-4DB1-B52D-5EA65571890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7CC2A24-AFAE-4243-BD04-4143DD729967}"/>
              </a:ext>
            </a:extLst>
          </p:cNvPr>
          <p:cNvSpPr>
            <a:spLocks noGrp="1"/>
          </p:cNvSpPr>
          <p:nvPr>
            <p:ph sz="quarter" idx="1"/>
          </p:nvPr>
        </p:nvSpPr>
        <p:spPr/>
        <p:txBody>
          <a:bodyPr/>
          <a:lstStyle/>
          <a:p>
            <a:r>
              <a:rPr lang="en-US" dirty="0"/>
              <a:t>How to create </a:t>
            </a:r>
            <a:r>
              <a:rPr lang="en-US" dirty="0" err="1"/>
              <a:t>whatsapp</a:t>
            </a:r>
            <a:r>
              <a:rPr lang="en-US" dirty="0"/>
              <a:t> group? </a:t>
            </a:r>
          </a:p>
          <a:p>
            <a:pPr lvl="1"/>
            <a:r>
              <a:rPr lang="en-US" dirty="0"/>
              <a:t>1</a:t>
            </a:r>
          </a:p>
          <a:p>
            <a:pPr lvl="1"/>
            <a:r>
              <a:rPr lang="en-US" dirty="0"/>
              <a:t>2</a:t>
            </a:r>
          </a:p>
          <a:p>
            <a:pPr lvl="1"/>
            <a:r>
              <a:rPr lang="en-US" dirty="0"/>
              <a:t>3</a:t>
            </a:r>
          </a:p>
          <a:p>
            <a:pPr lvl="1"/>
            <a:r>
              <a:rPr lang="en-US" dirty="0"/>
              <a:t>4</a:t>
            </a:r>
          </a:p>
          <a:p>
            <a:pPr lvl="1"/>
            <a:r>
              <a:rPr lang="en-US" dirty="0"/>
              <a:t>5</a:t>
            </a:r>
          </a:p>
          <a:p>
            <a:pPr lvl="1"/>
            <a:r>
              <a:rPr lang="en-US" dirty="0"/>
              <a:t>6</a:t>
            </a:r>
          </a:p>
          <a:p>
            <a:r>
              <a:rPr lang="en-US" dirty="0"/>
              <a:t>Identify </a:t>
            </a:r>
            <a:r>
              <a:rPr lang="en-US" b="1" dirty="0"/>
              <a:t>task boundaries</a:t>
            </a:r>
            <a:r>
              <a:rPr lang="en-US" dirty="0"/>
              <a:t>. </a:t>
            </a:r>
          </a:p>
        </p:txBody>
      </p:sp>
    </p:spTree>
    <p:extLst>
      <p:ext uri="{BB962C8B-B14F-4D97-AF65-F5344CB8AC3E}">
        <p14:creationId xmlns:p14="http://schemas.microsoft.com/office/powerpoint/2010/main" val="2517579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6618-9C17-4C4D-9FDD-D759ED73E6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25D8DF-07B6-474E-AA61-BB834663F2B2}"/>
              </a:ext>
            </a:extLst>
          </p:cNvPr>
          <p:cNvSpPr>
            <a:spLocks noGrp="1"/>
          </p:cNvSpPr>
          <p:nvPr>
            <p:ph sz="quarter" idx="1"/>
          </p:nvPr>
        </p:nvSpPr>
        <p:spPr/>
        <p:txBody>
          <a:bodyPr/>
          <a:lstStyle/>
          <a:p>
            <a:r>
              <a:rPr lang="en-US" dirty="0"/>
              <a:t>So the steps we finalized are called textual HTA of a specific task. </a:t>
            </a:r>
          </a:p>
          <a:p>
            <a:endParaRPr lang="en-US" dirty="0"/>
          </a:p>
          <a:p>
            <a:endParaRPr lang="en-US" dirty="0"/>
          </a:p>
          <a:p>
            <a:r>
              <a:rPr lang="en-US" dirty="0"/>
              <a:t>Now we make a diagram for this HTA. </a:t>
            </a:r>
          </a:p>
          <a:p>
            <a:endParaRPr lang="en-US" dirty="0"/>
          </a:p>
        </p:txBody>
      </p:sp>
    </p:spTree>
    <p:extLst>
      <p:ext uri="{BB962C8B-B14F-4D97-AF65-F5344CB8AC3E}">
        <p14:creationId xmlns:p14="http://schemas.microsoft.com/office/powerpoint/2010/main" val="2149333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C9B0-7F5C-4BA6-9838-84CC3AF14936}"/>
              </a:ext>
            </a:extLst>
          </p:cNvPr>
          <p:cNvSpPr>
            <a:spLocks noGrp="1"/>
          </p:cNvSpPr>
          <p:nvPr>
            <p:ph type="title"/>
          </p:nvPr>
        </p:nvSpPr>
        <p:spPr/>
        <p:txBody>
          <a:bodyPr/>
          <a:lstStyle/>
          <a:p>
            <a:endParaRPr lang="en-PK"/>
          </a:p>
        </p:txBody>
      </p:sp>
      <p:graphicFrame>
        <p:nvGraphicFramePr>
          <p:cNvPr id="4" name="Content Placeholder 3">
            <a:extLst>
              <a:ext uri="{FF2B5EF4-FFF2-40B4-BE49-F238E27FC236}">
                <a16:creationId xmlns:a16="http://schemas.microsoft.com/office/drawing/2014/main" id="{15B96FFC-A4C4-40E4-B270-2FFB043AF0D1}"/>
              </a:ext>
            </a:extLst>
          </p:cNvPr>
          <p:cNvGraphicFramePr>
            <a:graphicFrameLocks noGrp="1"/>
          </p:cNvGraphicFramePr>
          <p:nvPr>
            <p:ph sz="quarter" idx="1"/>
            <p:extLst>
              <p:ext uri="{D42A27DB-BD31-4B8C-83A1-F6EECF244321}">
                <p14:modId xmlns:p14="http://schemas.microsoft.com/office/powerpoint/2010/main" val="1914313495"/>
              </p:ext>
            </p:extLst>
          </p:nvPr>
        </p:nvGraphicFramePr>
        <p:xfrm>
          <a:off x="234823" y="1600200"/>
          <a:ext cx="8531225"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4230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C9B0-7F5C-4BA6-9838-84CC3AF14936}"/>
              </a:ext>
            </a:extLst>
          </p:cNvPr>
          <p:cNvSpPr>
            <a:spLocks noGrp="1"/>
          </p:cNvSpPr>
          <p:nvPr>
            <p:ph type="title"/>
          </p:nvPr>
        </p:nvSpPr>
        <p:spPr/>
        <p:txBody>
          <a:bodyPr/>
          <a:lstStyle/>
          <a:p>
            <a:endParaRPr lang="en-PK"/>
          </a:p>
        </p:txBody>
      </p:sp>
      <p:graphicFrame>
        <p:nvGraphicFramePr>
          <p:cNvPr id="4" name="Content Placeholder 3">
            <a:extLst>
              <a:ext uri="{FF2B5EF4-FFF2-40B4-BE49-F238E27FC236}">
                <a16:creationId xmlns:a16="http://schemas.microsoft.com/office/drawing/2014/main" id="{15B96FFC-A4C4-40E4-B270-2FFB043AF0D1}"/>
              </a:ext>
            </a:extLst>
          </p:cNvPr>
          <p:cNvGraphicFramePr>
            <a:graphicFrameLocks noGrp="1"/>
          </p:cNvGraphicFramePr>
          <p:nvPr>
            <p:ph sz="quarter" idx="1"/>
            <p:extLst>
              <p:ext uri="{D42A27DB-BD31-4B8C-83A1-F6EECF244321}">
                <p14:modId xmlns:p14="http://schemas.microsoft.com/office/powerpoint/2010/main" val="3249008546"/>
              </p:ext>
            </p:extLst>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8EF2128B-7B85-4B3D-8F09-26A4A563C5ED}"/>
              </a:ext>
            </a:extLst>
          </p:cNvPr>
          <p:cNvPicPr>
            <a:picLocks noChangeAspect="1"/>
          </p:cNvPicPr>
          <p:nvPr/>
        </p:nvPicPr>
        <p:blipFill>
          <a:blip r:embed="rId8"/>
          <a:stretch>
            <a:fillRect/>
          </a:stretch>
        </p:blipFill>
        <p:spPr>
          <a:xfrm>
            <a:off x="2603038" y="4579889"/>
            <a:ext cx="228600" cy="232834"/>
          </a:xfrm>
          <a:prstGeom prst="rect">
            <a:avLst/>
          </a:prstGeom>
        </p:spPr>
      </p:pic>
      <p:pic>
        <p:nvPicPr>
          <p:cNvPr id="9" name="Picture 8">
            <a:extLst>
              <a:ext uri="{FF2B5EF4-FFF2-40B4-BE49-F238E27FC236}">
                <a16:creationId xmlns:a16="http://schemas.microsoft.com/office/drawing/2014/main" id="{3E9AF1C2-FB4C-4634-A1A0-1CC7E7909922}"/>
              </a:ext>
            </a:extLst>
          </p:cNvPr>
          <p:cNvPicPr>
            <a:picLocks noChangeAspect="1"/>
          </p:cNvPicPr>
          <p:nvPr/>
        </p:nvPicPr>
        <p:blipFill rotWithShape="1">
          <a:blip r:embed="rId9"/>
          <a:srcRect t="11111" r="12453" b="8889"/>
          <a:stretch/>
        </p:blipFill>
        <p:spPr>
          <a:xfrm>
            <a:off x="1371600" y="3733800"/>
            <a:ext cx="228600" cy="228600"/>
          </a:xfrm>
          <a:prstGeom prst="rect">
            <a:avLst/>
          </a:prstGeom>
        </p:spPr>
      </p:pic>
      <p:pic>
        <p:nvPicPr>
          <p:cNvPr id="11" name="Picture 10">
            <a:extLst>
              <a:ext uri="{FF2B5EF4-FFF2-40B4-BE49-F238E27FC236}">
                <a16:creationId xmlns:a16="http://schemas.microsoft.com/office/drawing/2014/main" id="{2B7A5366-610B-4725-BDFB-88504D24F429}"/>
              </a:ext>
            </a:extLst>
          </p:cNvPr>
          <p:cNvPicPr>
            <a:picLocks noChangeAspect="1"/>
          </p:cNvPicPr>
          <p:nvPr/>
        </p:nvPicPr>
        <p:blipFill rotWithShape="1">
          <a:blip r:embed="rId10"/>
          <a:srcRect t="17333" b="-1"/>
          <a:stretch/>
        </p:blipFill>
        <p:spPr>
          <a:xfrm>
            <a:off x="4038600" y="4541477"/>
            <a:ext cx="321138" cy="271246"/>
          </a:xfrm>
          <a:prstGeom prst="rect">
            <a:avLst/>
          </a:prstGeom>
        </p:spPr>
      </p:pic>
      <p:pic>
        <p:nvPicPr>
          <p:cNvPr id="13" name="Picture 12">
            <a:extLst>
              <a:ext uri="{FF2B5EF4-FFF2-40B4-BE49-F238E27FC236}">
                <a16:creationId xmlns:a16="http://schemas.microsoft.com/office/drawing/2014/main" id="{9EE58185-BF06-4AFE-BF6C-CE0EFD966434}"/>
              </a:ext>
            </a:extLst>
          </p:cNvPr>
          <p:cNvPicPr>
            <a:picLocks noChangeAspect="1"/>
          </p:cNvPicPr>
          <p:nvPr/>
        </p:nvPicPr>
        <p:blipFill>
          <a:blip r:embed="rId11"/>
          <a:stretch>
            <a:fillRect/>
          </a:stretch>
        </p:blipFill>
        <p:spPr>
          <a:xfrm>
            <a:off x="4038600" y="5419207"/>
            <a:ext cx="247650" cy="228600"/>
          </a:xfrm>
          <a:prstGeom prst="rect">
            <a:avLst/>
          </a:prstGeom>
        </p:spPr>
      </p:pic>
      <p:pic>
        <p:nvPicPr>
          <p:cNvPr id="15" name="Picture 14">
            <a:extLst>
              <a:ext uri="{FF2B5EF4-FFF2-40B4-BE49-F238E27FC236}">
                <a16:creationId xmlns:a16="http://schemas.microsoft.com/office/drawing/2014/main" id="{ABE6C478-14AB-49C4-B242-EF063FB8B4BB}"/>
              </a:ext>
            </a:extLst>
          </p:cNvPr>
          <p:cNvPicPr>
            <a:picLocks noChangeAspect="1"/>
          </p:cNvPicPr>
          <p:nvPr/>
        </p:nvPicPr>
        <p:blipFill>
          <a:blip r:embed="rId12"/>
          <a:stretch>
            <a:fillRect/>
          </a:stretch>
        </p:blipFill>
        <p:spPr>
          <a:xfrm>
            <a:off x="8142531" y="3733800"/>
            <a:ext cx="228600" cy="228600"/>
          </a:xfrm>
          <a:prstGeom prst="rect">
            <a:avLst/>
          </a:prstGeom>
        </p:spPr>
      </p:pic>
      <p:sp>
        <p:nvSpPr>
          <p:cNvPr id="3" name="TextBox 2">
            <a:extLst>
              <a:ext uri="{FF2B5EF4-FFF2-40B4-BE49-F238E27FC236}">
                <a16:creationId xmlns:a16="http://schemas.microsoft.com/office/drawing/2014/main" id="{B561AD21-1A22-4CB1-A7C7-EB072DB13402}"/>
              </a:ext>
            </a:extLst>
          </p:cNvPr>
          <p:cNvSpPr txBox="1"/>
          <p:nvPr/>
        </p:nvSpPr>
        <p:spPr>
          <a:xfrm>
            <a:off x="4876800" y="6125029"/>
            <a:ext cx="4788362" cy="369332"/>
          </a:xfrm>
          <a:prstGeom prst="rect">
            <a:avLst/>
          </a:prstGeom>
          <a:noFill/>
        </p:spPr>
        <p:txBody>
          <a:bodyPr wrap="square" rtlCol="0">
            <a:spAutoFit/>
          </a:bodyPr>
          <a:lstStyle/>
          <a:p>
            <a:r>
              <a:rPr lang="en-US" b="1" dirty="0">
                <a:solidFill>
                  <a:srgbClr val="FF0000"/>
                </a:solidFill>
              </a:rPr>
              <a:t>Now: add Plan into it</a:t>
            </a:r>
            <a:endParaRPr lang="en-PK" b="1" dirty="0">
              <a:solidFill>
                <a:srgbClr val="FF0000"/>
              </a:solidFill>
            </a:endParaRPr>
          </a:p>
        </p:txBody>
      </p:sp>
    </p:spTree>
    <p:extLst>
      <p:ext uri="{BB962C8B-B14F-4D97-AF65-F5344CB8AC3E}">
        <p14:creationId xmlns:p14="http://schemas.microsoft.com/office/powerpoint/2010/main" val="2349099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Analysis: An Example </a:t>
            </a:r>
          </a:p>
        </p:txBody>
      </p:sp>
      <p:sp>
        <p:nvSpPr>
          <p:cNvPr id="3" name="Content Placeholder 2"/>
          <p:cNvSpPr>
            <a:spLocks noGrp="1"/>
          </p:cNvSpPr>
          <p:nvPr>
            <p:ph sz="quarter" idx="1"/>
          </p:nvPr>
        </p:nvSpPr>
        <p:spPr/>
        <p:txBody>
          <a:bodyPr>
            <a:normAutofit lnSpcReduction="10000"/>
          </a:bodyPr>
          <a:lstStyle/>
          <a:p>
            <a:r>
              <a:rPr lang="en-US" sz="3200" dirty="0"/>
              <a:t>In order to clean the house</a:t>
            </a:r>
          </a:p>
          <a:p>
            <a:pPr marL="937260" lvl="2" indent="-342900">
              <a:buFont typeface="+mj-lt"/>
              <a:buAutoNum type="arabicPeriod"/>
            </a:pPr>
            <a:r>
              <a:rPr lang="en-US" sz="2400" dirty="0"/>
              <a:t>get the vacuum cleaner out</a:t>
            </a:r>
            <a:r>
              <a:rPr lang="en-GB" sz="2400" dirty="0"/>
              <a:t> </a:t>
            </a:r>
          </a:p>
          <a:p>
            <a:pPr marL="937260" lvl="2" indent="-342900">
              <a:buFont typeface="+mj-lt"/>
              <a:buAutoNum type="arabicPeriod"/>
            </a:pPr>
            <a:r>
              <a:rPr lang="en-GB" sz="2400" dirty="0"/>
              <a:t>fix </a:t>
            </a:r>
            <a:r>
              <a:rPr lang="en-US" sz="2400" dirty="0"/>
              <a:t>the appropriate attachments</a:t>
            </a:r>
          </a:p>
          <a:p>
            <a:pPr marL="937260" lvl="2" indent="-342900">
              <a:buFont typeface="+mj-lt"/>
              <a:buAutoNum type="arabicPeriod"/>
            </a:pPr>
            <a:r>
              <a:rPr lang="en-US" sz="2400" dirty="0"/>
              <a:t>clean the rooms</a:t>
            </a:r>
          </a:p>
          <a:p>
            <a:pPr marL="937260" lvl="2" indent="-342900">
              <a:buFont typeface="+mj-lt"/>
              <a:buAutoNum type="arabicPeriod"/>
            </a:pPr>
            <a:r>
              <a:rPr lang="en-US" sz="2400" dirty="0"/>
              <a:t>when the dust bag gets full, empty it</a:t>
            </a:r>
          </a:p>
          <a:p>
            <a:pPr marL="937260" lvl="2" indent="-342900">
              <a:buFont typeface="+mj-lt"/>
              <a:buAutoNum type="arabicPeriod"/>
            </a:pPr>
            <a:r>
              <a:rPr lang="en-US" sz="2400" dirty="0"/>
              <a:t>put the vacuum cleaner and tools away</a:t>
            </a:r>
          </a:p>
          <a:p>
            <a:pPr lvl="2"/>
            <a:endParaRPr lang="en-US" sz="2400" dirty="0"/>
          </a:p>
          <a:p>
            <a:r>
              <a:rPr lang="en-US" sz="3200" dirty="0"/>
              <a:t>Must know about:</a:t>
            </a:r>
          </a:p>
          <a:p>
            <a:pPr lvl="2"/>
            <a:r>
              <a:rPr lang="en-US" sz="2400" dirty="0"/>
              <a:t>vacuum cleaners, their attachments,</a:t>
            </a:r>
            <a:r>
              <a:rPr lang="en-GB" sz="2400" dirty="0"/>
              <a:t> </a:t>
            </a:r>
            <a:r>
              <a:rPr lang="en-US" sz="2400" dirty="0"/>
              <a:t>dust bags, cupboards, rooms etc.</a:t>
            </a:r>
            <a:endParaRPr lang="en-US" sz="3200" dirty="0"/>
          </a:p>
        </p:txBody>
      </p:sp>
    </p:spTree>
    <p:extLst>
      <p:ext uri="{BB962C8B-B14F-4D97-AF65-F5344CB8AC3E}">
        <p14:creationId xmlns:p14="http://schemas.microsoft.com/office/powerpoint/2010/main" val="1311951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Task Analysis</a:t>
            </a:r>
          </a:p>
        </p:txBody>
      </p:sp>
      <p:sp>
        <p:nvSpPr>
          <p:cNvPr id="3" name="Content Placeholder 2"/>
          <p:cNvSpPr>
            <a:spLocks noGrp="1"/>
          </p:cNvSpPr>
          <p:nvPr>
            <p:ph sz="quarter" idx="1"/>
          </p:nvPr>
        </p:nvSpPr>
        <p:spPr/>
        <p:txBody>
          <a:bodyPr>
            <a:normAutofit fontScale="92500" lnSpcReduction="10000"/>
          </a:bodyPr>
          <a:lstStyle/>
          <a:p>
            <a:r>
              <a:rPr lang="en-US" dirty="0"/>
              <a:t>Complex planning tasks can be represented as a hierarchy of operations and plans</a:t>
            </a:r>
          </a:p>
          <a:p>
            <a:endParaRPr lang="en-US" dirty="0"/>
          </a:p>
          <a:p>
            <a:r>
              <a:rPr lang="en-US" dirty="0"/>
              <a:t>Hierarchy of Operations (tasks)</a:t>
            </a:r>
          </a:p>
          <a:p>
            <a:pPr lvl="1"/>
            <a:r>
              <a:rPr lang="en-US" dirty="0"/>
              <a:t>different things that people must do within a system and </a:t>
            </a:r>
          </a:p>
          <a:p>
            <a:pPr lvl="1"/>
            <a:r>
              <a:rPr lang="en-US" dirty="0"/>
              <a:t>a hierarchy of tasks and subtasks </a:t>
            </a:r>
          </a:p>
          <a:p>
            <a:endParaRPr lang="en-US" dirty="0"/>
          </a:p>
          <a:p>
            <a:r>
              <a:rPr lang="en-US" dirty="0"/>
              <a:t>Plans </a:t>
            </a:r>
          </a:p>
          <a:p>
            <a:pPr lvl="1"/>
            <a:r>
              <a:rPr lang="en-US" dirty="0"/>
              <a:t>in what order and under what conditions subtasks are performed</a:t>
            </a:r>
          </a:p>
        </p:txBody>
      </p:sp>
    </p:spTree>
    <p:extLst>
      <p:ext uri="{BB962C8B-B14F-4D97-AF65-F5344CB8AC3E}">
        <p14:creationId xmlns:p14="http://schemas.microsoft.com/office/powerpoint/2010/main" val="167794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a:t>Textual HTA description</a:t>
            </a:r>
          </a:p>
        </p:txBody>
      </p:sp>
      <p:sp>
        <p:nvSpPr>
          <p:cNvPr id="36867" name="Rectangle 3"/>
          <p:cNvSpPr>
            <a:spLocks noGrp="1" noChangeArrowheads="1"/>
          </p:cNvSpPr>
          <p:nvPr>
            <p:ph sz="quarter" idx="1"/>
          </p:nvPr>
        </p:nvSpPr>
        <p:spPr>
          <a:xfrm>
            <a:off x="304800" y="1524000"/>
            <a:ext cx="8610600" cy="5334000"/>
          </a:xfrm>
        </p:spPr>
        <p:txBody>
          <a:bodyPr>
            <a:normAutofit/>
          </a:bodyPr>
          <a:lstStyle/>
          <a:p>
            <a:pPr>
              <a:lnSpc>
                <a:spcPct val="90000"/>
              </a:lnSpc>
              <a:buFontTx/>
              <a:buNone/>
            </a:pPr>
            <a:r>
              <a:rPr lang="en-GB" sz="2000" b="1" dirty="0"/>
              <a:t>Hierarchy description ...</a:t>
            </a:r>
            <a:endParaRPr lang="en-GB" sz="1000" dirty="0"/>
          </a:p>
          <a:p>
            <a:pPr>
              <a:lnSpc>
                <a:spcPct val="90000"/>
              </a:lnSpc>
              <a:buFontTx/>
              <a:buNone/>
            </a:pPr>
            <a:r>
              <a:rPr lang="en-GB" sz="1800" dirty="0"/>
              <a:t>	0. in order to clean the house</a:t>
            </a:r>
          </a:p>
          <a:p>
            <a:pPr>
              <a:lnSpc>
                <a:spcPct val="90000"/>
              </a:lnSpc>
              <a:buFontTx/>
              <a:buNone/>
            </a:pPr>
            <a:r>
              <a:rPr lang="en-GB" sz="1800" dirty="0"/>
              <a:t>		1. get the vacuum cleaner out</a:t>
            </a:r>
          </a:p>
          <a:p>
            <a:pPr>
              <a:lnSpc>
                <a:spcPct val="90000"/>
              </a:lnSpc>
              <a:buFontTx/>
              <a:buNone/>
            </a:pPr>
            <a:r>
              <a:rPr lang="en-GB" sz="1800" dirty="0"/>
              <a:t>		2. get the appropriate attachment</a:t>
            </a:r>
          </a:p>
          <a:p>
            <a:pPr>
              <a:lnSpc>
                <a:spcPct val="90000"/>
              </a:lnSpc>
              <a:buFontTx/>
              <a:buNone/>
            </a:pPr>
            <a:r>
              <a:rPr lang="en-GB" sz="1800" dirty="0"/>
              <a:t>		3. clean the rooms</a:t>
            </a:r>
          </a:p>
          <a:p>
            <a:pPr>
              <a:lnSpc>
                <a:spcPct val="90000"/>
              </a:lnSpc>
              <a:buFontTx/>
              <a:buNone/>
            </a:pPr>
            <a:r>
              <a:rPr lang="en-GB" sz="1800" dirty="0"/>
              <a:t>			3.1. clean the hall</a:t>
            </a:r>
          </a:p>
          <a:p>
            <a:pPr>
              <a:lnSpc>
                <a:spcPct val="90000"/>
              </a:lnSpc>
              <a:buFontTx/>
              <a:buNone/>
            </a:pPr>
            <a:r>
              <a:rPr lang="en-GB" sz="1800" dirty="0"/>
              <a:t>			3.2. clean the living rooms</a:t>
            </a:r>
          </a:p>
          <a:p>
            <a:pPr>
              <a:lnSpc>
                <a:spcPct val="90000"/>
              </a:lnSpc>
              <a:buFontTx/>
              <a:buNone/>
            </a:pPr>
            <a:r>
              <a:rPr lang="en-GB" sz="1800" dirty="0"/>
              <a:t>			3.3. clean the bedrooms</a:t>
            </a:r>
          </a:p>
          <a:p>
            <a:pPr>
              <a:lnSpc>
                <a:spcPct val="90000"/>
              </a:lnSpc>
              <a:buFontTx/>
              <a:buNone/>
            </a:pPr>
            <a:r>
              <a:rPr lang="en-GB" sz="1800" dirty="0"/>
              <a:t>		4. empty the dust bag</a:t>
            </a:r>
          </a:p>
          <a:p>
            <a:pPr>
              <a:lnSpc>
                <a:spcPct val="90000"/>
              </a:lnSpc>
              <a:buFontTx/>
              <a:buNone/>
            </a:pPr>
            <a:r>
              <a:rPr lang="en-GB" sz="1800" dirty="0"/>
              <a:t>		5. put vacuum cleaner and attachments away</a:t>
            </a:r>
          </a:p>
          <a:p>
            <a:pPr>
              <a:lnSpc>
                <a:spcPct val="90000"/>
              </a:lnSpc>
              <a:buFontTx/>
              <a:buNone/>
            </a:pPr>
            <a:endParaRPr lang="en-GB" sz="1000" dirty="0"/>
          </a:p>
          <a:p>
            <a:pPr>
              <a:lnSpc>
                <a:spcPct val="90000"/>
              </a:lnSpc>
              <a:buFontTx/>
              <a:buNone/>
            </a:pPr>
            <a:r>
              <a:rPr lang="en-GB" sz="1800" dirty="0"/>
              <a:t>... and plans</a:t>
            </a:r>
          </a:p>
          <a:p>
            <a:pPr>
              <a:lnSpc>
                <a:spcPct val="90000"/>
              </a:lnSpc>
              <a:buFontTx/>
              <a:buNone/>
            </a:pPr>
            <a:r>
              <a:rPr lang="en-GB" sz="1800" dirty="0"/>
              <a:t>	Plan 0: do 1 - 2 - 3 - 5 in that order. when the dust bag gets full do 4</a:t>
            </a:r>
          </a:p>
          <a:p>
            <a:pPr>
              <a:lnSpc>
                <a:spcPct val="90000"/>
              </a:lnSpc>
              <a:buFontTx/>
              <a:buNone/>
            </a:pPr>
            <a:r>
              <a:rPr lang="en-GB" sz="1800" dirty="0"/>
              <a:t>	Plan 3: do any of 3.1, 3.2 or 3.3 in any order depending on which rooms need cleaning</a:t>
            </a:r>
          </a:p>
        </p:txBody>
      </p:sp>
    </p:spTree>
    <p:extLst>
      <p:ext uri="{BB962C8B-B14F-4D97-AF65-F5344CB8AC3E}">
        <p14:creationId xmlns:p14="http://schemas.microsoft.com/office/powerpoint/2010/main" val="2319562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CEC8-50BE-4E41-B938-680F678CB3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08005E-15E5-48F4-A26E-28C545A67D33}"/>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0B321A5C-3A5D-4218-8D54-150331D94547}"/>
              </a:ext>
            </a:extLst>
          </p:cNvPr>
          <p:cNvPicPr>
            <a:picLocks noChangeAspect="1"/>
          </p:cNvPicPr>
          <p:nvPr/>
        </p:nvPicPr>
        <p:blipFill>
          <a:blip r:embed="rId2"/>
          <a:stretch>
            <a:fillRect/>
          </a:stretch>
        </p:blipFill>
        <p:spPr>
          <a:xfrm>
            <a:off x="310894" y="418476"/>
            <a:ext cx="8756908" cy="6375816"/>
          </a:xfrm>
          <a:prstGeom prst="rect">
            <a:avLst/>
          </a:prstGeom>
        </p:spPr>
      </p:pic>
    </p:spTree>
    <p:extLst>
      <p:ext uri="{BB962C8B-B14F-4D97-AF65-F5344CB8AC3E}">
        <p14:creationId xmlns:p14="http://schemas.microsoft.com/office/powerpoint/2010/main" val="1953664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the hierarchy</a:t>
            </a:r>
            <a:endParaRPr lang="en-US" dirty="0"/>
          </a:p>
        </p:txBody>
      </p:sp>
      <p:sp>
        <p:nvSpPr>
          <p:cNvPr id="3" name="Content Placeholder 2"/>
          <p:cNvSpPr>
            <a:spLocks noGrp="1"/>
          </p:cNvSpPr>
          <p:nvPr>
            <p:ph sz="quarter" idx="1"/>
          </p:nvPr>
        </p:nvSpPr>
        <p:spPr/>
        <p:txBody>
          <a:bodyPr>
            <a:normAutofit lnSpcReduction="10000"/>
          </a:bodyPr>
          <a:lstStyle/>
          <a:p>
            <a:pPr marL="514350" indent="-514350"/>
            <a:r>
              <a:rPr lang="en-GB" sz="3200" dirty="0"/>
              <a:t>Get list of tasks</a:t>
            </a:r>
          </a:p>
          <a:p>
            <a:pPr marL="1062990" lvl="2" indent="-514350"/>
            <a:r>
              <a:rPr lang="en-US" sz="2600" dirty="0"/>
              <a:t>start with stating the overall objective that the person has to achieve. </a:t>
            </a:r>
          </a:p>
          <a:p>
            <a:pPr marL="514350" indent="-514350"/>
            <a:endParaRPr lang="en-US" sz="2800" dirty="0"/>
          </a:p>
          <a:p>
            <a:pPr marL="514350" indent="-514350"/>
            <a:r>
              <a:rPr lang="en-US" sz="3200" dirty="0"/>
              <a:t>Re-describe into a set of sub-operations and the plan specifying when they are carried out. </a:t>
            </a:r>
          </a:p>
          <a:p>
            <a:pPr marL="1062990" lvl="2" indent="-514350"/>
            <a:r>
              <a:rPr lang="en-GB" sz="2600" dirty="0"/>
              <a:t>group tasks into higher level tasks</a:t>
            </a:r>
          </a:p>
          <a:p>
            <a:pPr marL="1062990" lvl="2" indent="-514350"/>
            <a:r>
              <a:rPr lang="en-GB" sz="2600" dirty="0"/>
              <a:t>decompose lowest level tasks further</a:t>
            </a:r>
          </a:p>
          <a:p>
            <a:pPr marL="1062990" lvl="2" indent="-514350"/>
            <a:r>
              <a:rPr lang="en-US" sz="2600" dirty="0"/>
              <a:t>Each sub-operation can be re-described further if the analyst requires</a:t>
            </a:r>
            <a:endParaRPr lang="en-GB" sz="2600" dirty="0"/>
          </a:p>
        </p:txBody>
      </p:sp>
    </p:spTree>
    <p:extLst>
      <p:ext uri="{BB962C8B-B14F-4D97-AF65-F5344CB8AC3E}">
        <p14:creationId xmlns:p14="http://schemas.microsoft.com/office/powerpoint/2010/main" val="275936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76AB2-FE85-4F8D-AF1B-A5D79C68DA11}"/>
              </a:ext>
            </a:extLst>
          </p:cNvPr>
          <p:cNvSpPr>
            <a:spLocks noGrp="1"/>
          </p:cNvSpPr>
          <p:nvPr>
            <p:ph type="title"/>
          </p:nvPr>
        </p:nvSpPr>
        <p:spPr/>
        <p:txBody>
          <a:bodyPr>
            <a:normAutofit fontScale="90000"/>
          </a:bodyPr>
          <a:lstStyle/>
          <a:p>
            <a:r>
              <a:rPr lang="en-US" dirty="0"/>
              <a:t>Make an HTA for making a cup of tea.</a:t>
            </a:r>
          </a:p>
        </p:txBody>
      </p:sp>
      <p:sp>
        <p:nvSpPr>
          <p:cNvPr id="3" name="Content Placeholder 2">
            <a:extLst>
              <a:ext uri="{FF2B5EF4-FFF2-40B4-BE49-F238E27FC236}">
                <a16:creationId xmlns:a16="http://schemas.microsoft.com/office/drawing/2014/main" id="{E11751F6-94F1-4405-85D7-8AF3F902D5A2}"/>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3477562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HTA</a:t>
            </a:r>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183382" y="1821523"/>
            <a:ext cx="8808218" cy="4503077"/>
          </a:xfrm>
          <a:prstGeom prst="rect">
            <a:avLst/>
          </a:prstGeom>
          <a:noFill/>
          <a:ln w="9525">
            <a:noFill/>
            <a:miter lim="800000"/>
            <a:headEnd/>
            <a:tailEnd/>
          </a:ln>
          <a:effectLst/>
        </p:spPr>
      </p:pic>
    </p:spTree>
    <p:extLst>
      <p:ext uri="{BB962C8B-B14F-4D97-AF65-F5344CB8AC3E}">
        <p14:creationId xmlns:p14="http://schemas.microsoft.com/office/powerpoint/2010/main" val="4130419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5400000">
            <a:off x="-1066800" y="3429000"/>
            <a:ext cx="3200400" cy="914400"/>
          </a:xfrm>
        </p:spPr>
        <p:txBody>
          <a:bodyPr/>
          <a:lstStyle/>
          <a:p>
            <a:r>
              <a:rPr lang="en-US" dirty="0"/>
              <a:t>Refined HTA</a:t>
            </a:r>
          </a:p>
        </p:txBody>
      </p:sp>
      <p:pic>
        <p:nvPicPr>
          <p:cNvPr id="2050" name="Picture 2"/>
          <p:cNvPicPr>
            <a:picLocks noGrp="1" noChangeAspect="1" noChangeArrowheads="1"/>
          </p:cNvPicPr>
          <p:nvPr>
            <p:ph sz="quarter" idx="1"/>
          </p:nvPr>
        </p:nvPicPr>
        <p:blipFill>
          <a:blip r:embed="rId3" cstate="print"/>
          <a:srcRect/>
          <a:stretch>
            <a:fillRect/>
          </a:stretch>
        </p:blipFill>
        <p:spPr bwMode="auto">
          <a:xfrm>
            <a:off x="1143000" y="76200"/>
            <a:ext cx="7903088" cy="6591814"/>
          </a:xfrm>
          <a:prstGeom prst="rect">
            <a:avLst/>
          </a:prstGeom>
          <a:noFill/>
          <a:ln w="9525">
            <a:noFill/>
            <a:miter lim="800000"/>
            <a:headEnd/>
            <a:tailEnd/>
          </a:ln>
          <a:effectLst/>
        </p:spPr>
      </p:pic>
    </p:spTree>
    <p:extLst>
      <p:ext uri="{BB962C8B-B14F-4D97-AF65-F5344CB8AC3E}">
        <p14:creationId xmlns:p14="http://schemas.microsoft.com/office/powerpoint/2010/main" val="1364940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81000" indent="-381000"/>
            <a:r>
              <a:rPr lang="en-GB" dirty="0"/>
              <a:t>Stopping rules</a:t>
            </a:r>
          </a:p>
        </p:txBody>
      </p:sp>
      <p:sp>
        <p:nvSpPr>
          <p:cNvPr id="3" name="Content Placeholder 2"/>
          <p:cNvSpPr>
            <a:spLocks noGrp="1"/>
          </p:cNvSpPr>
          <p:nvPr>
            <p:ph sz="quarter" idx="1"/>
          </p:nvPr>
        </p:nvSpPr>
        <p:spPr/>
        <p:txBody>
          <a:bodyPr>
            <a:normAutofit fontScale="92500" lnSpcReduction="10000"/>
          </a:bodyPr>
          <a:lstStyle/>
          <a:p>
            <a:pPr marL="381000" indent="-381000"/>
            <a:r>
              <a:rPr lang="en-GB" dirty="0"/>
              <a:t>How do we know when to stop?</a:t>
            </a:r>
          </a:p>
          <a:p>
            <a:pPr marL="655320" lvl="1" indent="-381000"/>
            <a:r>
              <a:rPr lang="en-GB" dirty="0"/>
              <a:t>Is “empty the dust bag” simple enough?</a:t>
            </a:r>
          </a:p>
          <a:p>
            <a:pPr marL="655320" lvl="1" indent="-381000"/>
            <a:r>
              <a:rPr lang="en-GB" dirty="0"/>
              <a:t>Purpose: expand only relevant tasks</a:t>
            </a:r>
          </a:p>
          <a:p>
            <a:pPr marL="655320" lvl="1" indent="-381000"/>
            <a:r>
              <a:rPr lang="en-GB" dirty="0"/>
              <a:t>Motor actions: lowest sensible level</a:t>
            </a:r>
          </a:p>
          <a:p>
            <a:pPr marL="655320" lvl="1" indent="-381000"/>
            <a:endParaRPr lang="en-GB" dirty="0"/>
          </a:p>
          <a:p>
            <a:r>
              <a:rPr lang="en-US" sz="2800" dirty="0"/>
              <a:t>P × C rule</a:t>
            </a:r>
          </a:p>
          <a:p>
            <a:pPr lvl="1"/>
            <a:r>
              <a:rPr lang="en-US" dirty="0"/>
              <a:t>If the probability of making a mistake in the task (P) multiplied by the cost of the mistake (C) is below a threshold, then stop expanding.</a:t>
            </a:r>
          </a:p>
          <a:p>
            <a:pPr lvl="1"/>
            <a:r>
              <a:rPr lang="en-US" dirty="0"/>
              <a:t>That is, simple tasks need not be expanded, unless they are critical.</a:t>
            </a:r>
            <a:endParaRPr lang="en-GB" dirty="0"/>
          </a:p>
          <a:p>
            <a:endParaRPr lang="en-US" dirty="0"/>
          </a:p>
        </p:txBody>
      </p:sp>
    </p:spTree>
    <p:extLst>
      <p:ext uri="{BB962C8B-B14F-4D97-AF65-F5344CB8AC3E}">
        <p14:creationId xmlns:p14="http://schemas.microsoft.com/office/powerpoint/2010/main" val="108407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Restructuring HTA</a:t>
            </a:r>
          </a:p>
        </p:txBody>
      </p:sp>
      <p:sp>
        <p:nvSpPr>
          <p:cNvPr id="3" name="Content Placeholder 2"/>
          <p:cNvSpPr>
            <a:spLocks noGrp="1"/>
          </p:cNvSpPr>
          <p:nvPr>
            <p:ph sz="quarter" idx="1"/>
          </p:nvPr>
        </p:nvSpPr>
        <p:spPr/>
        <p:txBody>
          <a:bodyPr/>
          <a:lstStyle/>
          <a:p>
            <a:r>
              <a:rPr lang="en-US" dirty="0"/>
              <a:t>Restructuring and finding the appropriate and meaningful hierarchy, is part of the process of HTA.</a:t>
            </a:r>
          </a:p>
          <a:p>
            <a:endParaRPr lang="en-US" dirty="0"/>
          </a:p>
          <a:p>
            <a:r>
              <a:rPr lang="en-US" dirty="0"/>
              <a:t>For Example: </a:t>
            </a:r>
          </a:p>
          <a:p>
            <a:pPr lvl="1"/>
            <a:r>
              <a:rPr lang="en-US" dirty="0"/>
              <a:t>If we know that we only ever notice the bag is full when we are actively using the machine, we might choose to put subtask 4 ‘empty the dust bag’ within 3 ‘clean the rooms’. </a:t>
            </a:r>
          </a:p>
        </p:txBody>
      </p:sp>
    </p:spTree>
    <p:extLst>
      <p:ext uri="{BB962C8B-B14F-4D97-AF65-F5344CB8AC3E}">
        <p14:creationId xmlns:p14="http://schemas.microsoft.com/office/powerpoint/2010/main" val="2979480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Refining HTA</a:t>
            </a:r>
          </a:p>
        </p:txBody>
      </p:sp>
      <p:sp>
        <p:nvSpPr>
          <p:cNvPr id="3" name="Content Placeholder 2"/>
          <p:cNvSpPr>
            <a:spLocks noGrp="1"/>
          </p:cNvSpPr>
          <p:nvPr>
            <p:ph sz="quarter" idx="1"/>
          </p:nvPr>
        </p:nvSpPr>
        <p:spPr/>
        <p:txBody>
          <a:bodyPr/>
          <a:lstStyle/>
          <a:p>
            <a:pPr>
              <a:buFontTx/>
              <a:buNone/>
              <a:tabLst>
                <a:tab pos="2667000" algn="l"/>
              </a:tabLst>
            </a:pPr>
            <a:r>
              <a:rPr lang="en-GB" sz="3200" dirty="0"/>
              <a:t>Given initial HTA (textual or diagram)</a:t>
            </a:r>
          </a:p>
          <a:p>
            <a:pPr lvl="1">
              <a:buFontTx/>
              <a:buNone/>
              <a:tabLst>
                <a:tab pos="2667000" algn="l"/>
              </a:tabLst>
            </a:pPr>
            <a:r>
              <a:rPr lang="en-GB" sz="3200" dirty="0"/>
              <a:t>How to check / improve it?</a:t>
            </a:r>
          </a:p>
          <a:p>
            <a:pPr>
              <a:buFontTx/>
              <a:buNone/>
              <a:tabLst>
                <a:tab pos="2667000" algn="l"/>
              </a:tabLst>
            </a:pPr>
            <a:endParaRPr lang="en-GB" sz="3200" dirty="0"/>
          </a:p>
          <a:p>
            <a:pPr>
              <a:buFontTx/>
              <a:buNone/>
              <a:tabLst>
                <a:tab pos="2667000" algn="l"/>
              </a:tabLst>
            </a:pPr>
            <a:r>
              <a:rPr lang="en-GB" sz="3200" dirty="0"/>
              <a:t>Some heuristics:</a:t>
            </a:r>
          </a:p>
          <a:p>
            <a:pPr lvl="1">
              <a:buFontTx/>
              <a:buNone/>
              <a:tabLst>
                <a:tab pos="2667000" algn="l"/>
              </a:tabLst>
            </a:pPr>
            <a:r>
              <a:rPr lang="en-GB" sz="2800" dirty="0"/>
              <a:t>paired actions	</a:t>
            </a:r>
            <a:r>
              <a:rPr lang="en-GB" sz="2000" dirty="0"/>
              <a:t>e.g., where is `turn on gas'</a:t>
            </a:r>
          </a:p>
          <a:p>
            <a:pPr lvl="1">
              <a:buFontTx/>
              <a:buNone/>
              <a:tabLst>
                <a:tab pos="2667000" algn="l"/>
              </a:tabLst>
            </a:pPr>
            <a:r>
              <a:rPr lang="en-GB" sz="2800" dirty="0"/>
              <a:t>restructure	</a:t>
            </a:r>
            <a:r>
              <a:rPr lang="en-GB" sz="2000" dirty="0"/>
              <a:t>e.g., generate task `make pot'</a:t>
            </a:r>
            <a:endParaRPr lang="en-GB" sz="2800" dirty="0"/>
          </a:p>
          <a:p>
            <a:pPr lvl="1">
              <a:buFontTx/>
              <a:buNone/>
              <a:tabLst>
                <a:tab pos="2667000" algn="l"/>
              </a:tabLst>
            </a:pPr>
            <a:r>
              <a:rPr lang="en-GB" sz="2800" dirty="0"/>
              <a:t>balance	</a:t>
            </a:r>
            <a:r>
              <a:rPr lang="en-GB" sz="2000" dirty="0"/>
              <a:t>e.g., is `pour tea' simpler than making pot?</a:t>
            </a:r>
          </a:p>
          <a:p>
            <a:pPr lvl="1">
              <a:buFontTx/>
              <a:buNone/>
              <a:tabLst>
                <a:tab pos="2667000" algn="l"/>
              </a:tabLst>
            </a:pPr>
            <a:r>
              <a:rPr lang="en-GB" sz="2800" dirty="0"/>
              <a:t>generalise	</a:t>
            </a:r>
            <a:r>
              <a:rPr lang="en-GB" sz="2000" dirty="0"/>
              <a:t>e.g., make one cup ….. or more</a:t>
            </a:r>
            <a:endParaRPr lang="en-GB" dirty="0"/>
          </a:p>
          <a:p>
            <a:endParaRPr lang="en-US" dirty="0"/>
          </a:p>
        </p:txBody>
      </p:sp>
    </p:spTree>
    <p:extLst>
      <p:ext uri="{BB962C8B-B14F-4D97-AF65-F5344CB8AC3E}">
        <p14:creationId xmlns:p14="http://schemas.microsoft.com/office/powerpoint/2010/main" val="146993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Plans </a:t>
            </a:r>
          </a:p>
        </p:txBody>
      </p:sp>
      <p:sp>
        <p:nvSpPr>
          <p:cNvPr id="3" name="Content Placeholder 2"/>
          <p:cNvSpPr>
            <a:spLocks noGrp="1"/>
          </p:cNvSpPr>
          <p:nvPr>
            <p:ph sz="quarter" idx="1"/>
          </p:nvPr>
        </p:nvSpPr>
        <p:spPr>
          <a:xfrm>
            <a:off x="612648" y="1600200"/>
            <a:ext cx="8153400" cy="5257800"/>
          </a:xfrm>
        </p:spPr>
        <p:txBody>
          <a:bodyPr>
            <a:normAutofit fontScale="92500" lnSpcReduction="20000"/>
          </a:bodyPr>
          <a:lstStyle/>
          <a:p>
            <a:r>
              <a:rPr lang="en-US" dirty="0"/>
              <a:t>Sequence</a:t>
            </a:r>
          </a:p>
          <a:p>
            <a:pPr lvl="2"/>
            <a:r>
              <a:rPr lang="en-US" dirty="0"/>
              <a:t>1.1 then 1.2 then 1.3</a:t>
            </a:r>
          </a:p>
          <a:p>
            <a:r>
              <a:rPr lang="en-US" dirty="0"/>
              <a:t>Optional </a:t>
            </a:r>
          </a:p>
          <a:p>
            <a:pPr lvl="2"/>
            <a:r>
              <a:rPr lang="en-US" dirty="0"/>
              <a:t>if the pot is full 2</a:t>
            </a:r>
          </a:p>
          <a:p>
            <a:r>
              <a:rPr lang="en-US" dirty="0"/>
              <a:t>Wait </a:t>
            </a:r>
          </a:p>
          <a:p>
            <a:pPr lvl="2"/>
            <a:r>
              <a:rPr lang="en-US" dirty="0"/>
              <a:t>when kettle boils, do 1.4</a:t>
            </a:r>
          </a:p>
          <a:p>
            <a:r>
              <a:rPr lang="en-US" dirty="0"/>
              <a:t>Cycles </a:t>
            </a:r>
          </a:p>
          <a:p>
            <a:pPr lvl="2"/>
            <a:r>
              <a:rPr lang="en-US" dirty="0"/>
              <a:t>do 5.1 5.2 while there are still empty cups</a:t>
            </a:r>
          </a:p>
          <a:p>
            <a:r>
              <a:rPr lang="en-US" dirty="0"/>
              <a:t>Parallel </a:t>
            </a:r>
          </a:p>
          <a:p>
            <a:pPr lvl="2"/>
            <a:r>
              <a:rPr lang="en-US" dirty="0"/>
              <a:t>do 1; at the same time ...</a:t>
            </a:r>
          </a:p>
          <a:p>
            <a:r>
              <a:rPr lang="en-US" dirty="0"/>
              <a:t>Discretionary </a:t>
            </a:r>
          </a:p>
          <a:p>
            <a:pPr lvl="2"/>
            <a:r>
              <a:rPr lang="en-US" dirty="0"/>
              <a:t>do any of 3.1, 3.2 or 3.3 in any order</a:t>
            </a:r>
          </a:p>
          <a:p>
            <a:r>
              <a:rPr lang="en-US" dirty="0"/>
              <a:t>Mixtures</a:t>
            </a:r>
          </a:p>
          <a:p>
            <a:pPr lvl="2"/>
            <a:r>
              <a:rPr lang="en-US" dirty="0"/>
              <a:t>Mixtures of above</a:t>
            </a:r>
          </a:p>
        </p:txBody>
      </p:sp>
    </p:spTree>
    <p:extLst>
      <p:ext uri="{BB962C8B-B14F-4D97-AF65-F5344CB8AC3E}">
        <p14:creationId xmlns:p14="http://schemas.microsoft.com/office/powerpoint/2010/main" val="3626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GB" dirty="0"/>
              <a:t>Waiting …</a:t>
            </a:r>
          </a:p>
        </p:txBody>
      </p:sp>
      <p:sp>
        <p:nvSpPr>
          <p:cNvPr id="79875" name="Rectangle 3"/>
          <p:cNvSpPr>
            <a:spLocks noGrp="1" noChangeArrowheads="1"/>
          </p:cNvSpPr>
          <p:nvPr>
            <p:ph sz="quarter" idx="1"/>
          </p:nvPr>
        </p:nvSpPr>
        <p:spPr/>
        <p:txBody>
          <a:bodyPr/>
          <a:lstStyle/>
          <a:p>
            <a:r>
              <a:rPr lang="en-GB" sz="2400" dirty="0"/>
              <a:t>is waiting part of a plan?</a:t>
            </a:r>
            <a:br>
              <a:rPr lang="en-GB" sz="2400" dirty="0"/>
            </a:br>
            <a:r>
              <a:rPr lang="en-GB" sz="2400" dirty="0"/>
              <a:t>…    or a task?</a:t>
            </a:r>
          </a:p>
          <a:p>
            <a:r>
              <a:rPr lang="en-GB" sz="2400" dirty="0"/>
              <a:t>generally</a:t>
            </a:r>
          </a:p>
          <a:p>
            <a:pPr lvl="1"/>
            <a:r>
              <a:rPr lang="en-GB" sz="2000" dirty="0"/>
              <a:t>task – if ‘busy’ wait</a:t>
            </a:r>
          </a:p>
          <a:p>
            <a:pPr lvl="2"/>
            <a:r>
              <a:rPr lang="en-GB" sz="1800" dirty="0"/>
              <a:t>you are actively waiting</a:t>
            </a:r>
          </a:p>
          <a:p>
            <a:pPr lvl="1"/>
            <a:r>
              <a:rPr lang="en-GB" sz="2000" dirty="0"/>
              <a:t>plan – if end of delay is the event</a:t>
            </a:r>
          </a:p>
          <a:p>
            <a:pPr lvl="2"/>
            <a:r>
              <a:rPr lang="en-GB" sz="1800" dirty="0"/>
              <a:t>e.g. “when alarm rings”, “when reply arrives” </a:t>
            </a:r>
          </a:p>
          <a:p>
            <a:r>
              <a:rPr lang="en-GB" sz="2400" dirty="0"/>
              <a:t>in this example …</a:t>
            </a:r>
          </a:p>
          <a:p>
            <a:pPr lvl="1"/>
            <a:r>
              <a:rPr lang="en-GB" sz="2000" dirty="0"/>
              <a:t>perhaps a little redundant …</a:t>
            </a:r>
          </a:p>
          <a:p>
            <a:pPr lvl="1"/>
            <a:r>
              <a:rPr lang="en-GB" sz="2000" dirty="0"/>
              <a:t>TA not an exact science</a:t>
            </a:r>
          </a:p>
        </p:txBody>
      </p:sp>
      <p:pic>
        <p:nvPicPr>
          <p:cNvPr id="79880" name="Picture 8"/>
          <p:cNvPicPr>
            <a:picLocks noChangeAspect="1" noChangeArrowheads="1"/>
          </p:cNvPicPr>
          <p:nvPr/>
        </p:nvPicPr>
        <p:blipFill>
          <a:blip r:embed="rId2" cstate="print"/>
          <a:srcRect/>
          <a:stretch>
            <a:fillRect/>
          </a:stretch>
        </p:blipFill>
        <p:spPr bwMode="auto">
          <a:xfrm>
            <a:off x="5334000" y="990600"/>
            <a:ext cx="3048000" cy="2408238"/>
          </a:xfrm>
          <a:prstGeom prst="rect">
            <a:avLst/>
          </a:prstGeom>
          <a:noFill/>
          <a:ln w="9525">
            <a:noFill/>
            <a:miter lim="800000"/>
            <a:headEnd/>
            <a:tailEnd/>
          </a:ln>
          <a:effectLst/>
        </p:spPr>
      </p:pic>
      <p:grpSp>
        <p:nvGrpSpPr>
          <p:cNvPr id="2" name="Group 14"/>
          <p:cNvGrpSpPr>
            <a:grpSpLocks/>
          </p:cNvGrpSpPr>
          <p:nvPr/>
        </p:nvGrpSpPr>
        <p:grpSpPr bwMode="auto">
          <a:xfrm>
            <a:off x="4038600" y="1447800"/>
            <a:ext cx="3581400" cy="609600"/>
            <a:chOff x="3216" y="1248"/>
            <a:chExt cx="1872" cy="384"/>
          </a:xfrm>
        </p:grpSpPr>
        <p:sp>
          <p:nvSpPr>
            <p:cNvPr id="79881" name="Oval 9"/>
            <p:cNvSpPr>
              <a:spLocks noChangeArrowheads="1"/>
            </p:cNvSpPr>
            <p:nvPr/>
          </p:nvSpPr>
          <p:spPr bwMode="auto">
            <a:xfrm>
              <a:off x="3840" y="1248"/>
              <a:ext cx="1248" cy="384"/>
            </a:xfrm>
            <a:prstGeom prst="ellipse">
              <a:avLst/>
            </a:prstGeom>
            <a:noFill/>
            <a:ln w="57150">
              <a:solidFill>
                <a:srgbClr val="ED181E"/>
              </a:solidFill>
              <a:round/>
              <a:headEnd/>
              <a:tailEnd/>
            </a:ln>
            <a:effectLst/>
          </p:spPr>
          <p:txBody>
            <a:bodyPr wrap="none" anchor="ctr"/>
            <a:lstStyle/>
            <a:p>
              <a:endParaRPr lang="en-US"/>
            </a:p>
          </p:txBody>
        </p:sp>
        <p:sp>
          <p:nvSpPr>
            <p:cNvPr id="79884" name="Line 12"/>
            <p:cNvSpPr>
              <a:spLocks noChangeShapeType="1"/>
            </p:cNvSpPr>
            <p:nvPr/>
          </p:nvSpPr>
          <p:spPr bwMode="auto">
            <a:xfrm>
              <a:off x="3216" y="1392"/>
              <a:ext cx="624" cy="48"/>
            </a:xfrm>
            <a:prstGeom prst="line">
              <a:avLst/>
            </a:prstGeom>
            <a:noFill/>
            <a:ln w="57150">
              <a:solidFill>
                <a:srgbClr val="ED181E"/>
              </a:solidFill>
              <a:round/>
              <a:headEnd/>
              <a:tailEnd/>
            </a:ln>
            <a:effectLst/>
          </p:spPr>
          <p:txBody>
            <a:bodyPr wrap="none" anchor="ctr"/>
            <a:lstStyle/>
            <a:p>
              <a:endParaRPr lang="en-US"/>
            </a:p>
          </p:txBody>
        </p:sp>
      </p:grpSp>
      <p:grpSp>
        <p:nvGrpSpPr>
          <p:cNvPr id="3" name="Group 15"/>
          <p:cNvGrpSpPr>
            <a:grpSpLocks/>
          </p:cNvGrpSpPr>
          <p:nvPr/>
        </p:nvGrpSpPr>
        <p:grpSpPr bwMode="auto">
          <a:xfrm>
            <a:off x="3048000" y="1981200"/>
            <a:ext cx="4495800" cy="1066800"/>
            <a:chOff x="2208" y="1584"/>
            <a:chExt cx="2832" cy="672"/>
          </a:xfrm>
        </p:grpSpPr>
        <p:sp>
          <p:nvSpPr>
            <p:cNvPr id="79882" name="Oval 10"/>
            <p:cNvSpPr>
              <a:spLocks noChangeArrowheads="1"/>
            </p:cNvSpPr>
            <p:nvPr/>
          </p:nvSpPr>
          <p:spPr bwMode="auto">
            <a:xfrm>
              <a:off x="4176" y="1584"/>
              <a:ext cx="864" cy="672"/>
            </a:xfrm>
            <a:prstGeom prst="ellipse">
              <a:avLst/>
            </a:prstGeom>
            <a:noFill/>
            <a:ln w="57150">
              <a:solidFill>
                <a:srgbClr val="ED181E"/>
              </a:solidFill>
              <a:round/>
              <a:headEnd/>
              <a:tailEnd/>
            </a:ln>
            <a:effectLst/>
          </p:spPr>
          <p:txBody>
            <a:bodyPr wrap="none" anchor="ctr"/>
            <a:lstStyle/>
            <a:p>
              <a:endParaRPr lang="en-US"/>
            </a:p>
          </p:txBody>
        </p:sp>
        <p:sp>
          <p:nvSpPr>
            <p:cNvPr id="79885" name="Line 13"/>
            <p:cNvSpPr>
              <a:spLocks noChangeShapeType="1"/>
            </p:cNvSpPr>
            <p:nvPr/>
          </p:nvSpPr>
          <p:spPr bwMode="auto">
            <a:xfrm>
              <a:off x="2208" y="1632"/>
              <a:ext cx="1968" cy="240"/>
            </a:xfrm>
            <a:prstGeom prst="line">
              <a:avLst/>
            </a:prstGeom>
            <a:noFill/>
            <a:ln w="57150">
              <a:solidFill>
                <a:srgbClr val="ED181E"/>
              </a:solidFill>
              <a:round/>
              <a:headEnd/>
              <a:tailEnd/>
            </a:ln>
            <a:effectLst/>
          </p:spPr>
          <p:txBody>
            <a:bodyPr wrap="none" anchor="ctr"/>
            <a:lstStyle/>
            <a:p>
              <a:endParaRPr lang="en-US"/>
            </a:p>
          </p:txBody>
        </p:sp>
      </p:grpSp>
    </p:spTree>
    <p:extLst>
      <p:ext uri="{BB962C8B-B14F-4D97-AF65-F5344CB8AC3E}">
        <p14:creationId xmlns:p14="http://schemas.microsoft.com/office/powerpoint/2010/main" val="267830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HTA Pros </a:t>
            </a:r>
          </a:p>
        </p:txBody>
      </p:sp>
      <p:sp>
        <p:nvSpPr>
          <p:cNvPr id="3" name="Content Placeholder 2"/>
          <p:cNvSpPr>
            <a:spLocks noGrp="1"/>
          </p:cNvSpPr>
          <p:nvPr>
            <p:ph sz="quarter" idx="1"/>
          </p:nvPr>
        </p:nvSpPr>
        <p:spPr/>
        <p:txBody>
          <a:bodyPr>
            <a:normAutofit fontScale="85000" lnSpcReduction="20000"/>
          </a:bodyPr>
          <a:lstStyle/>
          <a:p>
            <a:r>
              <a:rPr lang="en-US" dirty="0"/>
              <a:t>Economical method of gathering and organizing information</a:t>
            </a:r>
          </a:p>
          <a:p>
            <a:endParaRPr lang="en-US" dirty="0"/>
          </a:p>
          <a:p>
            <a:r>
              <a:rPr lang="en-US" dirty="0"/>
              <a:t>Enables the analyst to focus on crucial aspects of the task</a:t>
            </a:r>
          </a:p>
          <a:p>
            <a:endParaRPr lang="en-US" dirty="0"/>
          </a:p>
          <a:p>
            <a:r>
              <a:rPr lang="en-US" dirty="0"/>
              <a:t>Allows functional objectives to be specified at the higher levels of the analysis prior to final decisions</a:t>
            </a:r>
          </a:p>
          <a:p>
            <a:endParaRPr lang="en-US" dirty="0"/>
          </a:p>
          <a:p>
            <a:r>
              <a:rPr lang="en-US" dirty="0"/>
              <a:t>A collaboration between the task analyst and people involved in operations. </a:t>
            </a:r>
          </a:p>
          <a:p>
            <a:endParaRPr lang="en-US" dirty="0"/>
          </a:p>
          <a:p>
            <a:r>
              <a:rPr lang="en-US" dirty="0"/>
              <a:t>Can be used as a starting point for using various error analysis methods to examine the error potential</a:t>
            </a:r>
          </a:p>
        </p:txBody>
      </p:sp>
    </p:spTree>
    <p:extLst>
      <p:ext uri="{BB962C8B-B14F-4D97-AF65-F5344CB8AC3E}">
        <p14:creationId xmlns:p14="http://schemas.microsoft.com/office/powerpoint/2010/main" val="1433172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HTA </a:t>
            </a:r>
            <a:r>
              <a:rPr lang="en-US" dirty="0"/>
              <a:t>Cons </a:t>
            </a:r>
          </a:p>
        </p:txBody>
      </p:sp>
      <p:sp>
        <p:nvSpPr>
          <p:cNvPr id="3" name="Content Placeholder 2"/>
          <p:cNvSpPr>
            <a:spLocks noGrp="1"/>
          </p:cNvSpPr>
          <p:nvPr>
            <p:ph sz="quarter" idx="1"/>
          </p:nvPr>
        </p:nvSpPr>
        <p:spPr/>
        <p:txBody>
          <a:bodyPr>
            <a:normAutofit/>
          </a:bodyPr>
          <a:lstStyle/>
          <a:p>
            <a:r>
              <a:rPr lang="en-US" dirty="0"/>
              <a:t>The analyst needs to develop a measure of skill in order to analyze the task effectively since the technique is not a simple procedure that can be applied immediately. </a:t>
            </a:r>
          </a:p>
          <a:p>
            <a:endParaRPr lang="en-US" dirty="0"/>
          </a:p>
          <a:p>
            <a:r>
              <a:rPr lang="en-US" dirty="0"/>
              <a:t>Because HTA has to be carried out in collaboration with workers, supervisors and engineers, it entails commitment of time and effort from busy people</a:t>
            </a:r>
          </a:p>
        </p:txBody>
      </p:sp>
    </p:spTree>
    <p:extLst>
      <p:ext uri="{BB962C8B-B14F-4D97-AF65-F5344CB8AC3E}">
        <p14:creationId xmlns:p14="http://schemas.microsoft.com/office/powerpoint/2010/main" val="387180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Activity 1	</a:t>
            </a:r>
          </a:p>
        </p:txBody>
      </p:sp>
      <p:sp>
        <p:nvSpPr>
          <p:cNvPr id="3" name="Content Placeholder 2"/>
          <p:cNvSpPr>
            <a:spLocks noGrp="1"/>
          </p:cNvSpPr>
          <p:nvPr>
            <p:ph sz="quarter" idx="1"/>
          </p:nvPr>
        </p:nvSpPr>
        <p:spPr/>
        <p:txBody>
          <a:bodyPr/>
          <a:lstStyle/>
          <a:p>
            <a:r>
              <a:rPr lang="en-US" dirty="0"/>
              <a:t>Consider the activity of making a telephone call. Record the actions in an HTA diagram or textually. Start off simply, assuming you know the number to dial, but then add more complicated situations: finding the number in address book, or what to do when the number is engaged.</a:t>
            </a:r>
          </a:p>
        </p:txBody>
      </p:sp>
    </p:spTree>
    <p:extLst>
      <p:ext uri="{BB962C8B-B14F-4D97-AF65-F5344CB8AC3E}">
        <p14:creationId xmlns:p14="http://schemas.microsoft.com/office/powerpoint/2010/main" val="182127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1088-3565-76E9-E939-38FEE40408F7}"/>
              </a:ext>
            </a:extLst>
          </p:cNvPr>
          <p:cNvSpPr>
            <a:spLocks noGrp="1"/>
          </p:cNvSpPr>
          <p:nvPr>
            <p:ph type="title"/>
          </p:nvPr>
        </p:nvSpPr>
        <p:spPr/>
        <p:txBody>
          <a:bodyPr/>
          <a:lstStyle/>
          <a:p>
            <a:r>
              <a:rPr lang="en-US" dirty="0"/>
              <a:t>Class Activity 2</a:t>
            </a:r>
            <a:endParaRPr lang="en-PK" dirty="0"/>
          </a:p>
        </p:txBody>
      </p:sp>
      <p:sp>
        <p:nvSpPr>
          <p:cNvPr id="3" name="Content Placeholder 2">
            <a:extLst>
              <a:ext uri="{FF2B5EF4-FFF2-40B4-BE49-F238E27FC236}">
                <a16:creationId xmlns:a16="http://schemas.microsoft.com/office/drawing/2014/main" id="{CC418DA2-9B00-4E98-8B0B-52C764FB45C6}"/>
              </a:ext>
            </a:extLst>
          </p:cNvPr>
          <p:cNvSpPr>
            <a:spLocks noGrp="1"/>
          </p:cNvSpPr>
          <p:nvPr>
            <p:ph sz="quarter" idx="1"/>
          </p:nvPr>
        </p:nvSpPr>
        <p:spPr/>
        <p:txBody>
          <a:bodyPr>
            <a:normAutofit fontScale="77500" lnSpcReduction="20000"/>
          </a:bodyPr>
          <a:lstStyle/>
          <a:p>
            <a:pPr marL="0" indent="0">
              <a:buNone/>
            </a:pPr>
            <a:r>
              <a:rPr lang="en-US" b="1" dirty="0"/>
              <a:t>Using an ATM to Withdraw Cash</a:t>
            </a:r>
          </a:p>
          <a:p>
            <a:r>
              <a:rPr lang="en-US" b="1" dirty="0"/>
              <a:t>Task:</a:t>
            </a:r>
            <a:r>
              <a:rPr lang="en-US" dirty="0"/>
              <a:t> Withdraw money using an ATM.</a:t>
            </a:r>
          </a:p>
          <a:p>
            <a:r>
              <a:rPr lang="en-US" b="1" dirty="0"/>
              <a:t>Simple version:</a:t>
            </a:r>
            <a:r>
              <a:rPr lang="en-US" dirty="0"/>
              <a:t> You know your PIN and the amount you want to withdraw.</a:t>
            </a:r>
            <a:br>
              <a:rPr lang="en-US" dirty="0"/>
            </a:br>
            <a:r>
              <a:rPr lang="en-US" b="1" dirty="0"/>
              <a:t>Extended version:</a:t>
            </a:r>
            <a:r>
              <a:rPr lang="en-US" dirty="0"/>
              <a:t> Add steps for when the machine rejects the card, runs out of cash, or you forget your PIN.</a:t>
            </a:r>
          </a:p>
          <a:p>
            <a:pPr marL="0" indent="0">
              <a:buNone/>
            </a:pPr>
            <a:r>
              <a:rPr lang="en-US" dirty="0"/>
              <a:t>Construct an HTA (diagram or text) for withdrawing money using an ATM.</a:t>
            </a:r>
            <a:br>
              <a:rPr lang="en-US" dirty="0"/>
            </a:br>
            <a:r>
              <a:rPr lang="en-US" dirty="0"/>
              <a:t>Start simply, assuming a smooth transaction. Then add complexity such as:</a:t>
            </a:r>
          </a:p>
          <a:p>
            <a:r>
              <a:rPr lang="en-US" dirty="0"/>
              <a:t>Card not detected</a:t>
            </a:r>
          </a:p>
          <a:p>
            <a:r>
              <a:rPr lang="en-US" dirty="0"/>
              <a:t>Incorrect PIN entered</a:t>
            </a:r>
          </a:p>
          <a:p>
            <a:r>
              <a:rPr lang="en-US" dirty="0"/>
              <a:t>ATM out of cash</a:t>
            </a:r>
          </a:p>
          <a:p>
            <a:r>
              <a:rPr lang="en-US" dirty="0"/>
              <a:t>User wants a receipt</a:t>
            </a:r>
          </a:p>
          <a:p>
            <a:endParaRPr lang="en-PK" dirty="0"/>
          </a:p>
        </p:txBody>
      </p:sp>
    </p:spTree>
    <p:extLst>
      <p:ext uri="{BB962C8B-B14F-4D97-AF65-F5344CB8AC3E}">
        <p14:creationId xmlns:p14="http://schemas.microsoft.com/office/powerpoint/2010/main" val="1746121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5242-C716-A5AE-CABF-80C065F25BE2}"/>
              </a:ext>
            </a:extLst>
          </p:cNvPr>
          <p:cNvSpPr>
            <a:spLocks noGrp="1"/>
          </p:cNvSpPr>
          <p:nvPr>
            <p:ph type="title"/>
          </p:nvPr>
        </p:nvSpPr>
        <p:spPr/>
        <p:txBody>
          <a:bodyPr/>
          <a:lstStyle/>
          <a:p>
            <a:r>
              <a:rPr lang="en-US" dirty="0"/>
              <a:t>Class Activity 3</a:t>
            </a:r>
            <a:endParaRPr lang="en-PK" dirty="0"/>
          </a:p>
        </p:txBody>
      </p:sp>
      <p:sp>
        <p:nvSpPr>
          <p:cNvPr id="3" name="Content Placeholder 2">
            <a:extLst>
              <a:ext uri="{FF2B5EF4-FFF2-40B4-BE49-F238E27FC236}">
                <a16:creationId xmlns:a16="http://schemas.microsoft.com/office/drawing/2014/main" id="{37348B5C-0A67-ACEB-9B17-7071ACCE54AE}"/>
              </a:ext>
            </a:extLst>
          </p:cNvPr>
          <p:cNvSpPr>
            <a:spLocks noGrp="1"/>
          </p:cNvSpPr>
          <p:nvPr>
            <p:ph sz="quarter" idx="1"/>
          </p:nvPr>
        </p:nvSpPr>
        <p:spPr/>
        <p:txBody>
          <a:bodyPr>
            <a:normAutofit fontScale="77500" lnSpcReduction="20000"/>
          </a:bodyPr>
          <a:lstStyle/>
          <a:p>
            <a:pPr marL="0" indent="0">
              <a:buNone/>
            </a:pPr>
            <a:r>
              <a:rPr lang="en-US" b="1" dirty="0"/>
              <a:t>Task:</a:t>
            </a:r>
            <a:r>
              <a:rPr lang="en-US" dirty="0"/>
              <a:t> Submit a digital assignment on the university portal.</a:t>
            </a:r>
          </a:p>
          <a:p>
            <a:r>
              <a:rPr lang="en-US" b="1" dirty="0"/>
              <a:t>Simple version:</a:t>
            </a:r>
            <a:r>
              <a:rPr lang="en-US" dirty="0"/>
              <a:t> You already have your file and know where to upload it.</a:t>
            </a:r>
            <a:br>
              <a:rPr lang="en-US" dirty="0"/>
            </a:br>
            <a:r>
              <a:rPr lang="en-US" b="1" dirty="0"/>
              <a:t>Extended version:</a:t>
            </a:r>
            <a:r>
              <a:rPr lang="en-US" dirty="0"/>
              <a:t> Add challenges such as file upload failure, wrong file format, or verifying submission.</a:t>
            </a:r>
          </a:p>
          <a:p>
            <a:pPr marL="0" indent="0">
              <a:buNone/>
            </a:pPr>
            <a:r>
              <a:rPr lang="en-US" dirty="0"/>
              <a:t>Record the actions in an HTA for submitting an assignment on the LMS.</a:t>
            </a:r>
            <a:br>
              <a:rPr lang="en-US" dirty="0"/>
            </a:br>
            <a:r>
              <a:rPr lang="en-US" dirty="0"/>
              <a:t>Start from locating the correct course page and upload section.</a:t>
            </a:r>
            <a:br>
              <a:rPr lang="en-US" dirty="0"/>
            </a:br>
            <a:r>
              <a:rPr lang="en-US" dirty="0"/>
              <a:t>Then extend to include:</a:t>
            </a:r>
          </a:p>
          <a:p>
            <a:r>
              <a:rPr lang="en-US" dirty="0"/>
              <a:t>File naming and formatting</a:t>
            </a:r>
          </a:p>
          <a:p>
            <a:r>
              <a:rPr lang="en-US" dirty="0"/>
              <a:t>Handling upload errors</a:t>
            </a:r>
          </a:p>
          <a:p>
            <a:r>
              <a:rPr lang="en-US" dirty="0"/>
              <a:t>Checking submission status or receipt confirmation</a:t>
            </a:r>
          </a:p>
          <a:p>
            <a:endParaRPr lang="en-PK" dirty="0"/>
          </a:p>
        </p:txBody>
      </p:sp>
    </p:spTree>
    <p:extLst>
      <p:ext uri="{BB962C8B-B14F-4D97-AF65-F5344CB8AC3E}">
        <p14:creationId xmlns:p14="http://schemas.microsoft.com/office/powerpoint/2010/main" val="146220115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58849</TotalTime>
  <Words>1744</Words>
  <Application>Microsoft Office PowerPoint</Application>
  <PresentationFormat>On-screen Show (4:3)</PresentationFormat>
  <Paragraphs>218</Paragraphs>
  <Slides>30</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6" baseType="lpstr">
      <vt:lpstr>Calibri</vt:lpstr>
      <vt:lpstr>Tw Cen MT</vt:lpstr>
      <vt:lpstr>Wingdings</vt:lpstr>
      <vt:lpstr>Wingdings 2</vt:lpstr>
      <vt:lpstr>Median</vt:lpstr>
      <vt:lpstr>Photo Editor Photo</vt:lpstr>
      <vt:lpstr>Hierarchal task analysis </vt:lpstr>
      <vt:lpstr>Task Analysis </vt:lpstr>
      <vt:lpstr>Task Analysis </vt:lpstr>
      <vt:lpstr>Task - Decomposition</vt:lpstr>
      <vt:lpstr>The difference is ...</vt:lpstr>
      <vt:lpstr>Task: Steps to come to university</vt:lpstr>
      <vt:lpstr>Task: Steps to eat food</vt:lpstr>
      <vt:lpstr> Example</vt:lpstr>
      <vt:lpstr>Example</vt:lpstr>
      <vt:lpstr>PowerPoint Presentation</vt:lpstr>
      <vt:lpstr>PowerPoint Presentation</vt:lpstr>
      <vt:lpstr>PowerPoint Presentation</vt:lpstr>
      <vt:lpstr>Task Analysis: An Example </vt:lpstr>
      <vt:lpstr>Hierarchical Task Analysis</vt:lpstr>
      <vt:lpstr>Textual HTA description</vt:lpstr>
      <vt:lpstr>PowerPoint Presentation</vt:lpstr>
      <vt:lpstr>Generating the hierarchy</vt:lpstr>
      <vt:lpstr>Make an HTA for making a cup of tea.</vt:lpstr>
      <vt:lpstr>An Example HTA</vt:lpstr>
      <vt:lpstr>Refined HTA</vt:lpstr>
      <vt:lpstr>Stopping rules</vt:lpstr>
      <vt:lpstr>Restructuring HTA</vt:lpstr>
      <vt:lpstr>Refining HTA</vt:lpstr>
      <vt:lpstr>Types of Plans </vt:lpstr>
      <vt:lpstr>Waiting …</vt:lpstr>
      <vt:lpstr>HTA Pros </vt:lpstr>
      <vt:lpstr>HTA Cons </vt:lpstr>
      <vt:lpstr>Class Activity 1 </vt:lpstr>
      <vt:lpstr>Class Activity 2</vt:lpstr>
      <vt:lpstr>Class Activity 3</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Dr Anam Mustaqeem</cp:lastModifiedBy>
  <cp:revision>511</cp:revision>
  <dcterms:created xsi:type="dcterms:W3CDTF">2010-02-07T17:56:13Z</dcterms:created>
  <dcterms:modified xsi:type="dcterms:W3CDTF">2025-11-11T05:25:33Z</dcterms:modified>
</cp:coreProperties>
</file>