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404" r:id="rId3"/>
    <p:sldId id="501" r:id="rId4"/>
    <p:sldId id="486" r:id="rId6"/>
    <p:sldId id="502" r:id="rId7"/>
    <p:sldId id="503" r:id="rId8"/>
    <p:sldId id="522" r:id="rId9"/>
    <p:sldId id="483" r:id="rId10"/>
    <p:sldId id="482" r:id="rId11"/>
    <p:sldId id="484" r:id="rId12"/>
    <p:sldId id="426" r:id="rId13"/>
    <p:sldId id="408" r:id="rId14"/>
    <p:sldId id="410" r:id="rId15"/>
    <p:sldId id="428" r:id="rId16"/>
    <p:sldId id="500" r:id="rId17"/>
    <p:sldId id="429" r:id="rId18"/>
    <p:sldId id="418" r:id="rId19"/>
    <p:sldId id="521" r:id="rId20"/>
    <p:sldId id="419" r:id="rId21"/>
    <p:sldId id="487" r:id="rId22"/>
    <p:sldId id="524" r:id="rId23"/>
    <p:sldId id="527" r:id="rId24"/>
    <p:sldId id="531" r:id="rId25"/>
    <p:sldId id="532" r:id="rId26"/>
    <p:sldId id="533" r:id="rId27"/>
    <p:sldId id="534" r:id="rId28"/>
    <p:sldId id="538" r:id="rId29"/>
    <p:sldId id="541" r:id="rId30"/>
    <p:sldId id="539" r:id="rId31"/>
    <p:sldId id="540" r:id="rId32"/>
    <p:sldId id="535" r:id="rId33"/>
    <p:sldId id="536" r:id="rId34"/>
    <p:sldId id="537" r:id="rId35"/>
    <p:sldId id="542" r:id="rId36"/>
    <p:sldId id="563" r:id="rId37"/>
    <p:sldId id="562" r:id="rId38"/>
    <p:sldId id="556" r:id="rId39"/>
    <p:sldId id="557" r:id="rId40"/>
    <p:sldId id="558" r:id="rId41"/>
    <p:sldId id="561" r:id="rId42"/>
    <p:sldId id="559" r:id="rId43"/>
    <p:sldId id="560"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21" autoAdjust="0"/>
    <p:restoredTop sz="82482" autoAdjust="0"/>
  </p:normalViewPr>
  <p:slideViewPr>
    <p:cSldViewPr showGuides="1">
      <p:cViewPr varScale="1">
        <p:scale>
          <a:sx n="59" d="100"/>
          <a:sy n="59" d="100"/>
        </p:scale>
        <p:origin x="1524" y="78"/>
      </p:cViewPr>
      <p:guideLst>
        <p:guide orient="horz" pos="2160"/>
        <p:guide pos="2880"/>
      </p:guideLst>
    </p:cSldViewPr>
  </p:slideViewPr>
  <p:outlineViewPr>
    <p:cViewPr>
      <p:scale>
        <a:sx n="33" d="100"/>
        <a:sy n="33" d="100"/>
      </p:scale>
      <p:origin x="0" y="9378"/>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0000"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12-22T08:01:26"/>
    </inkml:context>
    <inkml:brush xml:id="br0">
      <inkml:brushProperty name="width" value="0.05292" units="cm"/>
      <inkml:brushProperty name="height" value="0.05292" units="cm"/>
      <inkml:brushProperty name="color" value="#ff0000"/>
    </inkml:brush>
  </inkml:definitions>
  <inkml:trace contextRef="#ctx0" brushRef="#br0">10294.000 13593.000 0,'25.000'0.000'78,"25.000"-25.000"-78,-25.000-24.000 15</inkml:trace>
  <inkml:trace contextRef="#ctx0" brushRef="#br0">10592.000 13320.000 0,'-25.000'0.000'47,"25.000"25.000"-32,-74.000 49.000 17,74.000-49.000-32,-25.000 0.000 15,0.000 0.000 17,-24.000 24.000-32,49.000-24.000 15,-25.000-25.000 1,25.000 25.000-16,-25.000-25.000 15,25.000-50.000 126,50.000-24.000-110,-26.000 49.000-15,1.000-24.000-16,0.000 49.000 16,-25.000-25.000-16,0.000 0.000 15,25.000 0.000-15,0.000 25.000 16,-25.000-25.000-1,24.000 25.000 1,-24.000-24.000-16,25.000 73.000 172,-25.000-24.000-156,25.000 0.000-1,-25.000 49.000 1,0.000 25.000-1,0.000-24.000 1,0.000-1.000 0,0.000-49.000-16,0.000 25.000 15,0.000-26.000-15,0.000 26.000 16,0.000 0.000-16,0.000-26.000 16,0.000 1.000-1,0.000 25.000-15,-25.000-1.000 16,25.000 1.000-1,0.000-25.000-15,0.000 0.000 16,0.000-1.000 0,-25.000-24.000 77,-24.000 0.000-77,-1.000 0.000 0,1.000 0.000-16,24.000 0.000 15,-25.000 0.000 1,0.000 0.000 0,75.000 0.000 124,-25.000-24.000-124,25.000 24.000-16,25.000-25.000 15,24.000 0.000 17,1.000 25.000-32,-51.000 0.000 15,1.000 0.000 1,0.000 0.000 0,0.000 0.000 15,0.000 0.000-16,-1.000 0.000 17,1.000 0.000-1,0.000 0.000-15,0.000 0.000 15,0.000 0.000 0,-1.000 0.000 0,1.000 0.000 47,0.000 0.000-62,25.000 0.000 0,-26.000 0.000-16,26.000 0.000 15</inkml:trace>
  <inkml:trace contextRef="#ctx0" brushRef="#br0">13544.000 13419.000 0,'0.000'25.000'78,"-25.000"-25.000"-63,0.000 0.000 1,0.000 0.000 46,25.000-25.000-15,0.000-24.000-31,25.000 49.000 0,-25.000-50.000-1,25.000 50.000 1,-25.000-25.000-16,50.000 25.000 15,-50.000-24.000-15,24.000 24.000 32,1.000 0.000-1,0.000 0.000 31,0.000 0.000-46,-25.000 24.000 0,25.000 1.000-1,-25.000 50.000-15,0.000-51.000 16,0.000 26.000 0,0.000-25.000-16,0.000 0.000 15,0.000-1.000-15,0.000 1.000 16,0.000 0.000-1,0.000 0.000 1,0.000 0.000 0,0.000-1.000-1,0.000 1.000 1,-25.000-25.000 0,0.000 25.000-16,0.000 0.000 15,0.000 0.000 1,25.000-1.000-16,-49.000 1.000 15,49.000 0.000 1,-25.000-25.000-16,25.000 25.000 0,-25.000-25.000 16,0.000 25.000-16,0.000-25.000 31,1.000 24.000-15,24.000 1.000-1,-25.000-25.000-15,0.000 0.000 16,25.000 25.000-1,-25.000-25.000 1,0.000 0.000 31,1.000 0.000 0,24.000-50.000-32,-25.000 50.000 1,25.000-24.000-16,0.000-26.000 16,0.000 25.000-1,0.000 0.000 48,25.000 25.000-16,-1.000 0.000-32,1.000 0.000 1,0.000 0.000 0,0.000 0.000-1,0.000 0.000 1,-25.000 25.000-1,24.000-25.000 1,1.000 25.000 31,0.000 25.000-31,0.000-50.000-1,0.000 24.000 1,-25.000 1.000 15,25.000-25.000 0,-25.000 25.000-15,24.000 0.000 0,-24.000 0.000-1,0.000-1.000 16,25.000-24.000-15,-25.000 25.000 0,25.000-25.000-1,-25.000 25.000 1,0.000 0.000 31</inkml:trace>
  <inkml:trace contextRef="#ctx0" brushRef="#br0">16371.000 13146.000 0,'25.000'0.000'141,"0.000"-24.000"-125,0.000 24.000-1,0.000 0.000 17,-1.000 0.000-17,1.000 0.000 1,-25.000 24.000-16,25.000-24.000 15,0.000 25.000 1,0.000 0.000 0,-1.000-25.000 15,-24.000 25.000-15,0.000 25.000-1,0.000-26.000-15,0.000 26.000 16,0.000-25.000-1,0.000 0.000-15,0.000-1.000 16,0.000 1.000 0,-24.000-25.000-16,24.000 25.000 15,0.000 0.000-15,-25.000 0.000 16,-25.000 24.000 15,25.000-49.000-15,25.000 25.000-1,-24.000-25.000-15,-1.000 0.000 47,0.000 25.000-31,25.000 0.000 31,-25.000-25.000-32,25.000-25.000 142,50.000 0.000-142,-25.000 25.000 1,24.000-25.000 0,-24.000 0.000-1,0.000 25.000 16,0.000 0.000-15,-1.000 0.000 0,51.000 0.000-1,-50.000 0.000-15,-25.000 25.000 16,49.000-25.000-16,-24.000 25.000 16,0.000-25.000 15,-25.000 25.000-31,0.000 0.000 15,0.000-1.000 32,0.000 1.000-31,0.000 0.000 0,0.000 0.000-1,0.000 0.000-15,0.000-1.000 16,0.000 1.000-16,0.000 0.000 15,-25.000-25.000 1,25.000 25.000 0,-25.000 0.000 15,25.000-1.000-15,-24.000-24.000-16,-1.000 0.000 15,0.000 25.000 1,0.000-25.000 31,0.000 0.000-16,0.000 0.000-15,1.000 25.000-1,-26.000-25.000-15</inkml:trace>
  <inkml:trace contextRef="#ctx0" brushRef="#br0">10269.000 14436.000 0,'50.000'0.000'78,"-25.000"0.000"-62,25.000 0.000-1,-26.000 0.000-15,1.000 0.000 16,50.000 0.000-16,-51.000 0.000 16,51.000 0.000-16,49.000 0.000 15,-25.000 0.000 1,-25.000 0.000-16,100.000 0.000 16,-124.000 0.000-1,24.000 0.000 1,-49.000 0.000-1</inkml:trace>
  <inkml:trace contextRef="#ctx0" brushRef="#br0">12948.000 14461.000 0,'50.000'0.000'16,"0.000"0.000"0,24.000 0.000-16,25.000 0.000 15,0.000 25.000 1,-24.000-25.000-16,74.000 25.000 15,-75.000-25.000 1,50.000 0.000 15,-74.000 0.000-15,-25.000 0.000 0,-1.000 0.000-16,1.000 0.000 46</inkml:trace>
  <inkml:trace contextRef="#ctx0" brushRef="#br0">15975.000 14560.000 0,'24.000'0.000'16,"51.000"0.000"-1,-1.000 0.000-15,199.000 0.000 16,99.000 0.000-1,-223.000 0.000 1,322.000 0.000 0,-297.000 0.000-16,198.000-24.000 15,-223.000 24.000 1,-124.000 0.000 0</inkml:trace>
  <inkml:trace contextRef="#ctx0" brushRef="#br0">13097.000 15056.000 0,'0.000'0.000'0,"0.000"75.000"0,0.000-1.000 16,0.000 25.000-16,0.000 100.000 15,0.000-25.000 1,0.000-75.000 0,0.000 0.000-1,0.000-49.000 1,0.000-75.000 124,0.000-25.000-124</inkml:trace>
  <inkml:trace contextRef="#ctx0" brushRef="#br0">13172.000 15056.000 0,'49.000'0.000'109,"-24.000"0.000"-109,99.000 0.000 16,-74.000 0.000-1,-1.000 0.000-15,-24.000 0.000 16,-25.000 25.000 0,25.000 25.000-1,0.000-1.000 1,24.000 26.000-1,-49.000-1.000 1,0.000-49.000 0,0.000 0.000-16,0.000 0.000 15,0.000 0.000 1,0.000-1.000-16,-24.000 1.000 16,-1.000-25.000-16,0.000 0.000 15,0.000 25.000 1,-25.000-25.000-16,26.000 0.000 15,-26.000 0.000 1,25.000 0.000 0,0.000 0.000-1,1.000 0.000 1,-1.000 0.000 0,0.000 0.000-16,-25.000 0.000 15,26.000 0.000 1,-1.000 0.000-1</inkml:trace>
  <inkml:trace contextRef="#ctx0" brushRef="#br0">10542.000 15007.000 0,'-24.000'0.000'94,"-1.000"0.000"-94,0.000 0.000 16,0.000 0.000 46,25.000 49.000-62,-25.000 26.000 16,25.000-1.000-16,0.000 25.000 15,0.000 1.000 1,50.000-51.000 0,-25.000 26.000-1,0.000-75.000 1,24.000 0.000 15,-24.000 0.000-15,0.000 0.000-1,0.000 49.000 1,-1.000-49.000-16,76.000 124.000 16,-100.000-74.000-1,49.000 24.000-15,-24.000-24.000 16,-25.000 0.000-16,0.000-26.000 31,0.000 1.000-15,-25.000-25.000-16,0.000 0.000 15,-24.000 0.000 1,24.000 0.000-16,0.000-25.000 16,-24.000 25.000-16,-1.000-49.000 15,0.000 24.000-15,26.000 25.000 16,-1.000-25.000 0,0.000 25.000-1</inkml:trace>
  <inkml:trace contextRef="#ctx0" brushRef="#br0">10840.000 15131.000 0,'0.000'25.000'0,"25.000"24.000"15,0.000 1.000-15,-25.000 24.000 16,24.000 26.000 0,-24.000-76.000-1,0.000 26.000 1,0.000-25.000 0,0.000 24.000-1,0.000-24.000 1,0.000 0.000-1,0.000 0.000-15,0.000 0.000 63,0.000-1.000 15,0.000 1.000-78,25.000 0.000 16,-25.000 0.000-16,0.000 0.000 15,0.000 24.000-15,25.000-49.000 16,-25.000 25.000 0,0.000-50.000 93,0.000-24.000-93,0.000 24.000-1,0.000-25.000 1,0.000 25.000-1,0.000 1.000 1,0.000-1.000 0,0.000 0.000-16,25.000 25.000 15,-25.000-25.000 1,25.000 25.000 0,-25.000 25.000 46,24.000 0.000-46,1.000 0.000-16,-25.000-1.000 15,0.000 1.000-15,25.000 0.000 16,-25.000 0.000-16,0.000 0.000 16,25.000-25.000-1,-25.000 24.000-15,25.000 1.000 47,-25.000 0.000-31,24.000 0.000 31,1.000 0.000 15</inkml:trace>
  <inkml:trace contextRef="#ctx0" brushRef="#br0">16619.000 15106.000 0,'25.000'25.000'47,"-25.000"0.000"-47,0.000-1.000 16,25.000 26.000-16,0.000 0.000 15,0.000-26.000-15,-25.000 26.000 16,25.000-25.000-16,-25.000 25.000 16,0.000-26.000-1,0.000 1.000 1,0.000 0.000-1,0.000 0.000-15,0.000 0.000 63,0.000-75.000 31,0.000 0.000-79,-50.000 1.000 1,50.000-1.000-16,-25.000 0.000 0,25.000 1.000 16,0.000-1.000-16,-25.000-24.000 15,25.000 49.000 1,-25.000-25.000-16,25.000 1.000 15,0.000 24.000-15,0.000 0.000 16,0.000 0.000 0,25.000 25.000 109,0.000 0.000-125,25.000 0.000 15,24.000 0.000-15,-24.000 0.000 16,24.000 25.000-16,-49.000 0.000 16,25.000 0.000-16,24.000 24.000 15,-49.000-24.000-15,24.000 0.000 16,1.000 25.000-16,-25.000-26.000 15,0.000 1.000-15,-25.000 25.000 16,24.000-25.000-16,-24.000-1.000 16,25.000 1.000-16,-25.000 0.000 15,0.000 0.000-15,0.000 25.000 16,0.000-26.000 0,0.000 1.000-16,0.000 0.000 15,0.000 0.000-15,0.000 0.000 16,0.000-1.000-16,0.000 1.000 15,-25.000 0.000-15,-24.000 0.000 16,49.000 0.000-16,-25.000-1.000 16,0.000-24.000-16,0.000 0.000 15,25.000 25.000-15,-24.000-25.000 16,-51.000 25.000-16,50.000-25.000 16,1.000 0.000-16,-1.000 0.000 15,-25.000 0.000-15,1.000 0.000 16,24.000 0.000-1,0.000 0.000 1,0.000 0.000 0,0.000 0.000 171</inkml:trace>
  <inkml:trace contextRef="#ctx0" brushRef="#br0">9749.000 14436.000 0,'0.000'-24.000'47,"0.000"-26.000"-32,0.000-25.000 1,0.000 26.000-16,0.000-75.000 16,0.000 74.000-1,0.000-99.000 1,0.000 125.000-1,0.000-51.000 1,0.000-24.000 0,24.000 25.000-16,-24.000 24.000 15,0.000 0.000-15,0.000 1.000 0,25.000-1.000 16,-25.000 1.000-16,25.000 24.000 16,-25.000 0.000-16,0.000 0.000 31,25.000 25.000 78,0.000 0.000-93,24.000 0.000-1,26.000 0.000-15,-1.000 0.000 16,0.000 0.000-16,1.000 0.000 0,74.000 0.000 16,-25.000 0.000-16,-25.000 0.000 15,-25.000 0.000 1,26.000 0.000-16,-26.000 0.000 0,0.000 0.000 16,-49.000 0.000-16,0.000 0.000 15,0.000 0.000-15,0.000 0.000 63,-1.000 0.000-48,1.000 0.000 1,25.000 0.000 0,24.000 0.000-1,1.000 0.000 16,-51.000 0.000-31,1.000 25.000 110,-25.000 0.000-95,0.000 24.000-15,25.000 1.000 16,-25.000 0.000-16,0.000-1.000 16,0.000 1.000-1,50.000 99.000 1,-50.000-50.000 0,0.000-50.000-1,25.000-24.000 1,-25.000 50.000-1,0.000-26.000 1,0.000 1.000-16,0.000-25.000 16,0.000-1.000-16,24.000 26.000 15,-24.000-25.000-15,0.000 0.000 16,0.000-1.000-16,0.000 1.000 31,0.000 0.000 125,-24.000-25.000-140,-26.000 25.000 0,25.000-25.000 31,-198.000 50.000-47,173.000-26.000 0,-74.000-24.000 15,25.000 0.000-15,0.000 0.000 16,24.000 0.000-16,1.000 0.000 15,-25.000 0.000-15,74.000 0.000 16,-49.000 0.000-16,24.000 0.000 16,25.000 0.000-16,-25.000 0.000 15,26.000 0.000 1,-1.000 0.000 46,0.000 0.000-30,-25.000 0.000-32,-24.000 0.000 15,0.000 0.000 1,49.000 0.000 0,0.000 0.000-16,0.000 0.000 296,-24.000 0.000-296,-1.000 0.000 16,0.000 0.000 0,26.000-24.000-16,-1.000 24.000 15,-25.000-25.000 1,50.000 50.000 187,0.000 24.000-187,0.000 1.000-16,0.000 49.000 15,0.000-25.000 1,0.000 1.000-16,0.000-26.000 16,0.000 26.000-1,-49.000 198.000 1,49.000-149.000-1,-25.000-25.000-15,25.000-25.000 16,-25.000 1.000-16,25.000-1.000 0,0.000-24.000 16,-25.000 49.000-16,25.000 0.000 15,0.000-24.000-15,-25.000 49.000 16,25.000 0.000-16,-24.000-50.000 16,24.000 25.000-16,-25.000 1.000 15,25.000-1.000-15,-25.000-25.000 16,0.000-24.000-16,25.000-1.000 15,-25.000 1.000 1,25.000 0.000-16,0.000-1.000 16,-49.000 150.000-1,24.000-75.000 1,25.000-50.000 0,-25.000 0.000-16,25.000-49.000 15,-25.000 124.000 1,25.000-124.000-1,0.000 0.000 1,0.000 0.000-16,0.000-1.000 31,0.000 1.000-15,0.000 0.000 0,0.000 0.000-1,0.000 0.000 1,0.000-1.000-16,0.000 1.000 15,0.000 0.000 17,0.000 0.000-1,0.000 0.000-31,0.000-1.000 16,0.000 1.000-1,0.000 0.000 1,25.000-25.000 15,0.000 0.000-31,49.000 25.000 16,-24.000-25.000-16,0.000 25.000 15,198.000-1.000 1,24.000 1.000 0,-148.000 0.000-1,149.000-25.000-15,-124.000 0.000 16,149.000 0.000-16,-174.000 0.000 15,-25.000 0.000 1,75.000 0.000-16,-25.000 0.000 16,-25.000 0.000-16,24.000 0.000 0,-24.000-25.000 15,25.000 25.000 1,-25.000 0.000-16,0.000 0.000 16,75.000 0.000-16,-50.000 0.000 15,-1.000-25.000-15,51.000 25.000 16,-50.000-24.000-16,-1.000 24.000 15,-24.000-25.000-15,75.000 25.000 16,-50.000 0.000-16,49.000 0.000 16,-24.000 0.000-16,49.000 0.000 15,-25.000 0.000-15,1.000 0.000 16,-1.000 0.000-16,1.000-25.000 16,-50.000 25.000-16,24.000-25.000 15,26.000 25.000-15,-75.000-25.000 16,25.000 25.000-16,-25.000-24.000 15,24.000-1.000-15,-24.000 25.000 16,25.000 0.000-16,25.000-25.000 16,-50.000 25.000-16,-25.000 0.000 15,-24.000 0.000-15,24.000 0.000 16,-25.000 0.000-16,-24.000 0.000 16,-25.000 0.000-16,24.000 0.000 15,1.000 0.000-15,-1.000 0.000 16,-24.000 0.000 15,25.000 0.000-15,-25.000-25.000 31,49.000 25.000-32,-49.000 0.000-15,24.000-25.000 16,-24.000 25.000-16,50.000 0.000 15,-51.000 0.000-15,26.000 0.000 16,-25.000 0.000-16,0.000-24.000 16,24.000 24.000-16,-24.000 0.000 15,0.000 0.000 1,0.000 0.000 0,0.000 0.000-16,-25.000-25.000 15,49.000 0.000-15,-24.000 25.000 16,0.000 0.000-16,24.000-25.000 15,-24.000 25.000-15,-25.000-25.000 16,25.000 25.000 0,0.000 0.000-1,-25.000-24.000-15,25.000-1.000 32,-25.000 0.000-17,24.000 25.000-15,-24.000-25.000 16,0.000 0.000-16,0.000 0.000 15,25.000-24.000-15,0.000 24.000 16,0.000-124.000 0,0.000 50.000-16,24.000 0.000 15,-24.000 0.000 1,-25.000 24.000-16,50.000-74.000 16,-50.000-49.000-1,0.000 99.000-15,24.000-25.000 0,-24.000 24.000 16,0.000-24.000-16,0.000 50.000 15,0.000-50.000 1,0.000 50.000-16,0.000-1.000 16,0.000 1.000-16,0.000 24.000 15,0.000 1.000-15,25.000-1.000 16,-25.000 25.000-16,25.000-124.000 16,0.000 124.000-1,-25.000-24.000-15,0.000-26.000 0,0.000 51.000 16,0.000-26.000-1,0.000 0.000-15,0.000 26.000 16,0.000-1.000-16,0.000 0.000 0,0.000 0.000 31,0.000 0.000-31,0.000 1.000 16,0.000-1.000 0,0.000 0.000-1,0.000 0.000 1,0.000 0.000-1,-25.000 1.000 1,25.000-1.000 0,-25.000 0.000-1,0.000 0.000 17,25.000 0.000-32,-24.000 1.000 15,-26.000-1.000 1,-24.000 25.000-1,24.000 0.000 1,-24.000 0.000-16,24.000 0.000 16,-49.000 0.000-16,49.000 0.000 15,-74.000 0.000-15,-25.000 0.000 16,25.000 0.000-16,25.000 0.000 16,-75.000 0.000-16,75.000 0.000 15,0.000 0.000-15,25.000 0.000 16,-174.000 49.000-1,74.000-24.000 17,0.000-25.000-32,125.000 0.000 15,-26.000 0.000-15,-74.000 0.000 16,25.000 0.000 0,75.000 0.000-16,-50.000 0.000 15,-50.000 0.000 1,74.000 0.000-1,-74.000 0.000-15,75.000 0.000 16,-124.000 0.000 0,98.000 0.000-1,-296.000 0.000 1,321.000 0.000 0,-24.000 0.000-16,-25.000 0.000 15,49.000 0.000-15,1.000 0.000 16,-25.000 0.000-16,0.000 0.000 15,24.000 0.000-15,-24.000 0.000 16,0.000 0.000-16,0.000 0.000 16,24.000 0.000-16,1.000 0.000 15,-1.000 0.000-15,1.000 0.000 16,-1.000 0.000-16,1.000 0.000 16,24.000-25.000-16,-24.000 25.000 15,0.000 0.000-15,49.000 0.000 16,-50.000 0.000-16,1.000 0.000 15,24.000 0.000-15,1.000 0.000 16,-1.000 0.000-16,25.000 0.000 16,-24.000 0.000-16,-1.000 0.000 15,1.000 0.000-15,-1.000 0.000 16,25.000 0.000-16,0.000 0.000 16,-24.000 0.000-16,24.000 0.000 15,0.000-24.000-15,-25.000 24.000 16,-24.000 0.000-16,49.000 0.000 15,-24.000 0.000-15,-1.000 0.000 16,0.000 0.000-16,-24.000 0.000 16,24.000-25.000-16,26.000 25.000 15,-26.000 0.000-15,0.000-25.000 16,26.000 25.000-16,-26.000 0.000 16,25.000 0.000-1,-24.000 0.000-15,24.000 0.000 0,25.000-25.000 16,-50.000 25.000-16,25.000-25.000 31,1.000 25.000-15,-1.000 0.000-16,0.000 0.000 15,0.000-24.000 1,0.000 24.000 15,1.000 0.000-15,-1.000-25.000-1,-25.000 0.000 17,25.000 25.000-1,0.000 0.000-15,1.000 0.000 15,-1.000 0.000-16,-25.000 0.000 17</inkml:trace>
  <inkml:trace contextRef="#ctx0" brushRef="#br0">918.000 13915.000 0,'-25.000'0.000'234,"1.000"0.000"-218,-1.000 25.000 15,0.000-25.000-15,25.000 25.000 0,0.000 0.000-1,0.000 0.000 1,0.000-1.000 31,0.000 1.000 15,0.000 0.000-62,0.000 0.000 16,0.000 0.000-1,0.000-1.000 48,0.000 1.000-47,25.000-25.000-1,0.000 0.000 1,24.000 0.000-16,-24.000 0.000 15,-25.000 25.000 1,25.000-25.000-16,0.000 0.000 16,-25.000 25.000-1,24.000 0.000 17,-24.000-1.000-1,0.000 1.000 0,0.000 0.000 0,-24.000-25.000 1,-1.000 25.000-17,0.000-25.000 1,0.000 0.000-1,-24.000 0.000 1,24.000 0.000 15</inkml:trace>
  <inkml:trace contextRef="#ctx0" brushRef="#br0">1662.000 14039.000 0,'25.000'0.000'47,"0.000"25.000"-31,-25.000 0.000-16,0.000 25.000 15,0.000-1.000 1,0.000 1.000 0,0.000-1.000-1,0.000-24.000 1,25.000-25.000 156,-1.000 0.000-157</inkml:trace>
  <inkml:trace contextRef="#ctx0" brushRef="#br0">2382.000 13841.000 0,'0.000'50.000'16,"-25.000"-26.000"0,-25.000 76.000-1,1.000-1.000 17,24.000-50.000-17,0.000 1.000-15,0.000 0.000 31,0.000-1.000-15,25.000-24.000-16,0.000 0.000 16,0.000 0.000-1,-24.000 0.000-15,24.000 24.000 16,0.000-24.000-16,0.000 0.000 16,0.000 0.000-1,0.000-1.000-15,-25.000 1.000 31,25.000 0.000-15,0.000 0.000-16,-25.000-25.000 16,25.000 49.000-1,0.000-24.000-15</inkml:trace>
  <inkml:trace contextRef="#ctx0" brushRef="#br0">2506.000 14213.000 0,'24.000'-25.000'32,"-24.000"0.000"-17,25.000 1.000 1,25.000-1.000-16,-25.000 25.000 15,-1.000 0.000-15,76.000-25.000 16,-76.000 25.000 15,-24.000 25.000-15,0.000 0.000 0,0.000-1.000-1,0.000 1.000 1,0.000 0.000-1,0.000 0.000 1,-24.000 24.000 0,-1.000-49.000-1,0.000 25.000 1,0.000-25.000 0,0.000 0.000 15,1.000 25.000-16,48.000-25.000 142,1.000 0.000-157,0.000 0.000 15,0.000 0.000 1,0.000 0.000 0,-1.000 0.000-1,1.000 25.000 1,-25.000 0.000-1,25.000 0.000 1,0.000-25.000 0,-25.000 24.000-16,0.000 1.000 15,0.000 0.000 1,0.000 0.000 15,-25.000 24.000-15,0.000-49.000-1,0.000 25.000 1,1.000 0.000 0,-1.000-25.000-16,0.000 0.000 15,0.000 0.000 1,0.000 0.000-16,1.000 0.000 16,-1.000 0.000-1,25.000-25.000 1,0.000 0.000 15,-25.000 1.000 110</inkml:trace>
  <inkml:trace contextRef="#ctx0" brushRef="#br0">10245.000 16545.000 0,'24.000'0.000'78,"1.000"0.000"-62,75.000 0.000-1,-76.000-25.000-15,100.000 25.000 16,-74.000 0.000-1,0.000 0.000-15,24.000 0.000 16,-24.000 0.000-16,-1.000-25.000 16,1.000 25.000-16,-1.000 0.000 15,1.000 0.000-15,49.000 0.000 16,-24.000 0.000 0,-51.000 0.000-1,76.000 0.000 1,-51.000 0.000-1,-24.000 0.000-15,0.000 0.000 16,0.000 0.000-16,0.000-25.000 16,-1.000 25.000-16,26.000 0.000 15,24.000 0.000-15,-49.000-24.000 16,25.000 24.000-16,74.000 0.000 16,0.000 0.000-1,-50.000-25.000 1,1.000 25.000-16,49.000 0.000 31,24.000 0.000-15,-24.000 0.000-16,-74.000 0.000 15,25.000 0.000-15,-51.000 0.000 16,26.000 0.000-16,0.000 0.000 16,-26.000 0.000-16,1.000-25.000 15,0.000 25.000 1</inkml:trace>
  <inkml:trace contextRef="#ctx0" brushRef="#br0">10294.000 16991.000 0,'25.000'0.000'78,"0.000"0.000"-62,25.000 0.000-1,49.000 0.000-15,-25.000 0.000 16,174.000-25.000 0,-149.000 25.000-16,50.000 0.000 0,0.000 0.000 15,-50.000 0.000-15,50.000 0.000 16,-50.000 0.000-16,1.000-24.000 16,-26.000 24.000-16,0.000 0.000 15,-24.000 0.000-15,-25.000 0.000 16,24.000 0.000-16,1.000 0.000 15,0.000 0.000-15,24.000 0.000 16,-24.000 0.000-16,24.000 0.000 16,25.000 0.000-16,-49.000 0.000 15,24.000 0.000-15,1.000 0.000 16,-26.000 0.000-16,26.000 0.000 16,-50.000 0.000-1,-1.000 0.000-15,1.000 0.000 31,0.000 0.000 1</inkml:trace>
  <inkml:trace contextRef="#ctx0" brushRef="#br0">10145.000 17562.000 0,'25.000'0.000'47,"0.000"0.000"-47,25.000 0.000 16,-1.000 0.000-16,75.000-25.000 16,0.000 0.000-1,0.000 25.000-15,50.000 0.000 0,-50.000 0.000 16,25.000-25.000-16,24.000 25.000 15,-24.000 0.000-15,-25.000-25.000 16,25.000 25.000-16,0.000-24.000 16,25.000 24.000-1,-75.000-25.000-15,50.000 25.000 16,49.000 0.000 0,-49.000-25.000-16,-75.000 0.000 31,50.000 25.000-31,75.000-25.000 15,-150.000 25.000 1,26.000 0.000 0,-26.000 0.000-1,1.000 0.000-15,-25.000-24.000 16</inkml:trace>
  <inkml:trace contextRef="#ctx0" brushRef="#br0">10567.000 17859.000 0,'25.000'0.000'63,"0.000"0.000"-48,0.000 0.000-15,49.000 0.000 16,-24.000 0.000-16,24.000 0.000 15,0.000 0.000-15,26.000 0.000 16,-1.000-24.000-16,25.000 24.000 16,0.000 0.000-16,99.000-25.000 15,-74.000 25.000 1,-25.000-25.000 0,99.000 25.000-16,-99.000 0.000 15,-25.000 0.000 1,50.000 0.000-16,-74.000 0.000 15,-1.000 0.000-15,-24.000 0.000 16,-1.000 0.000-16,1.000 0.000 16,-25.000 0.000-16,0.000-25.000 15,-1.000 25.000 1,1.000 0.000 31,0.000 0.000-32</inkml:trace>
  <inkml:trace contextRef="#ctx0" brushRef="#br0">12849.000 17760.000 0</inkml:trace>
  <inkml:trace contextRef="#ctx0" brushRef="#br0">13817.000 10641.000 0,'0.000'25.000'110,"0.000"25.000"-95,0.000-1.000 1,0.000 26.000-16,0.000 24.000 16,0.000-25.000-1,0.000 1.000-15,0.000-26.000 0,0.000 175.000 16,0.000 24.000-1,0.000-100.000 1,0.000 51.000 0,0.000-125.000-1,0.000 1.000-15,0.000 24.000 0,0.000-25.000 16,0.000 1.000-16,0.000-26.000 16,0.000 1.000-16,0.000-25.000 15,0.000 24.000-15,0.000-24.000 16,0.000 0.000 15,0.000 25.000 0,0.000-26.000-15,0.000 26.000-16,0.000-25.000 16,0.000 49.000 15,0.000-49.000-31,0.000 0.000 15,0.000-50.000 95,0.000 0.000-110,-25.000 0.000 15,-25.000-99.000 1,50.000 100.000-16,-74.000-125.000 16,24.000 99.000-1,1.000-24.000 1,-1.000-75.000 0,0.000 50.000-1,100.000 123.000 141,-25.000 26.000-156,0.000 0.000 16,49.000 49.000 0,-49.000-49.000-16,74.000 74.000 31,-49.000-75.000-15,-26.000 75.000-1,1.000-74.000 1,-25.000-1.000-16,0.000-24.000 15,25.000 0.000 17,0.000-25.000-32,-25.000-25.000 140,0.000-24.000-124,25.000-51.000 0,-25.000 51.000-16,24.000-1.000 15,1.000-24.000-15,-25.000-25.000 16,25.000 49.000-1,-25.000 25.000 1,25.000 0.000 0,-25.000 1.000 15,0.000-1.000 422</inkml:trace>
  <inkml:trace contextRef="#ctx0" brushRef="#br0">14238.000 17239.000 0,'0.000'50.000'31,"0.000"-1.000"-15,0.000 1.000-16,0.000 0.000 16,0.000 49.000-1,0.000-25.000 1,0.000-49.000-1,0.000 0.000 1,0.000 0.000-16,0.000 0.000 16,0.000-1.000-1,0.000-48.000 142,0.000-1.000-142,25.000 0.000 1,-25.000 0.000-16,0.000 0.000 15,0.000-74.000 1,0.000 0.000 0,0.000-149.000 15,25.000 248.000 125,-25.000-25.000-140,25.000 0.000 15,-1.000 25.000 0,1.000 0.000-31,74.000 0.000 16,26.000 0.000 0,-26.000 0.000-1,-25.000 0.000-15,199.000 0.000 16,-174.000 0.000-1,248.000 0.000 1,-247.000 0.000-16,-1.000 0.000 16,25.000 0.000-16,-50.000 0.000 15,-24.000 0.000-15,-25.000 0.000 16,0.000 0.000 62,-1.000 0.000-47,1.000 0.000-15,0.000 0.000 0,0.000 0.000-1,0.000 0.000 1,-25.000 50.000 62,0.000-1.000-47,0.000-24.000-31,0.000 25.000 16,0.000-1.000-16,0.000 1.000 15,0.000 24.000 1,0.000-49.000-16,24.000 25.000 16,-24.000 0.000-16,25.000-1.000 15,-25.000 1.000-15,0.000-25.000 32,-25.000-1.000 46,-74.000-24.000-63,25.000 0.000 1,-1.000 0.000-16,-24.000 0.000 16,-124.000 0.000-1,49.000 0.000-15,75.000 0.000 16,-124.000 0.000-1,0.000 0.000 1,123.000 0.000-16,1.000 0.000 16,50.000 0.000-1,24.000 0.000 1</inkml:trace>
  <inkml:trace contextRef="#ctx0" brushRef="#br0">14834.000 17735.000 0,'0.000'-24.000'31,"0.000"-26.000"-15,0.000-74.000-1,0.000 74.000 1,0.000-49.000 0,0.000 25.000-16,-25.000-26.000 15,25.000-123.000 1,0.000 198.000 0,0.000 1.000-16,0.000 48.000 109,25.000 1.000-93,24.000 50.000-1,-24.000-26.000 1,25.000 1.000-16,-26.000-25.000 15,51.000 74.000 1,-26.000 0.000 0,1.000-25.000-1,-25.000-24.000 1,0.000-25.000-16,-1.000 0.000 16,1.000-25.000-16,-25.000 25.000 15,0.000-1.000 1,25.000 1.000-1,0.000-25.000 64,0.000 0.000 14,-1.000 25.000-77,1.000 0.000 15,-25.000 0.000-15,25.000-25.000-1,-25.000-100.000 64,0.000 1.000-64,0.000 25.000 1,0.000-50.000-16,0.000 74.000 15,0.000 0.000 1,0.000 26.000-16,0.000-26.000 16,0.000 25.000-16,0.000-24.000 31</inkml:trace>
  <inkml:trace contextRef="#ctx0" brushRef="#br0">11907.000 14660.000 0,'0.000'0.000'0,"0.000"49.000"16,0.000-24.000-16,0.000 74.000 16,0.000-49.000-1,0.000 74.000 1,0.000 49.000 15,0.000-98.000-15,0.000 99.000-16,0.000-1.000 15,0.000-24.000 1,0.000 25.000 0,0.000-50.000-1,0.000-75.000 1,0.000 26.000-16,0.000-1.000 16,0.000 0.000-16,0.000 1.000 15,0.000-1.000-15,0.000 26.000 16,0.000-26.000-16,0.000 0.000 15,0.000 26.000-15,0.000 98.000 16,0.000 0.000 0,0.000-98.000-1,0.000-26.000 1,0.000 25.000 0,0.000-24.000-1,24.000 49.000 1,-24.000-99.000-16,0.000 24.000 15,0.000 1.000-15,0.000-25.000 16,0.000-1.000-16,0.000 1.000 16,0.000 0.000-1,0.000 0.000 1,25.000-25.000 109</inkml:trace>
  <inkml:trace contextRef="#ctx0" brushRef="#br0">16396.000 14585.000 0,'0.000'50.000'47,"0.000"-25.000"-47,0.000 24.000 15,0.000 26.000 1,0.000 24.000-1,0.000 25.000-15,0.000-50.000 16,0.000 50.000 0,0.000-49.000-1,0.000-26.000-15,0.000 26.000 0,0.000-1.000 16,0.000-24.000-16,0.000 24.000 16,0.000-49.000-16,0.000 49.000 15,0.000 1.000-15,0.000-26.000 16,0.000 26.000-16,0.000-1.000 15,0.000 75.000 1,0.000-25.000 0,0.000-50.000-1,0.000-24.000-15,0.000 25.000 16,25.000 98.000 0,49.000 100.000-1,-49.000-99.000 1,-25.000-125.000-1,0.000 26.000-15,25.000-26.000 16,-25.000 75.000-16,0.000-99.000 16,0.000 0.000-16,0.000 0.000 15,0.000-1.000-15,0.000 1.000 16,0.000 0.000-16,0.000 25.000 16,0.000-25.000-1,0.000 49.000 1,25.000 0.000-1,-25.000-49.000-15,0.000 0.000 16,25.000 0.000 0,-25.000 24.000-16,0.000-24.000 31</inkml:trace>
  <inkml:trace contextRef="#ctx0" brushRef="#br0">12179.000 17413.000 0,'0.000'0.000'0,"50.000"0.000"16,74.000-25.000-1,50.000 25.000-15,-25.000-25.000 16,173.000 25.000 0,75.000 0.000-1,-323.000 0.000 1,50.000-25.000-16,-99.000 25.000 15,25.000 0.000-15,-25.000 0.000 16,24.000 0.000-16,-24.000-24.000 16,0.000 24.000-1,0.000 0.000-15,-1.000-25.000 32,1.000 25.000-17,0.000 0.000-15,0.000 0.000 16,0.000 0.000-1,-1.000 0.000-15,1.000 0.000 32,-25.000 25.000 15,0.000-1.000-32,0.000 51.000-15,0.000-26.000 0,0.000 26.000 16,0.000-25.000-1,0.000-1.000-15,0.000 1.000 0,0.000-25.000 16,0.000 49.000-16,0.000-49.000 16,0.000 0.000-16,0.000-1.000 15,0.000 1.000-15,0.000 0.000 32,0.000 0.000 30,-25.000-25.000-46,1.000 0.000-1,-1.000 0.000 1,-74.000 0.000-16,49.000 0.000 16,-49.000 0.000-1,-50.000 25.000 1,50.000-25.000-16,24.000 24.000 15,1.000-24.000-15,-1.000 25.000 0,-24.000-25.000 16,0.000 0.000-16,25.000 0.000 16,-1.000 0.000-16,1.000 0.000 15,-1.000 0.000-15,1.000 0.000 16,0.000 25.000-16,49.000-25.000 16,-50.000 0.000-16,1.000 0.000 15,49.000 0.000-15,-25.000 25.000 16,-24.000-25.000-16,49.000 0.000 31,25.000-25.000 110,0.000 0.000-141,0.000 0.000 15,0.000-24.000 1,0.000 24.000-16,0.000-49.000 16,0.000 24.000-16,0.000 0.000 15,0.000 26.000-15,0.000-1.000 16,0.000-50.000-16,0.000 26.000 15,0.000 24.000-15,0.000 0.000 16,0.000 0.000-16,0.000 0.000 141,0.000 1.000-110,0.000-1.000-15,0.000 50.000 46</inkml:trace>
  <inkml:trace contextRef="#ctx0" brushRef="#br0">12676.000 17512.000 0,'24.000'25.000'62,"-24.000"74.000"-46,0.000-74.000-16,0.000 0.000 16,0.000 49.000-16,0.000-49.000 15,0.000 25.000 1,0.000-26.000 0,0.000 1.000-1,0.000 0.000 1,0.000 0.000-16,25.000 0.000 31,-25.000-1.000 16,0.000-48.000 78,0.000-1.000-125,0.000-50.000 16,0.000 26.000-16,-25.000-26.000 15,25.000 26.000 1,0.000-1.000-16,0.000 25.000 15,0.000 1.000 17,0.000-1.000-1,0.000 0.000-15,0.000 0.000-1,25.000 0.000 16,0.000 0.000-15,-25.000 1.000 0,50.000 24.000-1,-50.000-25.000 1,24.000 25.000 0,26.000 0.000 15,-25.000 0.000-16,24.000 0.000 1,-24.000 0.000 0,0.000 0.000-16,0.000 0.000 15,0.000 0.000 1,-25.000 25.000 31,0.000-1.000-32,0.000 1.000 1,0.000 0.000 0,0.000 0.000-16,0.000 0.000 15,-25.000-25.000 1,25.000 25.000-16,-25.000-25.000 16,0.000 24.000-1,0.000-24.000 251,25.000 25.000-266,-24.000 0.000 15,-1.000-25.000 1,0.000 25.000 15,0.000-25.000-15,0.000 0.000 15,50.000 0.000 188,0.000 0.000-188,0.000 0.000-31,0.000 0.000 16,-1.000 0.000-1,1.000 0.000-15,-25.000-25.000 16,50.000 25.000-16,-25.000-25.000 16,24.000 25.000-1,-24.000 0.000 1,0.000 0.000-16,0.000 0.000 16,-1.000 0.000-1,1.000 25.000 32,-25.000 0.000-16,0.000 0.000 1,25.000-25.000-32,-25.000 24.000 15,0.000 1.000 1,0.000 0.000-1,0.000 0.000 32,0.000 0.000-15,-25.000-1.000-32,0.000 1.000 15,1.000-25.000-15,24.000 25.000 16,-25.000 0.000-16,-25.000-25.000 15,50.000 25.000 1,-25.000-25.000 0,1.000 0.000-1,-1.000 24.000-15,0.000-24.000 16,0.000 25.000-16,0.000-25.000 16,1.000 0.000-1,-1.000 0.000 1,-25.000 25.000-1,25.000-25.000 17,1.000 0.000 30,-1.000 0.000-46</inkml:trace>
  <inkml:trace contextRef="#ctx0" brushRef="#br0">15677.000 12005.000 0,'-25.000'0.000'47,"-49.000"0.000"-32,-75.000 0.000 1,25.000 0.000-16,-75.000 0.000 16,75.000 0.000-1,-74.000 0.000-15,-75.000 0.000 0,75.000 0.000 16,-224.000 50.000 0,124.000-25.000-1,50.000 24.000-15,75.000-49.000 16,-51.000 50.000-16,-24.000-25.000 0,50.000 25.000 15,-25.000-26.000-15,-25.000 26.000 16,49.000-25.000-16,-49.000 24.000 16,75.000 1.000-16,-100.000 0.000 15,99.000-1.000 1,50.000-24.000-16,-223.000 74.000 16,223.000-49.000-1,-422.000 198.000 1,422.000-174.000-1,-149.000 25.000 1,50.000 1.000 0,99.000-26.000-1,-124.000 75.000 1,198.000-124.000 0,-49.000 49.000-16,49.000-24.000 0,1.000-1.000 15,-50.000 26.000-15,74.000-50.000 16,-25.000 74.000-16,1.000-50.000 15,-1.000 26.000-15,25.000-1.000 16,-24.000 1.000-16,-1.000-1.000 16,-25.000 75.000-16,51.000-75.000 15,-51.000 50.000-15,50.000-24.000 16,-24.000 24.000-16,-1.000-25.000 16,1.000 25.000-1,-1.000-50.000-15,-49.000 249.000 31,49.000-150.000-15,25.000 1.000 0,1.000 49.000 15,24.000-74.000-15,0.000 198.000-1,0.000-247.000 1,0.000-1.000-16,0.000 25.000 15,24.000 0.000-15,1.000-25.000 16,-25.000 25.000-16,0.000-25.000 0,25.000 0.000 16,0.000 25.000-16,0.000-74.000 15,24.000 25.000 1,-49.000 24.000-16,50.000-25.000 16,-25.000 50.000-1,24.000-74.000 1,1.000 24.000-16,49.000 75.000 15,25.000 0.000 1,0.000-50.000 0,50.000 50.000-1,-75.000-99.000 1,-49.000-1.000-16,-1.000-24.000 16,26.000 25.000-16,-1.000-26.000 15,0.000 1.000 1,26.000 0.000-16,73.000 25.000 15,125.000-1.000 1,-174.000-24.000 0,149.000 25.000-16,-149.000-26.000 15,-50.000-24.000-15,25.000 25.000 16,1.000-25.000-16,-26.000 0.000 16,25.000 0.000-16,-24.000 0.000 15,-1.000 0.000-15,25.000 0.000 16,-24.000 0.000-16,-1.000 0.000 15,25.000 0.000-15,1.000 0.000 16,-1.000 0.000-16,-25.000 0.000 16,75.000 0.000-1,-50.000 0.000-15,25.000 0.000 16,50.000 0.000-16,124.000 0.000 16,24.000 0.000-1,50.000 0.000 1,-198.000 0.000-1,148.000 0.000 1,-49.000 0.000-16,-124.000 0.000 16,49.000 0.000-16,-49.000 0.000 15,0.000 0.000-15,25.000 0.000 16,-26.000 0.000-16,26.000 0.000 16,0.000 0.000-16,-50.000 0.000 15,49.000 0.000-15,1.000 0.000 16,-25.000 0.000-16,0.000 0.000 15,74.000 0.000-15,-74.000 0.000 16,0.000 0.000-16,-1.000 0.000 16,224.000 0.000-1,-123.000 0.000 1,-101.000 0.000 0,125.000 0.000-1,0.000 0.000 1,25.000 0.000-16,-174.000 0.000 15,149.000 0.000 1,-149.000 0.000-16,24.000 0.000 16,26.000-25.000-16,-50.000 1.000 15,25.000-1.000-15,49.000-25.000 16,-74.000 25.000-16,0.000 1.000 16,25.000-51.000-16,25.000 1.000 15,-25.000-1.000 1,0.000 1.000-16,198.000-149.000 15,-25.000-1.000 1,-198.000 100.000 0,149.000-124.000-1,0.000-99.000 1,-149.000 173.000 0,0.000-98.000-1,0.000 48.000 1,-99.000 100.000-1,24.000 25.000-15,-24.000 25.000 16,0.000-50.000-16,0.000 49.000 16,0.000 1.000-16,-25.000-1.000 15,0.000 26.000-15,0.000-1.000 16,0.000-49.000-16,0.000 25.000 16,0.000 24.000-16,0.000-24.000 15,0.000-100.000 1,0.000 100.000-16,-25.000-51.000 15,-50.000-98.000 1,1.000 50.000 0,0.000-1.000-1,49.000 100.000 1,-50.000-26.000-16,1.000-24.000 16,24.000 50.000-16,-24.000-50.000 15,-50.000-25.000-15,50.000 75.000 16,-26.000-26.000-16,26.000 26.000 15,-25.000-50.000-15,-1.000 25.000 16,26.000 0.000-16,-25.000 49.000 16,24.000-49.000-16,-24.000 49.000 15,-25.000-24.000-15,75.000 24.000 16,-75.000-24.000-16,24.000-1.000 16,26.000 50.000-16,-25.000-24.000 15,-50.000-26.000-15,74.000 51.000 16,-24.000-51.000-16,-50.000 26.000 15,1.000-1.000-15,-1.000-24.000 16,50.000 24.000-16,-50.000 25.000 16,-25.000-49.000-16,25.000 49.000 15,50.000 0.000-15,-25.000 0.000 16,-50.000-24.000-16,75.000 24.000 16,-50.000 0.000-16,50.000-24.000 15,-50.000 49.000-15,25.000-25.000 16,0.000 0.000-16,25.000 25.000 15,-25.000 0.000-15,0.000-25.000 16,25.000 25.000-16,24.000-25.000 16,-49.000 25.000-16,50.000 0.000 15,-25.000 0.000-15,24.000 0.000 16,-24.000-25.000-16,25.000 1.000 16,-1.000 24.000-16,-24.000 0.000 15,0.000-25.000-15,24.000 25.000 16,1.000-25.000-16,-25.000 0.000 15,49.000 25.000-15,-24.000-25.000 16,24.000 25.000-16,0.000 0.000 16,1.000 0.000-1,24.000 0.000-15,-25.000 0.000 0,26.000 0.000 16,-26.000 0.000-16,25.000 0.000 16,0.000 0.000 15,1.000 0.000 47,-51.000 50.000-62,-24.000-25.000-16</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0000"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12-22T08:06:05"/>
    </inkml:context>
    <inkml:brush xml:id="br0">
      <inkml:brushProperty name="width" value="0.05292" units="cm"/>
      <inkml:brushProperty name="height" value="0.05292" units="cm"/>
      <inkml:brushProperty name="color" value="#ff0000"/>
    </inkml:brush>
  </inkml:definitions>
  <inkml:trace contextRef="#ctx0" brushRef="#br0">6425.000 5333.000 0,'25.000'0.000'110,"-1.000"0.000"-110,26.000 0.000 15,24.000 0.000-15,1.000 0.000 16,-26.000 0.000-16,75.000-25.000 16,-24.000 25.000-16,-26.000 0.000 15,0.000 0.000-15,1.000 0.000 16,-25.000 0.000-16,24.000 0.000 16,-24.000 0.000-16,24.000 0.000 15,50.000 0.000-15,-25.000 0.000 16,50.000 0.000-16,-50.000 0.000 15,75.000-25.000-15,-75.000 25.000 16,0.000 0.000-16,1.000 0.000 16,24.000 0.000-16,-25.000 0.000 15,-25.000 0.000-15,1.000 0.000 16,24.000 0.000-16,-25.000 0.000 16,1.000 0.000-16,-1.000 0.000 15,25.000 0.000-15,-49.000 0.000 16,124.000 0.000-1,-100.000 0.000-15,0.000 0.000 16,-24.000 0.000 0,99.000 0.000-16,0.000 0.000 31,-50.000 0.000-31,25.000 0.000 0,25.000 0.000 16,-50.000 0.000-16,50.000 0.000 15,24.000 0.000-15,-73.000 0.000 16,48.000-24.000-16,-48.000 24.000 15,24.000 0.000-15,24.000 0.000 16,-48.000 0.000-16,-1.000 0.000 16,0.000 0.000-16,-24.000 0.000 15,-1.000 0.000-15,-24.000 0.000 16,148.000 0.000 0,-124.000 0.000-1,26.000 0.000-15,-26.000 0.000 16,25.000 0.000-16,75.000 0.000 15,-100.000-25.000 1,249.000 25.000 0,-100.000 0.000-1,-49.000 0.000 1,-100.000 0.000-16,50.000 0.000 16,-49.000 0.000-16,24.000 0.000 15,-25.000 0.000-15,25.000 0.000 16,-24.000 0.000-16,-26.000 0.000 15,1.000 0.000-15,0.000 0.000 16,-26.000 0.000-16,26.000 0.000 16,-25.000 0.000-16,24.000 0.000 15,-24.000 0.000-15,0.000 0.000 16,0.000 0.000-16,0.000 0.000 16,-1.000 0.000-1,1.000 0.000 16,25.000 0.000-31,-1.000 0.000 16,-24.000 0.000 0,25.000 0.000-16,-25.000 0.000 15,24.000 0.000-15,1.000 0.000 16,0.000 0.000 0,-26.000 0.000-16,26.000 0.000 15,-25.000 0.000-15,0.000 0.000 0,-1.000 0.000 16,26.000 0.000-1,0.000 0.000 1,-26.000 0.000-16,1.000 0.000 16,0.000 0.000-1,0.000 0.000 32,0.000 0.000-16,-1.000 0.000-31,1.000 0.000 16,0.000 0.000 0,0.000 0.000-1,0.000 0.000 1,-25.000-25.000 46,0.000 0.000-46,24.000-49.000 0,-24.000 24.000-16,25.000-123.000 15,-25.000-1.000 1,0.000 99.000 0,0.000 1.000-16,0.000 24.000 15,0.000-24.000-15,0.000 24.000 16,0.000 1.000-1,0.000-1.000-15,0.000 1.000 16,0.000 24.000-16,0.000-25.000 16,0.000 1.000-16,0.000-1.000 15,0.000 0.000-15,0.000 26.000 32,0.000-1.000 14,0.000 0.000-30,-25.000 25.000 0,-74.000 0.000-16,-50.000 0.000 15,-173.000 0.000 1,123.000 0.000 0,-247.000 25.000-16,124.000 24.000 15,24.000-49.000 16,-595.000 50.000-31,620.000-25.000 0,50.000 0.000 16,-75.000-25.000-16,100.000 0.000 16,-1.000 0.000-16,75.000 0.000 15,-74.000 0.000-15,49.000 0.000 16,50.000 0.000-16,-75.000 0.000 16,75.000 0.000-16,0.000 0.000 15,-1.000 0.000-15,-48.000 0.000 16,48.000 0.000-16,1.000 0.000 15,-25.000 0.000-15,50.000 0.000 16,-25.000 0.000-16,-1.000 0.000 16,-24.000 24.000-16,-25.000-24.000 15,1.000 0.000-15,-26.000 0.000 16,50.000 0.000-16,-50.000 0.000 16,50.000 0.000-1,-49.000 0.000-15,49.000 0.000 16,-75.000 0.000-16,50.000 0.000 15,25.000 0.000-15,-24.000 0.000 16,-51.000 25.000-16,75.000-25.000 16,0.000 25.000-16,0.000 0.000 15,-174.000-25.000 1,174.000 25.000-16,25.000-25.000 16,-25.000 0.000-16,0.000 24.000 0,-74.000-24.000 31,98.000 0.000-31,51.000 0.000 15,-26.000 0.000-15,51.000 0.000 16,-51.000 0.000-16,26.000 0.000 0,-1.000 0.000 16,25.000 0.000 93,0.000 0.000-109,1.000 0.000 16,-1.000 0.000-16,-50.000 25.000 31,26.000-25.000-31,-1.000 0.000 16,1.000 0.000-1,-26.000 0.000 1,50.000 0.000-1,-74.000 0.000 1,0.000 0.000 0,74.000 0.000-16,-25.000 0.000 15,1.000 0.000-15,-26.000 0.000 16,1.000 0.000-16,49.000 0.000 16,-74.000 0.000-16,0.000 0.000 15,74.000 0.000-15,-49.000 0.000 16,-26.000 0.000-16,76.000 0.000 15,-51.000 0.000-15,1.000 0.000 16,24.000 0.000-16,1.000 0.000 16,-1.000 0.000-1,25.000 0.000-15,0.000 0.000 16,-24.000 0.000 0,24.000 0.000-1,0.000 25.000 1,0.000-25.000-1,-49.000 25.000 1,24.000 0.000-16,25.000-1.000 31,-24.000-24.000-31,-26.000 75.000 16,26.000-50.000 0,-1.000-1.000-16,25.000 26.000 15,1.000-25.000 1,-1.000 24.000-16,0.000 1.000 15,25.000-25.000 1,-25.000 0.000 0,25.000 74.000 15,0.000-74.000-31,0.000 0.000 0,0.000-1.000 16,0.000 1.000-16,0.000 0.000 15,0.000 0.000-15,0.000 0.000 16,0.000-1.000-16,0.000 1.000 31,0.000 0.000-31,0.000 0.000 31,0.000 0.000-31,25.000-25.000 16,-25.000 24.000-16,25.000 1.000 16,0.000 25.000-1,24.000-25.000-15,-24.000-1.000 16,0.000-24.000-1,0.000 25.000-15,-1.000-25.000 16,26.000 25.000 15,-25.000 0.000-15,24.000 49.000 0,175.000-74.000-1,-51.000 0.000-15,-73.000 0.000 16,-1.000 0.000-16,248.000 0.000 31,-248.000 0.000-15,0.000 0.000-16,25.000 0.000 0,-49.000 0.000 15,-1.000-25.000-15,-24.000 25.000 0,0.000 0.000 16,24.000 0.000-16,-24.000 0.000 16,24.000 0.000-16,-24.000 0.000 15,-1.000 0.000-15,26.000 0.000 16,-1.000 0.000-1,-49.000 0.000-15,24.000 0.000 16,1.000 0.000-16,0.000 0.000 16,-1.000 0.000-16,1.000 0.000 15,-1.000 0.000-15,1.000-24.000 16,-25.000 24.000-16,24.000 0.000 16,-49.000-25.000-1,50.000 0.000-15</inkml:trace>
  <inkml:trace contextRef="#ctx0" brushRef="#br0">10294.000 4093.000 0,'0.000'-25.000'94,"-25.000"25.000"-79,1.000 0.000 1,-1.000 0.000-16,-50.000 0.000 16,51.000 0.000-1,-51.000 0.000-15,26.000 0.000 16,24.000 0.000-16,-50.000 0.000 0,1.000 0.000 16,24.000 0.000-16,1.000 0.000 15,-1.000 0.000-15,-24.000 0.000 16,49.000 25.000-16,0.000-25.000 15,-24.000 0.000-15,24.000 0.000 16,0.000 0.000 0,0.000 0.000-16,25.000 25.000 15,-49.000-25.000-15,24.000 24.000 16,0.000 1.000 15,0.000 0.000-15,0.000-25.000-1,25.000 25.000-15,0.000 0.000 16,-25.000 24.000 15,25.000-24.000-31,-49.000 25.000 16,49.000-1.000 0,-25.000 26.000-1,0.000-51.000-15,25.000 1.000 16,0.000 25.000-16,0.000-25.000 15,0.000-1.000-15,0.000 1.000 16,0.000 0.000-16,0.000 0.000 16,0.000 24.000-16,0.000-24.000 15,0.000 0.000 1,25.000 25.000 0,-25.000-25.000-16,25.000-1.000 15,0.000 1.000 1,-1.000 50.000-16,1.000-26.000 15,0.000-49.000 1,-25.000 25.000-16,25.000 0.000 16,0.000-25.000-16,-25.000 25.000 15,25.000-1.000-15,-1.000 1.000 16,1.000 25.000 0,0.000-25.000-16,25.000-1.000 15,-26.000 1.000-15,26.000 25.000 16,-25.000-25.000-1,49.000-1.000-15,-49.000 1.000 16,0.000 0.000-16,74.000 0.000 16,-74.000 0.000-16,173.000 24.000 15,-123.000-24.000 1,-1.000-25.000-16,0.000 0.000 0,1.000 0.000 16,24.000 0.000-16,-24.000 0.000 15,-26.000 0.000-15,26.000 0.000 16,-1.000 0.000-16,-24.000 0.000 15,-1.000 0.000-15,1.000 0.000 16,24.000 0.000-16,1.000 0.000 16,-26.000 0.000-16,1.000-50.000 15,-1.000 26.000-15,-24.000-1.000 16,50.000 0.000-16,-75.000-25.000 16,49.000 26.000-16,-24.000-26.000 15,0.000 25.000-15,25.000-74.000 31,-50.000 74.000-31,24.000 0.000 16,-24.000-24.000-16,0.000 24.000 16,25.000-25.000-1,-25.000 1.000-15,0.000-1.000 16,0.000 25.000 0,0.000 1.000-16,0.000-1.000 0,0.000-25.000 15,0.000 25.000 1,0.000 0.000-16,0.000 1.000 15,-25.000-26.000-15,1.000 0.000 16,24.000 26.000-16,-25.000-51.000 0,0.000 26.000 16,0.000 24.000-1,25.000-50.000-15,-25.000 51.000 16,0.000-26.000-16,1.000 25.000 16,-1.000-24.000-16,25.000 24.000 15,-25.000 0.000-15,0.000 0.000 16,0.000 0.000-16,-24.000 1.000 15,-1.000-1.000 1,25.000-25.000 0,1.000 50.000-16,-1.000 0.000 15,0.000-49.000-15,0.000 49.000 16,-49.000 0.000-16,49.000 0.000 16,0.000 0.000-16,-24.000-25.000 15,24.000 25.000-15,0.000-25.000 16,-25.000 25.000-16,1.000 0.000 15,-1.000 0.000-15,25.000 0.000 16,-24.000 0.000-16,-1.000 0.000 16,1.000 0.000-16,24.000 0.000 15,0.000 0.000-15,-25.000 0.000 16,25.000 0.000-16,-24.000 0.000 16,24.000 0.000-1,0.000 0.000 1,0.000 0.000-16,1.000 0.000 15,-1.000 0.000-15,0.000 0.000 16,-25.000 25.000 0,26.000 0.000-1,-1.000-25.000 1,0.000 24.000-16,0.000-24.000 31,0.000 25.000-31</inkml:trace>
  <inkml:trace contextRef="#ctx0" brushRef="#br0">15429.000 13395.000 0,'0.000'0.000'0,"25.000"198.000"16,-25.000-173.000-16,24.000 99.000 16,1.000-50.000-16,-25.000 25.000 15,25.000 25.000-15,-25.000-24.000 16,0.000-51.000-16,0.000 1.000 16,0.000-25.000-16,0.000 24.000 15,0.000-24.000-15,0.000 0.000 125,0.000 25.000-125,0.000-1.000 16,0.000 1.000-16,0.000 24.000 15,0.000-49.000 1,25.000-25.000 0,-25.000-74.000 62,0.000 24.000-63,0.000-24.000 1,0.000-125.000 0,0.000 100.000-16,0.000 0.000 15,0.000-50.000-15,0.000 0.000 16,0.000 75.000 0,0.000 24.000-1,0.000-49.000-15,0.000 74.000 16,0.000 0.000-1,0.000-49.000-15,0.000 49.000 16,0.000 0.000 0,0.000 0.000-1,0.000 1.000 32,49.000 24.000 109,51.000 0.000-156,-1.000 0.000 16,75.000 0.000 0,24.000 0.000-16,-24.000 24.000 15,322.000 26.000 1,-298.000-50.000-16,199.000 74.000 16,-25.000-49.000-1,-74.000-25.000 1,-50.000 0.000-1,-99.000 0.000 1,-100.000 0.000 0,1.000 0.000-16,-25.000 0.000 15,-1.000 0.000-15,1.000 0.000 16,50.000 0.000-16,-1.000 0.000 16,1.000 0.000-16,24.000 0.000 15,-50.000 0.000-15,51.000 0.000 16,-1.000 0.000-16,25.000 0.000 15,25.000 0.000 1,-75.000 0.000 0,0.000 0.000-16,-24.000 0.000 15,24.000 0.000 1,-24.000 0.000-16,25.000 0.000 0,-51.000 0.000 16,1.000 0.000-16,0.000 0.000 15,-25.000 25.000 110,0.000 0.000-109,25.000 24.000-16,0.000 26.000 15,-1.000 74.000 1,1.000-25.000 0,25.000 24.000-1,-1.000 125.000 1,1.000-149.000 0,-50.000-49.000-1,25.000-75.000 1,-75.000 0.000 109,-24.000 25.000-110,-100.000-25.000 1,100.000 24.000-16,-50.000 1.000 16,-149.000 0.000-1,149.000-25.000 1,-273.000 25.000 0,298.000-25.000-16,-174.000 0.000 31,198.000 0.000-31,-49.000 0.000 15,0.000 0.000 1,0.000 0.000 0,50.000 0.000-1,0.000 0.000-15,-1.000 0.000 16,1.000 0.000-16,24.000 0.000 16,-24.000 0.000-16,49.000 0.000 15,-25.000 0.000-15,-49.000 0.000 16,25.000 0.000-1,-26.000 0.000 17,51.000 0.000-32,-1.000 0.000 15,1.000 0.000 1,-1.000 0.000 0,-49.000 0.000-1,0.000 0.000-15,49.000 0.000 16,-24.000 0.000-1,-50.000 0.000 1,49.000 0.000 0,50.000 0.000-16,-49.000 0.000 15,24.000 0.000-15,1.000 0.000 16,-1.000 0.000-16,0.000 0.000 16,1.000 0.000-16,24.000 0.000 15,-49.000 0.000-15,-1.000 0.000 16,26.000 0.000-16,-1.000 0.000 15,25.000 0.000-15,-24.000 0.000 16,-1.000 25.000-16,0.000-25.000 16,26.000 0.000-16,-26.000 0.000 15,25.000 0.000-15,0.000 0.000 16,1.000 0.000-16,-26.000 0.000 16,25.000 0.000-1,0.000 0.000-15,0.000 0.000 16,1.000 0.000-1,-1.000 0.000 1,-25.000 0.000-16,1.000 0.000 16,-1.000 0.000-16,-74.000 0.000 15,50.000 0.000-15</inkml:trace>
  <inkml:trace contextRef="#ctx0" brushRef="#br0">20737.000 13891.000 0,'25.000'0.000'125,"0.000"0.000"-125,-1.000-25.000 15,1.000 25.000-15,0.000-25.000 16,0.000 25.000 0,25.000 0.000-1,-26.000 0.000 48,-24.000 25.000-48,0.000 0.000 1,25.000-1.000 0,-25.000 1.000 15,0.000 0.000 16,0.000 0.000 0,-25.000 0.000-32,1.000-25.000 63,24.000 24.000-62,-25.000-24.000 0,0.000 25.000-1,25.000 0.000 1,0.000 0.000 46,0.000 0.000-46,0.000-1.000 15,0.000 1.000-15,0.000 0.000 109</inkml:trace>
  <inkml:trace contextRef="#ctx0" brushRef="#br0">20886.000 14337.000 0</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0000"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12-22T08:10:15"/>
    </inkml:context>
    <inkml:brush xml:id="br0">
      <inkml:brushProperty name="width" value="0.05292" units="cm"/>
      <inkml:brushProperty name="height" value="0.05292" units="cm"/>
      <inkml:brushProperty name="color" value="#ff0000"/>
    </inkml:brush>
  </inkml:definitions>
  <inkml:trace contextRef="#ctx0" brushRef="#br0">13147.000 7119.000 0,'-50.000'0.000'47,"-471.000"-25.000"16,224.000 25.000-48,-100.000 0.000 32,74.000 0.000 0,249.000 0.000-31,24.000 0.000-1,26.000 0.000-15,-1.000 0.000 16,0.000 0.000-16,0.000 0.000 15,-25.000 0.000 1,26.000 0.000 0,-1.000 0.000-1,-25.000 0.000 1,25.000 0.000 0,1.000 0.000-16,-1.000 0.000 15,0.000 25.000-15,0.000-25.000 16,0.000 0.000-1,1.000 0.000 1,-1.000 25.000 15,-74.000 74.000 16,24.000 75.000 0,50.000 74.000 16,25.000-149.000-48,0.000-50.000 1,0.000 1.000-1,0.000 0.000-15,0.000-1.000 16,0.000-24.000-16,0.000 25.000 16,0.000 24.000-16,0.000-24.000 15,0.000-1.000-15,0.000-24.000 16,0.000 0.000-16,0.000 25.000 16,25.000-26.000-16,-25.000 1.000 15,0.000 0.000-15,0.000 25.000 16,0.000-26.000-1,0.000 1.000-15,25.000 25.000 0,-25.000 99.000 47,0.000 74.000 16,25.000-49.000-16,-25.000-125.000-32,0.000-24.000 1,0.000 0.000-16,0.000 0.000 16,0.000-1.000 15,0.000 1.000-16,0.000 0.000-15,0.000 25.000 32,0.000-26.000-1,25.000-24.000 47,123.000 0.000-47,274.000 0.000 16,-372.000 0.000-31,223.000 0.000 15,-125.000 0.000-15,-98.000 0.000-1,24.000 0.000-15,-24.000 0.000 16,-25.000 0.000-16,49.000 0.000 16,-24.000 0.000-16,-1.000 0.000 15,26.000 0.000-15,-26.000 0.000 16,76.000 0.000-1,-101.000 0.000-15,51.000 0.000 16,-50.000 0.000-16,24.000 0.000 16,1.000 0.000-16,-25.000 0.000 15,24.000 0.000 1,-24.000 0.000-16,25.000 0.000 0,-26.000 0.000 16,26.000 0.000-1,0.000 0.000-15,98.000 0.000 31,1.000 0.000 1,-99.000 0.000-32,24.000 0.000 15,1.000 0.000-15,-1.000 0.000 0,1.000 0.000 16,-26.000 0.000-16,50.000 0.000 31,-24.000 0.000-31,-26.000 0.000 0,51.000 0.000 31,-51.000 0.000-31,-24.000 0.000 16,49.000 0.000 0,1.000 0.000 15,-50.000 0.000-31,24.000 0.000 31,-24.000 0.000-31,49.000 0.000 31,-49.000 0.000-31,75.000-24.000 32,73.000 24.000-1,-49.000 0.000-15,-74.000 0.000-1,74.000 0.000 1,-75.000 0.000-1,-24.000 0.000 1,25.000 0.000-16,-25.000 0.000 16,49.000 0.000-1,-49.000 0.000 1,0.000 0.000-16,-1.000-25.000 16,1.000 25.000-1,0.000 0.000 16,0.000 0.000-15,0.000 0.000 15,-1.000 0.000-31,1.000-25.000 16,0.000 25.000 0,25.000 0.000-1,24.000-25.000 1,-49.000 0.000-1,25.000 25.000-15,-26.000 0.000 16,1.000 0.000-16,25.000 0.000 16,-50.000-24.000-16,25.000 24.000 15,24.000-25.000 1,1.000 25.000-16,-1.000 0.000 16,-24.000-25.000-16,25.000 25.000 15,-25.000 0.000 1,-1.000-25.000 31,1.000 0.000-32,-25.000 1.000 1,0.000-1.000-16,0.000 0.000 16,25.000-50.000-16,-25.000 26.000 15,25.000 24.000 1,-25.000-25.000-16,0.000 1.000 15,0.000-1.000-15,0.000-24.000 16,0.000-1.000-16,0.000 1.000 16,0.000 0.000-1,0.000 24.000-15,0.000-24.000 16,0.000-1.000-16,0.000 26.000 16,0.000-1.000-16,0.000-149.000 31,-25.000 150.000-16,25.000-1.000-15,0.000 1.000 16,0.000 24.000-16,-25.000-25.000 0,25.000 1.000 16,0.000-1.000-1,-25.000 0.000-15,25.000 26.000 16,0.000-26.000 0,0.000 25.000-1,0.000 0.000 16,0.000 1.000-31,-24.000 24.000 16,24.000-25.000 0,-25.000 25.000-1,25.000-25.000 1,0.000-25.000-16,-25.000 50.000 0,25.000-24.000 16,-25.000-1.000-1,-24.000 0.000 1,24.000 25.000-1,-25.000-25.000 1,1.000 25.000 0,-26.000-25.000-16,26.000 25.000 15,-26.000 0.000-15,25.000 0.000 16,-74.000 0.000-16,50.000 0.000 16,0.000 0.000-16,-1.000 0.000 15,-24.000 0.000-15,25.000 0.000 16,-1.000 0.000-16,-24.000 0.000 15,0.000 0.000-15,24.000 0.000 16,26.000 0.000-16,-175.000 0.000 31,51.000 0.000 1,24.000 0.000-1,25.000 0.000 0,-25.000 0.000 0,50.000 0.000 1,-75.000 0.000 14,-24.000 0.000-14,148.000 0.000-1,25.000 0.000-31,1.000 0.000 16,-26.000 0.000-1,25.000 0.000 1,0.000 0.000-1,1.000 0.000 1,-1.000 0.000-16,0.000 0.000 0,0.000 0.000 16,0.000 0.000-1,1.000 0.000-15,-1.000 0.000 16,-25.000 0.000 15,25.000 0.000-15,1.000 0.000 15,-1.000 0.000-31</inkml:trace>
  <inkml:trace contextRef="#ctx0" brushRef="#br0">11286.000 8781.000 0,'-49.000'0.000'110,"-125.000"0.000"-63,-297.000 0.000 15,248.000-25.000-46,49.000 25.000-1,50.000 0.000-15,-25.000 0.000 32,50.000-25.000-32,-25.000 25.000 0,-25.000 0.000 15,50.000 0.000-15,0.000 0.000 16,-50.000-25.000-16,50.000 25.000 15,24.000 0.000 1,-24.000 0.000-16,25.000 0.000 0,-1.000-24.000 16,1.000 24.000-16,24.000 0.000 15,-49.000-25.000-15,25.000 25.000 16,-50.000 0.000 0,-25.000 0.000-1,74.000 0.000-15,26.000 0.000 16,-1.000 0.000-16,-24.000-25.000 15,-1.000 25.000 1,1.000 0.000-16,24.000 0.000 16,1.000 0.000-16,-125.000 0.000 31,124.000 0.000-31,1.000 0.000 16,-1.000 0.000-16,-49.000 0.000 15,74.000 0.000-15,-49.000 0.000 16,24.000 0.000-16,-24.000 0.000 15,24.000 0.000-15,0.000 0.000 16,1.000 0.000-16,-26.000 0.000 16,26.000 0.000-1,-1.000 0.000 1,1.000 25.000-16,24.000-25.000 16,-25.000 25.000-1,-24.000-25.000 16,24.000 0.000-31,25.000 0.000 16,1.000 0.000 0,-1.000 0.000 109,0.000 0.000-125,-49.000 0.000 15</inkml:trace>
  <inkml:trace contextRef="#ctx0" brushRef="#br0">2183.000 8533.000 0,'0.000'49.000'0,"0.000"-98.000"0,0.000 520.000 47,25.000-272.000 16</inkml:trace>
  <inkml:trace contextRef="#ctx0" brushRef="#br0">2183.000 8533.000 0,'25.000'0.000'47,"25.000"-25.000"-31,173.000-25.000-1,-124.000 26.000 1,149.000-26.000 0,-174.000 25.000-16,26.000 25.000 15,-26.000 0.000 1,-24.000 0.000-16,-25.000 0.000 16,-1.000 0.000-1</inkml:trace>
  <inkml:trace contextRef="#ctx0" brushRef="#br0">2233.000 8930.000 0,'49.000'0.000'47,"26.000"0.000"-32,74.000-25.000-15,-75.000 0.000 16,25.000 25.000-16,0.000-25.000 16,-24.000 25.000-16,-26.000 0.000 15</inkml:trace>
  <inkml:trace contextRef="#ctx0" brushRef="#br0">2059.000 9227.000 0,'25.000'0.000'62,"496.000"0.000"-30,99.000 0.000-1,-546.000 0.000-15,-49.000 0.000-1</inkml:trace>
  <inkml:trace contextRef="#ctx0" brushRef="#br0">4812.000 8458.000 0,'-24.000'25.000'16,"-299.000"298.000"30,-49.000 49.000-14,174.000-199.000-17,74.000-49.000 1,74.000-49.000 0,25.000-75.000-1</inkml:trace>
  <inkml:trace contextRef="#ctx0" brushRef="#br0">5358.000 8706.000 0,'-25.000'0.000'78,"-49.000"0.000"-62,24.000 0.000 15,1.000 0.000-31,24.000 0.000 32,0.000 0.000-32,0.000 0.000 31,1.000 0.000-31,-1.000 0.000 15,0.000 0.000 1,25.000 25.000 0,-25.000 0.000-16,0.000-25.000 15,0.000 25.000 1,1.000-25.000 0,-1.000 49.000-16,-25.000 26.000 15,25.000-50.000 1,-24.000 49.000-1,24.000-49.000-15,0.000 0.000 16,-24.000 74.000 0,49.000-74.000-1,-25.000 0.000 1,25.000-1.000 0,0.000 1.000-1,0.000 25.000-15,0.000-1.000 16,25.000 1.000-1,-1.000-25.000-15,26.000 49.000 16,-25.000-49.000 0,0.000 0.000-16,74.000 49.000 31,-50.000-49.000-15,-24.000-25.000-16,0.000 0.000 15,0.000 0.000-15,-25.000 25.000 16,50.000 0.000-1,-26.000-25.000 1,26.000 0.000-16,-25.000 0.000 16,24.000 0.000-1,1.000 0.000-15,-25.000 0.000 16,0.000 0.000 15,-1.000 0.000-31,-24.000-25.000 31,50.000 25.000-15,-25.000-25.000-16,0.000 25.000 0,24.000-25.000 31,-24.000 0.000-31,49.000 25.000 32,-24.000-24.000-32,99.000-1.000 15,-50.000 0.000 1,-74.000 25.000-16</inkml:trace>
  <inkml:trace contextRef="#ctx0" brushRef="#br0">17984.000 7020.000 0,'-50.000'0.000'31,"-74.000"0.000"32,99.000 0.000-63,-124.000 74.000 47,50.000-24.000 0,50.000-25.000-32,24.000 24.000 1,0.000-49.000-16,25.000 25.000 15,-25.000-25.000-15,0.000 50.000 16,1.000-26.000-16,24.000 1.000 16,-25.000 0.000-16,0.000 0.000 15,25.000 24.000-15,-50.000-24.000 16,50.000 0.000-16,0.000 25.000 16,-24.000-1.000-16,24.000-24.000 15,-25.000 0.000-15,25.000 24.000 16,0.000-24.000-1,0.000 0.000 1,25.000 0.000 15,-25.000 0.000-15,24.000-25.000 31,100.000 74.000 0,25.000-49.000-16,25.000 0.000-15,-124.000-25.000-1,-1.000 0.000-15,26.000 0.000 16,197.000-25.000 31,100.000-50.000 15,-223.000 51.000-46,0.000-1.000 15,-25.000 0.000-15,-25.000-25.000 15,-49.000 50.000-15,-25.000 0.000-1,0.000 0.000 1,-25.000-24.000-16,24.000 24.000 31,-24.000-25.000-15,0.000 0.000 15,0.000 0.000-31,0.000 0.000 16,0.000-24.000-16,0.000-26.000 31,0.000 51.000-31,-49.000-51.000 31,49.000 26.000-31,-75.000-1.000 31,51.000 25.000-31,-26.000 25.000 32,25.000-25.000-17,0.000 25.000 16,1.000 0.000-31,-1.000 0.000 16,0.000-24.000 0,0.000 24.000-1,0.000-25.000 1,-24.000 25.000 0,24.000 0.000-1,0.000-25.000 1,-25.000 25.000-1,26.000 0.000 1,-51.000-50.000 15,-74.000 50.000 1,75.000-24.000-17,49.000 24.000-15,0.000 0.000 78,-74.000-25.000-31,50.000 25.000-16,24.000 0.000 1,0.000 0.000 93</inkml:trace>
  <inkml:trace contextRef="#ctx0" brushRef="#br0">20588.000 9178.000 0,'-25.000'0.000'63,"1.000"0.000"-48,-51.000 0.000 1,1.000 0.000 0,-75.000 0.000-1,75.000 0.000-15,49.000 0.000 16,-50.000 25.000-16,-49.000-25.000 16,75.000 0.000-16,-1.000 0.000 15,-24.000 0.000-15,49.000 0.000 16,0.000 0.000-16,-25.000 0.000 15,26.000 0.000 1,-1.000 0.000 47,-25.000 0.000-32,1.000 0.000-31,-1.000 0.000 15,-24.000 0.000-15,-1.000 0.000 16,26.000 0.000-16,-26.000 0.000 16,1.000 24.000-16,49.000-24.000 15,-25.000 0.000-15,1.000 25.000 16,24.000-25.000 0,-25.000 0.000-16,26.000 0.000 0,-1.000 0.000 15,0.000 0.000-15,0.000 0.000 16,0.000 0.000 15,0.000 0.000 32,1.000 0.000 93,-1.000 0.000-125,-25.000 0.000-15,25.000 0.000-16,-24.000 0.000 31,-1.000 0.000 0,75.000 0.000 235,-25.000-25.000-266,25.000 1.000 31,-25.000-1.000-15,25.000 25.000-1,-25.000-25.000 32,24.000 25.000-31,-24.000-25.000-16,0.000 0.000 15,25.000 25.000 1,-25.000-24.000-16,0.000-1.000 16,50.000 0.000 296,-50.000 0.000-296,0.000 50.000 218,-50.000 0.000-218,25.000 24.000 15,-24.000-24.000 0,49.000 25.000-31,-25.000-25.000 32,0.000-1.000-1,0.000-24.000 16,25.000 25.000-32,0.000 0.000 298,50.000 0.000-298,0.000 0.000 1,-50.000-1.000 0,24.000-24.000-1,-24.000 25.000 95,25.000-25.000-110,0.000 25.000 31,0.000-25.000 0,-25.000 25.000-31,0.000 0.000 235</inkml:trace>
  <inkml:trace contextRef="#ctx0" brushRef="#br0">10617.000 6648.000 0,'0.000'24.000'172,"0.000"1.000"-157,0.000 0.000 63,49.000-25.000 63,26.000 25.000-110,-1.000 0.000 1,-49.000-25.000-32,124.000 24.000 31,-25.000-24.000 0,0.000 0.000 0,74.000 0.000 1,-74.000 0.000-1,-99.000 0.000-31,149.000 0.000 31,198.000 0.000 16,-124.000 0.000-16,-174.000 0.000-15,-24.000 0.000-16,-25.000 0.000 15,24.000 0.000 1,-24.000 0.000-16,0.000 0.000 16,99.000 25.000 15,-99.000-25.000-31,99.000 0.000 31,25.000 25.000 0,-75.000-25.000-15,-24.000 0.000-16,-1.000 0.000 16,75.000 0.000-16,-25.000 0.000 31,-74.000 0.000-31,25.000 0.000 16,0.000 0.000-16,24.000 0.000 15,-24.000 0.000-15,-26.000 0.000 16,1.000 0.000-16,25.000 0.000 15,-1.000 0.000-15,-24.000 0.000 16,0.000 0.000 0,25.000 0.000-16,-26.000 0.000 0,1.000 0.000 15,25.000 0.000 1,-1.000 0.000-16,1.000 0.000 16,24.000 0.000-16,-49.000 25.000 15,25.000-25.000-15,-1.000 0.000 16,1.000 0.000-16,24.000 0.000 15,-49.000 0.000-15,25.000 0.000 16,272.000 0.000 47,-272.000 0.000-48,148.000 0.000 32,-49.000 25.000-16,-99.000-25.000-15,-1.000 0.000-16,-24.000 0.000 0,25.000 0.000 16,-25.000 0.000-1,-1.000 0.000-15,26.000 0.000 16,-25.000 0.000-16,0.000 0.000 15,-1.000 0.000-15,51.000 0.000 16,-25.000 0.000 0,-1.000 0.000-16,26.000 0.000 15,-26.000 0.000 1,-24.000 0.000-16,49.000 0.000 16,-49.000 0.000-1,0.000 0.000-15,25.000 0.000 16,-26.000 0.000-16,1.000 0.000 15,0.000 0.000-15,25.000 0.000 16,-26.000 0.000-16,1.000 0.000 16,25.000 0.000-16,-25.000 0.000 15,-1.000 0.000-15,1.000 0.000 16,25.000 0.000-16,-25.000 0.000 16,-1.000 0.000-16,26.000 0.000 15,0.000 0.000-15,-26.000 0.000 16,26.000 0.000-16,0.000 0.000 15,24.000 0.000 1,-24.000 0.000 0,-1.000 0.000-1,-24.000 0.000-15,198.000 0.000 32,-148.000 0.000-32,198.000 0.000 31,-174.000 0.000-31,0.000 0.000 0,50.000 0.000 31,-124.000 0.000-31,74.000 0.000 16,-49.000 0.000-1,-1.000 0.000-15,1.000 0.000 16,-1.000 0.000 0,125.000-25.000-1,-149.000 25.000 1,148.000 0.000-1,-98.000 0.000 1,-26.000-25.000-16,100.000 25.000 16,-99.000 0.000-1,198.000-25.000 1,-174.000 25.000 0,199.000 0.000 15,-99.000-25.000-16,-100.000 25.000-15,1.000 0.000 16,-1.000-24.000-16,1.000 24.000 16,-26.000 0.000-16,26.000 0.000 15,-1.000-25.000-15,0.000 25.000 16,-49.000 0.000-16,25.000 0.000 16,-1.000 0.000-16,-24.000 0.000 15,25.000 0.000-15,-25.000 0.000 16,-1.000 0.000-16,26.000 0.000 15,-25.000 0.000-15,24.000 0.000 16,26.000 0.000 0,-50.000 0.000-16,24.000-25.000 15,26.000 25.000 1,-51.000 0.000 0,26.000 0.000-16,-25.000 0.000 15,0.000 0.000-15,0.000 0.000 16,-1.000 0.000-1,1.000 0.000 1,0.000-25.000-16,0.000 25.000 31,0.000 0.000 1,-1.000-25.000-17,1.000 1.000 32,-25.000-1.000-16,-99.000-50.000 1,-100.000 1.000-1,125.000 49.000 16,24.000 25.000-32,26.000 0.000 1,-150.000-25.000 15,0.000 1.000 16,-49.000 24.000 0,-124.000 0.000-31,198.000 0.000-1,75.000 0.000 1,-75.000 0.000-1,74.000 0.000-15,-49.000 0.000 0,25.000 0.000 16,25.000 0.000 0,-25.000 0.000-16,-1.000 0.000 0,1.000 0.000 15,0.000 0.000 1,24.000 0.000-16,-49.000 0.000 16,0.000 0.000-16,25.000 0.000 15,0.000 0.000-15,-25.000 0.000 16,50.000 0.000-16,-1.000 0.000 15,-24.000 0.000-15,-75.000 0.000 16,100.000 0.000 0,-25.000 0.000-16,-125.000 0.000 15,125.000 0.000 1,0.000 0.000-16,-50.000 0.000 16,25.000 0.000-16,25.000 24.000 15,0.000-24.000-15,-125.000 0.000 16,150.000 0.000-1,-124.000 0.000 1,123.000 0.000-16,-24.000 0.000 16,-25.000 0.000-16,49.000 0.000 15,-24.000 0.000-15,0.000 0.000 16,-124.000 0.000 0,124.000 0.000-16,24.000 0.000 15,1.000 0.000-15,-1.000 0.000 16,1.000 0.000-16,49.000 0.000 15,-74.000 0.000 1,25.000 0.000-16,24.000 0.000 0,0.000 0.000 16,-49.000 0.000-1,49.000 0.000-15,-24.000 0.000 0,24.000 0.000 16,-24.000 0.000-16,0.000 0.000 16,24.000 0.000-16,-24.000 0.000 15,24.000 0.000-15,0.000 0.000 16,-24.000 0.000-16,49.000 0.000 15,-49.000 0.000 1,24.000 0.000-16,-74.000 0.000 16,50.000 0.000-16,49.000 0.000 15,-50.000 0.000-15,-24.000 0.000 16,25.000 0.000 0,-50.000 0.000-1,49.000 0.000-15,26.000 0.000 16,-26.000 0.000-16,1.000 0.000 15,24.000 0.000-15,1.000 0.000 16,24.000 0.000 0,-25.000 0.000-16,1.000 0.000 0,-1.000 0.000 15,-99.000 0.000 1,124.000 0.000-16,-24.000 0.000 16,-1.000 0.000-1,-24.000 0.000-15,24.000 0.000 0,-49.000 0.000 16,49.000 0.000-1,26.000 0.000-15,-26.000 0.000 16,0.000 0.000 0,-24.000 0.000-16,49.000 0.000 15,-24.000 0.000 1,24.000 0.000 0,0.000 0.000-16,0.000 0.000 15,-24.000 0.000 1,24.000 0.000-16,0.000 0.000 15,0.000 0.000 1,0.000 0.000-16,1.000 0.000 16,-76.000 0.000 15,75.000 0.000-31,-74.000 0.000 47,25.000 0.000-16,24.000 0.000-15,1.000 0.000 15,-26.000 0.000 0,26.000 0.000 0,24.000 0.000 1,-25.000 25.000-17,-24.000-25.000 17,49.000 0.000 30,25.000 25.000-31,0.000 0.000 1,-25.000-25.000-1,25.000 25.000-31,0.000-1.000 47,-25.000-24.000-32,25.000 25.000 17,0.000 0.000-1,0.000 0.000 0</inkml:trace>
  <inkml:trace contextRef="#ctx0" brushRef="#br0">22573.000 5829.000 0,'-25.000'0.000'31,"0.000"0.000"16,0.000 0.000-31,-49.000 25.000 15,-1.000 25.000 0,26.000-50.000-15,24.000 24.000-1,-25.000 1.000 1,1.000-25.000-16,24.000 25.000 16,0.000 0.000-16,-24.000-25.000 15,24.000 25.000-15,0.000-25.000 16,0.000 49.000 0,0.000-49.000-16,0.000 25.000 0,25.000 0.000 15,-49.000 0.000 1,24.000-1.000-16,25.000 1.000 15,0.000 0.000 1,-25.000-25.000-16,0.000 25.000 0,25.000 0.000 16,0.000-1.000-1,0.000 26.000 1,0.000 24.000 0,0.000-24.000-16,0.000 0.000 15,0.000-26.000 1,0.000 1.000-16,0.000 74.000 31,0.000-74.000-31,0.000 25.000 16,25.000-50.000-16,-25.000 25.000 15,25.000-1.000 1,-25.000 1.000-16,50.000 25.000 31,-50.000-25.000-31,24.000-25.000 16,1.000 49.000-1,25.000-49.000 1,-50.000 25.000-16,50.000 25.000 16,-1.000-1.000-1,-24.000-49.000 1,0.000 25.000 0,0.000-25.000-1,24.000 0.000 1,-24.000 0.000-1,0.000 25.000 1,24.000 0.000 0,-24.000-25.000-16,0.000 0.000 15,74.000 0.000 1,-49.000 0.000-16,74.000 0.000 31,-99.000 0.000 16,24.000 0.000-31,-24.000 0.000 15,0.000 0.000-31,24.000-50.000 16,-24.000 50.000 15,0.000-25.000-16,0.000 25.000 1,-25.000-49.000 0,25.000 49.000-1,-25.000-25.000-15,24.000 0.000 16,1.000 0.000 0,-25.000 1.000-16,25.000-1.000 15,-25.000 0.000 16,0.000 0.000-15,25.000 0.000 0,-25.000 0.000-1,0.000-24.000 17,0.000 24.000-17,25.000 25.000-15,-25.000-25.000 16,0.000-24.000-1,0.000 24.000 1,0.000 0.000-16,0.000 0.000 16,0.000 0.000-16,0.000-24.000 15,0.000 24.000-15,0.000 0.000 16,0.000 0.000 0,0.000-24.000-16,0.000-1.000 15,0.000 25.000 1,-25.000 25.000-1,25.000-24.000-15,0.000-1.000 16,0.000 0.000 0,-25.000 0.000-16,25.000-24.000 15,-25.000 49.000 1,25.000-25.000-16,0.000 0.000 16,0.000 0.000-16,-25.000 0.000 15,25.000 1.000 16,-24.000 24.000-15,-1.000-25.000 0,25.000 0.000-1,-25.000 25.000 1,25.000-25.000-16,-25.000 0.000 16,0.000 1.000 15,1.000-1.000 0,-1.000 0.000-31,0.000 0.000 47,0.000 0.000-31,0.000 25.000 30,1.000 0.000-30,24.000-25.000 0,0.000 1.000 31,-25.000 24.000-32,25.000 24.000 95,0.000 1.000-110,0.000 0.000 15</inkml:trace>
  <inkml:trace contextRef="#ctx0" brushRef="#br0">14337.000 10517.000 0,'25.000'0.000'47,"0.000"0.000"-16,0.000 0.000-15,0.000 0.000-16,49.000 0.000 16,-49.000 0.000-16,0.000 0.000 15,24.000 0.000-15,1.000 0.000 16,-25.000 0.000 0,0.000 0.000-16,49.000 0.000 15,0.000 0.000 1,-24.000 0.000-16,24.000 0.000 15,100.000 0.000-15,-100.000 0.000 16,1.000 0.000-16,123.000 0.000 16,-123.000 0.000-1,-51.000 0.000 1,51.000 0.000-16,-1.000 0.000 0,-49.000 0.000 16,74.000 0.000-16,-24.000 0.000 15,-26.000 0.000-15,125.000 0.000 16,-149.000 0.000-1,24.000 0.000-15,1.000 0.000 16,0.000 0.000-16,-1.000 0.000 16,26.000 0.000-16,-26.000 0.000 15,1.000 0.000-15,-1.000 0.000 16,26.000 0.000-16,-50.000 0.000 16,49.000 0.000-16,1.000 0.000 15,-26.000 0.000-15,125.000 0.000 16,-125.000 0.000-1,26.000 0.000-15,-26.000 0.000 16,1.000 0.000 0,0.000 0.000-16,24.000 0.000 15,-24.000 0.000 1,-26.000 0.000-16,76.000 0.000 16,-26.000 0.000-16,1.000 0.000 15,49.000 0.000 1,-50.000 0.000-16,-24.000 0.000 15,-1.000 0.000 1,1.000 0.000-16,-25.000 0.000 0,24.000 0.000 16,1.000 0.000-1,-1.000 0.000-15,1.000 0.000 16,0.000 0.000 0,24.000 0.000-16,-49.000 0.000 15,0.000 0.000 1,24.000 0.000-16,-24.000 0.000 15,25.000-25.000 1,-26.000 25.000-16,1.000 0.000 16,0.000 0.000-1,0.000 0.000-15,0.000 0.000 16,24.000 0.000-16,-24.000 0.000 16,25.000 0.000-1,-25.000 0.000-15,-1.000 0.000 16,1.000 0.000-16,25.000-24.000 15,-25.000 24.000 17,-1.000 0.000 30,-24.000-25.000-15,25.000 25.000-31,0.000-25.000-16,-25.000 0.000 15,25.000 0.000 1,-25.000 1.000-16,0.000-51.000 16,25.000 50.000-1,-1.000-24.000-15,-24.000-1.000 0,25.000 1.000 16,-25.000 24.000-16,0.000-25.000 15,0.000 25.000-15,0.000-74.000 32,0.000 74.000-32,0.000-24.000 0,0.000-51.000 15,0.000 51.000 1,0.000-1.000 0,0.000 1.000-1,0.000 24.000 1,0.000 0.000-16,0.000 0.000 15,0.000 0.000 1,0.000 1.000 15,0.000-1.000-15,0.000 0.000 15,-49.000 25.000 157,-75.000 0.000-173,24.000 0.000-15,26.000 0.000 16,-273.000 0.000 0,24.000 50.000 15,75.000-50.000 0,199.000 0.000-31,-1.000 0.000 0,-198.000 0.000 31,173.000 0.000-31,1.000 0.000 16,-25.000 0.000-16,0.000 0.000 16,-125.000 0.000-1,150.000 0.000 1,-124.000 24.000-1,148.000-24.000 1,-25.000 0.000-16,26.000 0.000 16,-50.000 0.000-16,74.000 0.000 15,-273.000 25.000 17,-123.000 0.000 14,98.000 0.000 1,249.000-25.000-47,-100.000 0.000 16,50.000 0.000 0,74.000 0.000-16,-24.000 0.000 15,24.000 0.000-15,-24.000 0.000 16,0.000 0.000-16,24.000 0.000 15,0.000 0.000-15,1.000 0.000 16,24.000 0.000-16,-25.000 0.000 16,1.000 0.000-16,24.000 0.000 15,0.000 0.000 1,0.000 0.000-16,-24.000 0.000 16,24.000 0.000-1,0.000 0.000 1,0.000 0.000-16,0.000 0.000 15,-24.000 0.000-15,24.000 0.000 16,25.000 49.000 125,0.000-24.000-126,0.000 0.000 1,0.000 0.000-16,0.000 24.000 16,0.000 26.000-1,0.000-50.000-15,0.000 49.000 16,0.000-49.000-1,0.000 49.000 1,0.000-24.000 0,0.000-25.000-1,0.000 24.000 1,25.000-24.000 0,-25.000 0.000-16,0.000 0.000 15,25.000 0.000 1,-25.000-1.000-16,0.000 1.000 15,24.000 0.000 1,-24.000 0.000 0,0.000 0.000-1,0.000-1.000 32,0.000 1.000-16,25.000 0.000-15,0.000-25.000 15,-25.000 25.000-15,0.000 0.000 15,0.000-1.000-15,0.000 1.000 78,25.000-25.000 156,0.000 0.000-235</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0000"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12-22T08:12:35"/>
    </inkml:context>
    <inkml:brush xml:id="br0">
      <inkml:brushProperty name="width" value="0.05292" units="cm"/>
      <inkml:brushProperty name="height" value="0.05292" units="cm"/>
      <inkml:brushProperty name="color" value="#ff0000"/>
    </inkml:brush>
  </inkml:definitions>
  <inkml:trace contextRef="#ctx0" brushRef="#br0">13941.000 10864.000 0,'-25.000'-24.000'31,"0.000"-1.000"-16,-124.000 0.000 1,100.000 0.000 0,-26.000 0.000-16,1.000 1.000 15,-174.000-51.000 17,173.000 75.000-32,50.000 0.000 15,-99.000-25.000 1,100.000 25.000-1,-26.000 0.000-15,25.000 0.000 16,-24.000 0.000 15,24.000 0.000-15,-50.000 0.000 15,51.000 0.000-15,-26.000 0.000-1,-24.000 25.000 17,74.000 0.000-32,-75.000 0.000 31,50.000 0.000-15,25.000-1.000-16,-24.000-24.000 15,-26.000 50.000 1,0.000 0.000-1,25.000-50.000 1,25.000 24.000-16,-24.000-24.000 31,24.000 25.000-31,-25.000-25.000 16,25.000 25.000 15,0.000 25.000-15,0.000-26.000-1,0.000 1.000 17,0.000 0.000-32,0.000 0.000 31,0.000 0.000-15,0.000-1.000 15,0.000 1.000-16,25.000-25.000-15,-25.000 25.000 16,24.000 0.000 0,26.000 49.000-1,-25.000-24.000 1,0.000-25.000-16,24.000 24.000 31,1.000-24.000-15,-25.000-25.000-1,0.000 0.000 1,148.000 0.000 15,75.000 0.000 1,-198.000 0.000-32,74.000 0.000 46,-99.000 0.000-46,-1.000 0.000 16,26.000-49.000 15,-25.000 49.000-15,0.000-25.000 0,49.000-25.000 15,-49.000 25.000 16,-25.000 1.000-32,50.000-125.000 17,-50.000 124.000-32,24.000 0.000 15,1.000-74.000 16,-25.000 74.000-31,0.000 0.000 16,25.000 0.000 15,-25.000 1.000-31,0.000-1.000 16,-50.000 74.000 78,-24.000 1.000-94,-75.000 24.000 15</inkml:trace>
  <inkml:trace contextRef="#ctx0" brushRef="#br0">8682.000 12452.000 0,'0.000'-25.000'47,"50.000"25.000"-47,-1.000-25.000 15,174.000 1.000 17,-99.000-1.000-32,-24.000 25.000 15,222.000 0.000 16,-272.000 0.000-31,-25.000 0.000 16</inkml:trace>
  <inkml:trace contextRef="#ctx0" brushRef="#br0">9674.000 12973.000 0,'-49.000'0.000'78,"-51.000"0.000"-78</inkml:trace>
  <inkml:trace contextRef="#ctx0" brushRef="#br0">8533.000 12998.000 0,'50.000'0.000'47,"-1.000"-25.000"-16,26.000 25.000-31,24.000 0.000 15,-25.000-25.000 1,-24.000 0.000 0,0.000 25.000-1,-1.000 0.000 1,-24.000 0.000-16,0.000 0.000 16,0.000 0.000-16,24.000 0.000 15,-24.000-25.000 1,248.000 25.000 31,-99.000-24.000 15</inkml:trace>
  <inkml:trace contextRef="#ctx0" brushRef="#br0">8880.000 13667.000 0,'50.000'0.000'109,"24.000"0.000"-109,50.000 0.000 31,-24.000 0.000-31,-51.000 0.000 16,75.000 0.000-16,25.000 0.000 62,-124.000 0.000-15,0.000 0.000-31,0.000 0.000 0,-1.000 0.000 46</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0000"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12-22T08:13:02"/>
    </inkml:context>
    <inkml:brush xml:id="br0">
      <inkml:brushProperty name="width" value="0.05292" units="cm"/>
      <inkml:brushProperty name="height" value="0.05292" units="cm"/>
      <inkml:brushProperty name="color" value="#ff0000"/>
    </inkml:brush>
  </inkml:definitions>
  <inkml:trace contextRef="#ctx0" brushRef="#br0">19373.000 11881.000 0,'0.000'-24.000'16,"-50.000"-1.000"-1,1.000 0.000 1,24.000 0.000-16,-74.000 0.000 16,24.000-24.000-1,-24.000 24.000 1,49.000 25.000 0,26.000-25.000-16,-26.000 25.000 15,25.000 0.000-15,-25.000 0.000 16,26.000 0.000-16,-26.000 0.000 15,25.000 0.000-15,-24.000 0.000 16,-1.000 25.000 0,0.000 0.000-16,1.000 0.000 31,24.000-1.000-31,0.000-24.000 16,0.000 0.000-16,-24.000 50.000 15,24.000-50.000-15,0.000 0.000 16,0.000 25.000-16,1.000 0.000 15,-1.000-1.000 1,0.000-24.000 0,0.000 25.000-16,0.000-25.000 15,25.000 25.000-15,-74.000 25.000 16,24.000-1.000-16,1.000 1.000 16,24.000-25.000-16,-25.000 49.000 15,26.000-49.000-15,-1.000 0.000 16,0.000 24.000-16,0.000-49.000 15,25.000 25.000-15,-25.000 25.000 16,1.000-50.000 0,24.000 25.000-1,0.000-1.000 1,0.000 1.000-16,-25.000 0.000 16,25.000 0.000-1,0.000 0.000 1,0.000 24.000-1,-25.000-24.000-15,25.000 0.000 16,0.000 24.000-16,0.000 1.000 16,0.000 0.000-16,0.000-1.000 15,0.000 1.000-15,0.000-25.000 16,0.000-1.000-16,0.000 26.000 16,0.000-25.000-1,25.000 24.000-15,0.000-49.000 16,-25.000 25.000-1,0.000 0.000-15,24.000 0.000 16,1.000 0.000 0,0.000-1.000-16,0.000 1.000 15,24.000 0.000-15,-24.000 25.000 0,0.000-25.000 16,0.000-25.000 0,0.000 24.000-16,24.000 26.000 15,-24.000-25.000 1,25.000 0.000-16,-1.000 24.000 15,26.000-49.000 1,-26.000 25.000 0,-24.000-25.000-16,49.000 0.000 15,-24.000 25.000-15,-25.000-25.000 16,0.000 0.000-16,24.000 0.000 16,1.000 0.000-16,-25.000 0.000 15,-1.000 25.000-15,51.000-25.000 16,-50.000 0.000-1,24.000 0.000-15,-24.000 0.000 16,0.000 0.000-16,25.000 0.000 16,-26.000 0.000-16,1.000 0.000 15,25.000-50.000-15,-25.000 50.000 16,24.000 0.000-16,1.000-25.000 16,24.000-24.000-16,-24.000 49.000 15,-1.000-25.000-15,26.000-25.000 16,-1.000 25.000-1,-24.000 1.000-15,-1.000-26.000 16,51.000-25.000-16,-51.000 1.000 16,50.000-50.000-1,-49.000 99.000 1,-25.000-24.000 0,-25.000-1.000-16,50.000-24.000 15,-26.000 24.000-15,-24.000 0.000 16,25.000-98.000-1,-25.000 73.000 1,25.000 1.000-16,-25.000 24.000 16,0.000 25.000-16,0.000 1.000 15,0.000-1.000 1,0.000 0.000-16,0.000 0.000 16,0.000-25.000-1,0.000 26.000 1,0.000-1.000-1,-25.000 0.000 1,0.000 25.000 0,25.000-25.000 15,-24.000 0.000-31,-26.000-24.000 16,25.000-1.000 15,-25.000 25.000-16,26.000 25.000 1,-1.000-24.000 0,0.000 24.000-16,0.000 0.000 62,0.000 0.000-46,1.000 0.000 15,-1.000 0.000-31,0.000 0.000 31,25.000-25.000-15</inkml:trace>
  <inkml:trace contextRef="#ctx0" brushRef="#br0">22573.000 11509.000 0,'-50.000'0.000'141,"25.000"0.000"-126,-24.000 0.000 1,24.000 0.000-16,0.000 0.000 16,-149.000 0.000-1,150.000 0.000 1,-26.000 0.000 0,25.000 0.000-1,-24.000 0.000-15,24.000 0.000 31,-25.000 0.000-31,25.000 0.000 16,-24.000 0.000 0,24.000 0.000-1,0.000 0.000 1,0.000 0.000-16,0.000 0.000 31,-24.000 0.000-31,24.000 0.000 16,-25.000 0.000-16,1.000 25.000 15,24.000-25.000 1,0.000 0.000-16,0.000 25.000 16,-24.000-25.000-16,49.000 25.000 15,-25.000-25.000-15,0.000 25.000 0,0.000-25.000 16,1.000 0.000 0,24.000 24.000-16,-25.000 1.000 15,-25.000 0.000-15,25.000 0.000 16,1.000-25.000-1,-1.000 25.000 1,0.000-25.000-16,25.000 49.000 16,-25.000-49.000-1,0.000 25.000 1,1.000 0.000-16,-1.000 0.000 16,0.000-1.000-1,25.000 1.000 1,-25.000 0.000-16,0.000 0.000 15,1.000 0.000 1,-1.000 24.000 0,0.000 1.000-1,0.000-25.000 1,0.000 24.000-16,1.000 1.000 16,-1.000-25.000-1,25.000 0.000-15,-25.000-1.000 16,25.000 1.000-1,0.000 0.000-15,0.000 0.000 16,-25.000 0.000-16,25.000-1.000 16,-25.000 1.000-16,25.000 25.000 15,0.000-25.000 1,0.000 24.000-16,0.000-24.000 16,0.000 0.000-1,0.000 74.000 1,0.000-74.000-16,0.000 0.000 15,0.000 24.000-15,0.000-24.000 16,25.000 0.000 0,-25.000 0.000-16,0.000 24.000 15,25.000-49.000-15,0.000 25.000 16,0.000 25.000-16,-25.000-26.000 16,49.000 26.000-16,-24.000-25.000 15,25.000 24.000-15,-26.000 1.000 16,26.000-25.000-16,49.000 74.000 15,-49.000-74.000-15,-1.000 0.000 16,1.000 0.000 0,0.000-25.000-16,49.000 49.000 15,25.000 1.000 1,-50.000-25.000 0,-24.000-25.000-1,74.000 24.000 1,-75.000-24.000-16,76.000 0.000 15,-26.000 0.000 1,-25.000 0.000 0,-24.000 0.000-16,-25.000 0.000 15,24.000 0.000-15,-24.000-24.000 16,0.000-1.000-16,0.000 25.000 16,24.000-25.000-1,-24.000 0.000-15,25.000-24.000 31,-1.000 49.000-31,1.000-50.000 16,-25.000 25.000-16,24.000-24.000 16,1.000 49.000-16,-25.000-50.000 0,49.000 25.000 15,-24.000-25.000-15,-50.000 26.000 16,49.000-26.000 0,-24.000 25.000-16,0.000 0.000 0,0.000-24.000 15,-25.000 24.000-15,0.000-25.000 16,25.000 1.000-16,-25.000 24.000 15,24.000-25.000-15,-24.000 26.000 16,0.000-26.000 0,25.000 0.000-16,-25.000 26.000 15,25.000-1.000-15,-25.000-25.000 16,0.000 1.000-16,0.000 24.000 16,0.000 0.000-16,0.000-25.000 15,25.000 1.000-15,-25.000 24.000 16,0.000 0.000-1,0.000 0.000-15,0.000 1.000 16,0.000-1.000 0,0.000 0.000-16,-25.000 0.000 15,25.000 0.000 1,0.000 0.000-16,-25.000-24.000 16,0.000 24.000-16,-24.000-49.000 15,-1.000-1.000 1,-49.000-24.000 15,49.000 74.000-15,1.000-24.000-1,-26.000-1.000 1,50.000 50.000-16,-24.000-50.000 16,-1.000 50.000-1,50.000-24.000-15,-25.000 24.000 250,1.000-25.000-219,-1.000 25.000-15,-25.000 0.000-16,1.000-25.000 16,-1.000 25.000-16,0.000 0.000 15,-24.000-25.000-15,24.000 25.000 16,-24.000 0.000 0,49.000-25.000-1</inkml:trace>
</inkml:ink>
</file>

<file path=ppt/ink/ink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0000"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12-22T08:13:46"/>
    </inkml:context>
    <inkml:brush xml:id="br0">
      <inkml:brushProperty name="width" value="0.05292" units="cm"/>
      <inkml:brushProperty name="height" value="0.05292" units="cm"/>
      <inkml:brushProperty name="color" value="#ff0000"/>
    </inkml:brush>
  </inkml:definitions>
  <inkml:trace contextRef="#ctx0" brushRef="#br0">6375.000 6375.000 0,'0.000'25.000'63,"0.000"-1.000"-48,0.000 1.000 16,0.000 0.000-15,0.000 0.000-16,0.000 0.000 31,0.000-1.000-15,0.000 1.000 15,25.000-25.000 0,0.000 0.000 32,0.000-25.000-47,24.000 1.000-1,1.000-26.000-15,-1.000 25.000 0,1.000 0.000 16,24.000-24.000-16,-24.000-1.000 15,0.000 25.000 1,-1.000 1.000-16,1.000-1.000 16,-25.000 0.000-1</inkml:trace>
  <inkml:trace contextRef="#ctx0" brushRef="#br0">10617.000 6300.000 0,'0.000'50.000'94,"25.000"-25.000"-79,-25.000 0.000-15,24.000 24.000 16,-24.000-24.000-1,0.000 25.000-15,0.000-26.000 16,0.000 51.000-16,25.000-75.000 63,25.000 0.000-48,-25.000-25.000-15,24.000-25.000 16,-24.000 1.000-16,49.000-1.000 15,224.000-148.000-15,-199.000 123.000 16,50.000 1.000-16,-25.000 24.000 16,-74.000 26.000-16,24.000-1.000 15,-24.000 0.000-15,-25.000 25.000 16,-25.000-25.000-16,49.000 25.000 141,50.000 0.000-141</inkml:trace>
  <inkml:trace contextRef="#ctx0" brushRef="#br0">19770.000 6375.000 0,'-25.000'0.000'15,"50.000"0.000"-15,-75.000 0.000 0,0.000-50.000 0,-24.000 25.000 16,24.000 25.000-1,50.000-24.000 1,-74.000 24.000-16,49.000 0.000 16,-24.000 0.000-1,24.000 0.000-15,-25.000 0.000 16,25.000 0.000 0,1.000 0.000-1,-26.000 0.000 1,25.000 24.000 15,0.000 1.000-15,1.000-25.000-16,-1.000 0.000 15,0.000 50.000-15,0.000-50.000 16,-24.000 49.000 0,24.000-24.000-1,0.000-25.000-15,0.000 25.000 16,0.000 0.000-1,25.000 0.000-15,-49.000 24.000 32,49.000-24.000-32,-25.000 25.000 15,0.000-50.000 1,25.000 24.000-16,0.000 26.000 16,0.000-25.000-16,0.000 0.000 15,0.000 24.000-15,0.000-24.000 16,0.000 25.000-1,0.000-1.000 1,0.000-24.000-16,-4093.000 0.000 16,8186.000 0.000-1,-4093.000 0.000-15,0.000-1.000 16,0.000 1.000 0,0.000 0.000-1,25.000 0.000-15,-25.000 0.000 16,0.000-1.000-1,25.000 1.000-15,-25.000 0.000 16,25.000 0.000 0,-1.000 0.000-1,1.000 24.000-15,25.000-49.000 16,-25.000 50.000 0,24.000-25.000-1,-24.000-1.000-15,0.000 1.000 16,24.000-25.000-1,-24.000 25.000-15,0.000-25.000 16,0.000 25.000-16,0.000-25.000 16,-1.000 0.000-1,-24.000 25.000-15,50.000-1.000 0,-25.000-24.000 32,0.000 0.000-32,-1.000 0.000 0,1.000 0.000 31,74.000 0.000-16,-74.000 0.000-15,0.000 0.000 0,25.000 0.000 16,-1.000 0.000-16,1.000 0.000 16,-25.000 0.000-16,-1.000 0.000 15,26.000 0.000-15,25.000 0.000 16,-51.000 0.000-16,26.000-24.000 16,-25.000-1.000-16,24.000 25.000 15,-24.000-50.000 1,0.000 50.000-16,25.000 0.000 15,-1.000-49.000 1,-49.000 24.000-16,25.000 0.000 16,0.000 0.000-16,0.000-24.000 15,-1.000 24.000 1,-24.000 0.000-16,25.000 0.000 16,-25.000-24.000-16,25.000 24.000 15,-25.000-25.000-15,0.000 25.000 16,0.000 1.000-16,0.000-1.000 15,0.000 0.000-15,0.000 0.000 16,0.000-24.000 0,0.000 24.000-1,0.000-25.000-15,0.000 25.000 16,-25.000 0.000-16,0.000-24.000 16,25.000 24.000-16,0.000 0.000 15,0.000 0.000 1,-49.000 1.000-16,49.000-1.000 0,-25.000 25.000 15,25.000-50.000 1,-25.000 25.000 0,0.000 25.000-1,1.000-24.000 1,-1.000 24.000 15,25.000-25.000-31,-50.000 0.000 16,50.000 0.000-1,-25.000 25.000 1,1.000 0.000-16,24.000-25.000 16,-50.000 1.000-1,50.000-1.000-15,-25.000 25.000 16,0.000 0.000 15,1.000-25.000-31,-1.000 25.000 47</inkml:trace>
  <inkml:trace contextRef="#ctx0" brushRef="#br0">6102.000 17735.000 0,'25.000'0.000'47,"0.000"0.000"-47,25.000 0.000 16,24.000 0.000-16,0.000 0.000 16,125.000 0.000-1,98.000 0.000 1,-148.000 0.000-1,50.000 0.000-15,98.000 0.000 16,-148.000 25.000 0,-25.000-25.000-16,-25.000 0.000 15,125.000 25.000-15,-150.000-25.000 16,-49.000 0.000 0,74.000 0.000-16,-49.000 0.000 15,-25.000 0.000-15,-1.000 0.000 16,1.000 0.000-1,-50.000 0.000 79,-74.000 25.000-78,0.000-25.000-16</inkml:trace>
  <inkml:trace contextRef="#ctx0" brushRef="#br0">18207.000 18033.000 0,'25.000'0.000'109,"49.000"0.000"-109,1.000 0.000 16,-4044.000 0.000-16,8210.000 0.000 15,-4092.000 0.000-15,50.000 0.000 16,49.000 0.000 0,-149.000 0.000-1,25.000 0.000-15,-99.000 0.000 16,0.000 0.000 0,-50.000 25.000 187,-25.000 0.000-188</inkml:trace>
</inkml:ink>
</file>

<file path=ppt/ink/ink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0000"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12-22T08:14:38"/>
    </inkml:context>
    <inkml:brush xml:id="br0">
      <inkml:brushProperty name="width" value="0.05292" units="cm"/>
      <inkml:brushProperty name="height" value="0.05292" units="cm"/>
      <inkml:brushProperty name="color" value="#ff0000"/>
    </inkml:brush>
  </inkml:definitions>
  <inkml:trace contextRef="#ctx0" brushRef="#br0">10890.000 9376.000 0,'74.000'0.000'203,"0.000"25.000"-203,26.000-25.000 16,-26.000 0.000-1,50.000 25.000-15,-25.000-25.000 16,174.000 25.000-1,0.000-1.000-15,-174.000-24.000 16,50.000 0.000-16,-50.000 0.000 16,0.000 0.000-16,1.000 0.000 15,49.000 0.000-15,-75.000 0.000 16,0.000 0.000-16,26.000 0.000 16,-51.000 0.000-16,26.000 0.000 15,24.000 0.000-15,-25.000 0.000 16,1.000 0.000-16,-1.000 0.000 15,-24.000 0.000-15,49.000 0.000 16,-25.000 0.000 0,-24.000 0.000-16,49.000 0.000 15,0.000 0.000-15,-24.000 0.000 16,173.000 0.000 0,-174.000 0.000-16,1.000 0.000 15,24.000 0.000-15,25.000 0.000 16,-74.000 0.000-1,24.000 0.000-15,-24.000 0.000 16,-26.000 0.000-16,26.000 0.000 16,-25.000 0.000-16,0.000 0.000 15,-1.000 0.000-15,1.000 0.000 16,0.000 0.000-16,0.000 0.000 16,0.000 0.000-1,24.000 0.000-15,-24.000 0.000 16,25.000 0.000-1,-1.000 0.000-15,-24.000 0.000 0,49.000 0.000 16,-49.000 0.000-16,25.000 0.000 16,-1.000 0.000-16,26.000 0.000 15,-26.000 0.000-15,1.000 0.000 16,0.000 0.000-16,24.000 0.000 16,-49.000 0.000-1,49.000 0.000-15,-24.000 0.000 16,0.000 0.000-1,-1.000 0.000 1,26.000-24.000 0,-26.000 24.000-16,75.000 0.000 15,-74.000 0.000 1,-25.000 0.000-16,49.000 0.000 0,-24.000 0.000 16,-1.000 0.000-16,125.000 0.000 15,-100.000 0.000-15,1.000 0.000 16,-26.000 0.000-16,1.000 0.000 15,-25.000 0.000-15,24.000 0.000 16,-24.000 0.000-16,0.000 0.000 16,0.000 0.000-1,24.000 0.000-15,-24.000 0.000 32,0.000 0.000 61,0.000 0.000-93,0.000 0.000 16,-1.000 0.000 62</inkml:trace>
</inkml:ink>
</file>

<file path=ppt/ink/ink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0000"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12-22T08:17:58"/>
    </inkml:context>
    <inkml:brush xml:id="br0">
      <inkml:brushProperty name="width" value="0.05292" units="cm"/>
      <inkml:brushProperty name="height" value="0.05292" units="cm"/>
      <inkml:brushProperty name="color" value="#ff0000"/>
    </inkml:brush>
  </inkml:definitions>
  <inkml:trace contextRef="#ctx0" brushRef="#br0">18926.000 13841.000 0,'0.000'-25.000'78,"50.000"25.000"-62,0.000-49.000 0,24.000 24.000-16,0.000 25.000 15,1.000-25.000-15,-50.000 25.000 0,24.000-25.000 16,1.000 25.000-16,-25.000 0.000 15,-25.000-25.000 17,24.000 25.000 46,1.000 0.000-63,0.000 0.000 1,0.000 0.000 0,0.000-24.000-1,-1.000 24.000-15,26.000 0.000 16,-25.000 0.000-16,0.000 0.000 16,-1.000 0.000 62,1.000 0.000-78,0.000 0.000 15,0.000 0.000 1,0.000 0.000 0,-25.000 24.000 93,24.000 1.000-93,-24.000 0.000-16,0.000 0.000 15,25.000 24.000 1,0.000 1.000-16,-25.000-25.000 0,0.000 0.000 15,0.000 24.000-15,0.000-24.000 16,0.000 25.000-16,0.000-26.000 16,0.000 26.000-16,25.000-25.000 15,-25.000 0.000-15,0.000-1.000 16,0.000 1.000 0,0.000 0.000-16,0.000 0.000 15,0.000 0.000 1,0.000 24.000-1,0.000-24.000 1,0.000 0.000 31,0.000 0.000-47,0.000 0.000 47,0.000-1.000 47,-50.000-24.000-79,50.000 25.000-15,-25.000-25.000 16,1.000 25.000-16,-1.000-25.000 15,-25.000 0.000 1,25.000 25.000 0,-24.000-25.000-16,24.000 25.000 15,-25.000-1.000 1,1.000-24.000 0,24.000 25.000-16,0.000-25.000 15,25.000 25.000-15,-25.000-25.000 16,1.000 0.000-1,-1.000 25.000 1,0.000 0.000 78,0.000-25.000-63,0.000 24.000-15,1.000-24.000 31,-1.000 0.000-32,25.000 25.000 1,-25.000-25.000-16,25.000 25.000 15,-25.000-25.000-15,0.000 0.000 16,1.000 0.000 0,24.000 25.000-1,-25.000-25.000 1,0.000 0.000 0,0.000 0.000 124,25.000-25.000-124,-25.000 0.000-16,25.000 0.000 15,-24.000 1.000 1,24.000-1.000 0,0.000 0.000-16,-25.000 0.000 47,0.000-99.000-47,25.000 99.000 0,0.000-24.000 15,0.000 24.000 1,0.000 0.000-1,0.000 0.000 1,0.000 0.000-16,0.000 1.000 16,0.000-26.000 15,0.000 25.000-15,0.000-24.000-1,0.000-1.000 1,0.000 25.000-1,-25.000 0.000 1,25.000 1.000 0,0.000-1.000-16,0.000 0.000 15,-25.000 0.000 17,25.000 0.000-17,0.000 1.000-15,0.000-1.000 16,-24.000 25.000-1,24.000-25.000-15,0.000 0.000 16</inkml:trace>
  <inkml:trace contextRef="#ctx0" brushRef="#br0">19348.000 15106.000 0</inkml:trace>
  <inkml:trace contextRef="#ctx0" brushRef="#br0">19497.000 15032.000 0,'25.000'0.000'109,"-1.000"0.000"-46,1.000 0.000-63,0.000 0.000 15,25.000 0.000-15,-26.000-25.000 16,26.000 0.000 0,0.000 25.000-1,-26.000 0.000 1,1.000-25.000-1,0.000 25.000 17,0.000 0.000-32,0.000 0.000 31,0.000 0.000-15,-25.000-25.000-16,24.000 25.000 15,1.000 0.000 1,0.000 0.000 46,0.000 0.000 79,-50.000 0.000 62,0.000 0.000-187,0.000 0.000-16,1.000 0.000 15,-1.000 25.000 1,0.000-25.000 0,0.000 25.000-16,-25.000-25.000 15,50.000 25.000 1,-24.000-25.000-1,-1.000 0.000-15,0.000 0.000 0,0.000 0.000 16,-24.000 25.000 0,24.000-1.000-16,0.000-24.000 0,0.000 0.000 15,0.000 0.000-15,-24.000 0.000 16,24.000 25.000 0,0.000-25.000-16,-24.000 0.000 15,24.000 25.000-15,0.000-25.000 16,0.000 0.000-16,0.000 0.000 15,1.000 0.000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571EF33-497A-4AB8-9E2A-EDA89E2657AC}"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E35D07-CE9A-41EA-8351-FED4C60B3E9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62F40C04-5521-4E45-AEA7-90545676157A}" type="slidenum">
              <a:rPr lang="en-GB" altLang="en-US"/>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2C06021-4228-4DAE-BE19-9DB048796916}" type="slidenum">
              <a:rPr lang="en-GB" altLang="en-US"/>
            </a:fld>
            <a:endParaRPr lang="en-GB" altLang="en-US"/>
          </a:p>
        </p:txBody>
      </p:sp>
      <p:sp>
        <p:nvSpPr>
          <p:cNvPr id="2" name="Notes Placeholder 1"/>
          <p:cNvSpPr>
            <a:spLocks noGrp="1"/>
          </p:cNvSpPr>
          <p:nvPr>
            <p:ph type="body" idx="1"/>
          </p:nvPr>
        </p:nvSpPr>
        <p:spPr/>
        <p:txBody>
          <a:bodyPr/>
          <a:lstStyle/>
          <a:p>
            <a:r>
              <a:rPr lang="en-US" b="0" i="0" dirty="0">
                <a:solidFill>
                  <a:srgbClr val="4D5156"/>
                </a:solidFill>
                <a:effectLst/>
                <a:latin typeface="Arial" panose="020B0604020202020204" pitchFamily="34" charset="0"/>
              </a:rPr>
              <a:t>The most familiar </a:t>
            </a:r>
            <a:r>
              <a:rPr lang="en-US" b="1" i="0" dirty="0">
                <a:solidFill>
                  <a:srgbClr val="5F6368"/>
                </a:solidFill>
                <a:effectLst/>
                <a:latin typeface="Arial" panose="020B0604020202020204" pitchFamily="34" charset="0"/>
              </a:rPr>
              <a:t>scale models</a:t>
            </a:r>
            <a:r>
              <a:rPr lang="en-US" b="0" i="0" dirty="0">
                <a:solidFill>
                  <a:srgbClr val="4D5156"/>
                </a:solidFill>
                <a:effectLst/>
                <a:latin typeface="Arial" panose="020B0604020202020204" pitchFamily="34" charset="0"/>
              </a:rPr>
              <a:t> represent the physical appearance of an object in </a:t>
            </a:r>
            <a:r>
              <a:rPr lang="en-US" b="1" i="0" dirty="0">
                <a:solidFill>
                  <a:srgbClr val="5F6368"/>
                </a:solidFill>
                <a:effectLst/>
                <a:latin typeface="Arial" panose="020B0604020202020204" pitchFamily="34" charset="0"/>
              </a:rPr>
              <a:t>miniature</a:t>
            </a:r>
            <a:r>
              <a:rPr lang="en-US" b="0" i="0" dirty="0">
                <a:solidFill>
                  <a:srgbClr val="4D5156"/>
                </a:solidFill>
                <a:effectLst/>
                <a:latin typeface="Arial" panose="020B0604020202020204" pitchFamily="34" charset="0"/>
              </a:rPr>
              <a:t>,</a:t>
            </a:r>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6BC4A0D8-D208-4814-81C5-7F1129F06991}" type="slidenum">
              <a:rPr lang="en-GB" altLang="en-US"/>
            </a:fld>
            <a:endParaRPr lang="en-GB" altLang="en-US"/>
          </a:p>
        </p:txBody>
      </p:sp>
      <p:sp>
        <p:nvSpPr>
          <p:cNvPr id="63491"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34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6BC4A0D8-D208-4814-81C5-7F1129F06991}" type="slidenum">
              <a:rPr lang="en-GB" altLang="en-US"/>
            </a:fld>
            <a:endParaRPr lang="en-GB" altLang="en-US"/>
          </a:p>
        </p:txBody>
      </p:sp>
      <p:sp>
        <p:nvSpPr>
          <p:cNvPr id="63491"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34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r>
              <a:rPr lang="en-US" altLang="en-US" dirty="0"/>
              <a:t>Makes requirements, designs and specifications into concrete tangible objects for evaluation</a:t>
            </a:r>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sz="1200" dirty="0"/>
              <a:t>Interactive exploration with envisioned product</a:t>
            </a:r>
            <a:endParaRPr lang="en-US" altLang="en-US" sz="1200" dirty="0"/>
          </a:p>
          <a:p>
            <a:pPr>
              <a:lnSpc>
                <a:spcPct val="90000"/>
              </a:lnSpc>
            </a:pPr>
            <a:r>
              <a:rPr lang="en-US" altLang="en-US" sz="1200" i="1" u="sng" dirty="0"/>
              <a:t>Clarifies vague requirements</a:t>
            </a:r>
            <a:r>
              <a:rPr lang="en-US" altLang="en-US" sz="1200" dirty="0"/>
              <a:t> with concrete communication between stakeholders</a:t>
            </a:r>
            <a:endParaRPr lang="en-US" altLang="en-US" sz="1200" i="1" dirty="0"/>
          </a:p>
          <a:p>
            <a:pPr>
              <a:lnSpc>
                <a:spcPct val="90000"/>
              </a:lnSpc>
            </a:pPr>
            <a:r>
              <a:rPr lang="en-US" altLang="en-US" sz="1200" dirty="0"/>
              <a:t>supports design decisions with </a:t>
            </a:r>
            <a:r>
              <a:rPr lang="en-US" altLang="en-US" sz="1200" i="1" dirty="0"/>
              <a:t>forced reflection</a:t>
            </a:r>
            <a:endParaRPr lang="en-US" altLang="en-US" sz="1200" i="1" dirty="0"/>
          </a:p>
          <a:p>
            <a:pPr>
              <a:lnSpc>
                <a:spcPct val="90000"/>
              </a:lnSpc>
            </a:pPr>
            <a:r>
              <a:rPr lang="en-US" altLang="en-US" sz="1200" dirty="0"/>
              <a:t>Tests feasibility &amp; compatibility</a:t>
            </a:r>
            <a:endParaRPr lang="en-US" altLang="en-US" sz="1200" dirty="0"/>
          </a:p>
          <a:p>
            <a:pPr>
              <a:lnSpc>
                <a:spcPct val="90000"/>
              </a:lnSpc>
            </a:pPr>
            <a:r>
              <a:rPr lang="en-US" altLang="en-US" sz="1200" dirty="0"/>
              <a:t>Sells product ideas</a:t>
            </a:r>
            <a:endParaRPr lang="en-US" altLang="en-US" sz="1200" i="1" dirty="0"/>
          </a:p>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5E35D07-CE9A-41EA-8351-FED4C60B3E9A}"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3E233F16-6F8D-46A1-A057-776BA6AD2C46}" type="datetimeFigureOut">
              <a:rPr lang="en-US" smtClean="0"/>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E181D6C9-1B9F-49AE-AE07-342A3A6A70E0}" type="slidenum">
              <a:rPr lang="en-US" smtClean="0"/>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endParaRPr kumimoji="0" lang="en-US"/>
          </a:p>
        </p:txBody>
      </p:sp>
      <p:sp>
        <p:nvSpPr>
          <p:cNvPr id="4" name="Date Placeholder 3"/>
          <p:cNvSpPr>
            <a:spLocks noGrp="1"/>
          </p:cNvSpPr>
          <p:nvPr>
            <p:ph type="dt" sz="half" idx="10"/>
          </p:nvPr>
        </p:nvSpPr>
        <p:spPr/>
        <p:txBody>
          <a:bodyPr/>
          <a:lstStyle/>
          <a:p>
            <a:fld id="{3E233F16-6F8D-46A1-A057-776BA6AD2C4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E181D6C9-1B9F-49AE-AE07-342A3A6A70E0}" type="slidenum">
              <a:rPr lang="en-US" smtClean="0"/>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endParaRPr kumimoji="0" lang="en-US"/>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endParaRPr kumimoji="0" lang="en-US"/>
          </a:p>
        </p:txBody>
      </p:sp>
      <p:sp>
        <p:nvSpPr>
          <p:cNvPr id="12" name="Date Placeholder 11"/>
          <p:cNvSpPr>
            <a:spLocks noGrp="1"/>
          </p:cNvSpPr>
          <p:nvPr>
            <p:ph type="dt" sz="half" idx="10"/>
          </p:nvPr>
        </p:nvSpPr>
        <p:spPr/>
        <p:txBody>
          <a:bodyPr/>
          <a:lstStyle/>
          <a:p>
            <a:fld id="{3E233F16-6F8D-46A1-A057-776BA6AD2C46}" type="datetimeFigureOut">
              <a:rPr lang="en-US" smtClean="0"/>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E181D6C9-1B9F-49AE-AE07-342A3A6A70E0}" type="slidenum">
              <a:rPr lang="en-US" smtClean="0"/>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3E233F16-6F8D-46A1-A057-776BA6AD2C46}" type="datetimeFigureOut">
              <a:rPr lang="en-US" smtClean="0"/>
            </a:fld>
            <a:endParaRPr lang="en-US"/>
          </a:p>
        </p:txBody>
      </p:sp>
      <p:sp>
        <p:nvSpPr>
          <p:cNvPr id="10" name="Slide Number Placeholder 9"/>
          <p:cNvSpPr>
            <a:spLocks noGrp="1"/>
          </p:cNvSpPr>
          <p:nvPr>
            <p:ph type="sldNum" sz="quarter" idx="16"/>
          </p:nvPr>
        </p:nvSpPr>
        <p:spPr/>
        <p:txBody>
          <a:bodyPr rtlCol="0"/>
          <a:lstStyle/>
          <a:p>
            <a:fld id="{E181D6C9-1B9F-49AE-AE07-342A3A6A70E0}" type="slidenum">
              <a:rPr lang="en-US" smtClean="0"/>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3E233F16-6F8D-46A1-A057-776BA6AD2C46}" type="datetimeFigureOut">
              <a:rPr lang="en-US" smtClean="0"/>
            </a:fld>
            <a:endParaRPr lang="en-US"/>
          </a:p>
        </p:txBody>
      </p:sp>
      <p:sp>
        <p:nvSpPr>
          <p:cNvPr id="12" name="Slide Number Placeholder 11"/>
          <p:cNvSpPr>
            <a:spLocks noGrp="1"/>
          </p:cNvSpPr>
          <p:nvPr>
            <p:ph type="sldNum" sz="quarter" idx="16"/>
          </p:nvPr>
        </p:nvSpPr>
        <p:spPr/>
        <p:txBody>
          <a:bodyPr rtlCol="0"/>
          <a:lstStyle/>
          <a:p>
            <a:fld id="{E181D6C9-1B9F-49AE-AE07-342A3A6A70E0}" type="slidenum">
              <a:rPr lang="en-US" smtClean="0"/>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endParaRPr kumimoji="0" lang="en-US"/>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Date Placeholder 2"/>
          <p:cNvSpPr>
            <a:spLocks noGrp="1"/>
          </p:cNvSpPr>
          <p:nvPr>
            <p:ph type="dt" sz="half" idx="10"/>
          </p:nvPr>
        </p:nvSpPr>
        <p:spPr/>
        <p:txBody>
          <a:bodyPr/>
          <a:lstStyle/>
          <a:p>
            <a:fld id="{3E233F16-6F8D-46A1-A057-776BA6AD2C46}"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E181D6C9-1B9F-49AE-AE07-342A3A6A70E0}"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33F16-6F8D-46A1-A057-776BA6AD2C46}"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E181D6C9-1B9F-49AE-AE07-342A3A6A70E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endParaRPr kumimoji="0" lang="en-US"/>
          </a:p>
        </p:txBody>
      </p:sp>
      <p:sp>
        <p:nvSpPr>
          <p:cNvPr id="5" name="Date Placeholder 4"/>
          <p:cNvSpPr>
            <a:spLocks noGrp="1"/>
          </p:cNvSpPr>
          <p:nvPr>
            <p:ph type="dt" sz="half" idx="10"/>
          </p:nvPr>
        </p:nvSpPr>
        <p:spPr/>
        <p:txBody>
          <a:bodyPr/>
          <a:lstStyle/>
          <a:p>
            <a:fld id="{3E233F16-6F8D-46A1-A057-776BA6AD2C4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E181D6C9-1B9F-49AE-AE07-342A3A6A70E0}" type="slidenum">
              <a:rPr lang="en-US" smtClean="0"/>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endParaRPr kumimoji="0" lang="en-US"/>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endParaRPr kumimoji="0" lang="en-US"/>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3E233F16-6F8D-46A1-A057-776BA6AD2C46}" type="datetimeFigureOut">
              <a:rPr lang="en-US" smtClean="0"/>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E181D6C9-1B9F-49AE-AE07-342A3A6A70E0}" type="slidenum">
              <a:rPr lang="en-US" smtClean="0"/>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E233F16-6F8D-46A1-A057-776BA6AD2C4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81D6C9-1B9F-49AE-AE07-342A3A6A70E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3E233F16-6F8D-46A1-A057-776BA6AD2C46}" type="datetimeFigureOut">
              <a:rPr lang="en-US" smtClean="0"/>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E181D6C9-1B9F-49AE-AE07-342A3A6A70E0}"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endParaRPr lang="en-US"/>
          </a:p>
        </p:txBody>
      </p:sp>
      <p:sp>
        <p:nvSpPr>
          <p:cNvPr id="3" name="Text Placeholder 2"/>
          <p:cNvSpPr>
            <a:spLocks noGrp="1"/>
          </p:cNvSpPr>
          <p:nvPr>
            <p:ph type="body" sz="half" idx="1"/>
          </p:nvPr>
        </p:nvSpPr>
        <p:spPr>
          <a:xfrm>
            <a:off x="685800" y="1981200"/>
            <a:ext cx="3815862" cy="4114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quarter" idx="2"/>
          </p:nvPr>
        </p:nvSpPr>
        <p:spPr>
          <a:xfrm>
            <a:off x="4642338" y="1981200"/>
            <a:ext cx="3815862" cy="1981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Content Placeholder 4"/>
          <p:cNvSpPr>
            <a:spLocks noGrp="1"/>
          </p:cNvSpPr>
          <p:nvPr>
            <p:ph sz="quarter" idx="3"/>
          </p:nvPr>
        </p:nvSpPr>
        <p:spPr>
          <a:xfrm>
            <a:off x="4642338" y="4114800"/>
            <a:ext cx="3815862" cy="1981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Slide Number Placeholder 5"/>
          <p:cNvSpPr>
            <a:spLocks noGrp="1"/>
          </p:cNvSpPr>
          <p:nvPr>
            <p:ph type="sldNum" sz="quarter" idx="10"/>
          </p:nvPr>
        </p:nvSpPr>
        <p:spPr>
          <a:xfrm>
            <a:off x="252413" y="6453188"/>
            <a:ext cx="8686800" cy="152400"/>
          </a:xfrm>
        </p:spPr>
        <p:txBody>
          <a:bodyPr/>
          <a:lstStyle>
            <a:lvl1pPr>
              <a:defRPr/>
            </a:lvl1pPr>
          </a:lstStyle>
          <a:p>
            <a:fld id="{A348A4C7-49A4-4418-A370-548E11554D53}" type="slidenum">
              <a:rPr lang="en-GB" altLang="en-US"/>
            </a:fld>
            <a:endParaRPr lang="en-GB"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endParaRPr lang="en-US"/>
          </a:p>
        </p:txBody>
      </p:sp>
      <p:sp>
        <p:nvSpPr>
          <p:cNvPr id="3" name="Text Placeholder 2"/>
          <p:cNvSpPr>
            <a:spLocks noGrp="1"/>
          </p:cNvSpPr>
          <p:nvPr>
            <p:ph type="body" sz="half" idx="1"/>
          </p:nvPr>
        </p:nvSpPr>
        <p:spPr>
          <a:xfrm>
            <a:off x="685800" y="1981200"/>
            <a:ext cx="3815862" cy="4114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2338" y="1981200"/>
            <a:ext cx="3815862" cy="4114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Slide Number Placeholder 4"/>
          <p:cNvSpPr>
            <a:spLocks noGrp="1"/>
          </p:cNvSpPr>
          <p:nvPr>
            <p:ph type="sldNum" sz="quarter" idx="10"/>
          </p:nvPr>
        </p:nvSpPr>
        <p:spPr>
          <a:xfrm>
            <a:off x="252413" y="6453188"/>
            <a:ext cx="8686800" cy="152400"/>
          </a:xfrm>
        </p:spPr>
        <p:txBody>
          <a:bodyPr/>
          <a:lstStyle>
            <a:lvl1pPr>
              <a:defRPr/>
            </a:lvl1pPr>
          </a:lstStyle>
          <a:p>
            <a:fld id="{DA8A2DF0-C0C8-4B35-9A32-CC0457F939EA}" type="slidenum">
              <a:rPr lang="en-GB" altLang="en-US"/>
            </a:fld>
            <a:endParaRPr lang="en-GB"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endParaRPr kumimoji="0" lang="en-US"/>
          </a:p>
          <a:p>
            <a:pPr lvl="1" eaLnBrk="1" latinLnBrk="0" hangingPunct="1"/>
            <a:r>
              <a:rPr kumimoji="0" lang="en-US"/>
              <a:t>Second level</a:t>
            </a:r>
            <a:endParaRPr kumimoji="0" lang="en-US"/>
          </a:p>
          <a:p>
            <a:pPr lvl="2" eaLnBrk="1" latinLnBrk="0" hangingPunct="1"/>
            <a:r>
              <a:rPr kumimoji="0" lang="en-US"/>
              <a:t>Third level</a:t>
            </a:r>
            <a:endParaRPr kumimoji="0" lang="en-US"/>
          </a:p>
          <a:p>
            <a:pPr lvl="3" eaLnBrk="1" latinLnBrk="0" hangingPunct="1"/>
            <a:r>
              <a:rPr kumimoji="0" lang="en-US"/>
              <a:t>Fourth level</a:t>
            </a:r>
            <a:endParaRPr kumimoji="0" lang="en-US"/>
          </a:p>
          <a:p>
            <a:pPr lvl="4" eaLnBrk="1" latinLnBrk="0" hangingPunct="1"/>
            <a:r>
              <a:rPr kumimoji="0" lang="en-US"/>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3E233F16-6F8D-46A1-A057-776BA6AD2C46}" type="datetimeFigureOut">
              <a:rPr lang="en-US" smtClean="0"/>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E181D6C9-1B9F-49AE-AE07-342A3A6A70E0}"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panose="05000000000000000000"/>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panose="05020102010507070707"/>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panose="05000000000000000000"/>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panose="05000000000000000000"/>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panose="05000000000000000000"/>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image" Target="../media/image5.png"/><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7.png"/><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image" Target="../media/image14.emf"/></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s://www.youtube.com/watch?v=EHCX1rt02Co" TargetMode="External"/><Relationship Id="rId2" Type="http://schemas.openxmlformats.org/officeDocument/2006/relationships/hyperlink" Target="https://www.youtube.com/watch?v=B7M0fVXdovM" TargetMode="External"/><Relationship Id="rId1" Type="http://schemas.openxmlformats.org/officeDocument/2006/relationships/hyperlink" Target="https://www.youtube.com/watch?v=dt1bQsZ68iw"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customXml" Target="../ink/ink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customXml" Target="../ink/ink2.xml"/></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2.png"/><Relationship Id="rId3" Type="http://schemas.openxmlformats.org/officeDocument/2006/relationships/customXml" Target="../ink/ink3.xml"/><Relationship Id="rId2" Type="http://schemas.openxmlformats.org/officeDocument/2006/relationships/image" Target="../media/image21.GIF"/><Relationship Id="rId1" Type="http://schemas.openxmlformats.org/officeDocument/2006/relationships/image" Target="../media/image20.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4.png"/><Relationship Id="rId2" Type="http://schemas.openxmlformats.org/officeDocument/2006/relationships/customXml" Target="../ink/ink4.xml"/><Relationship Id="rId1" Type="http://schemas.openxmlformats.org/officeDocument/2006/relationships/image" Target="../media/image23.GIF"/></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customXml" Target="../ink/ink5.xml"/><Relationship Id="rId1" Type="http://schemas.openxmlformats.org/officeDocument/2006/relationships/image" Target="../media/image25.pn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customXml" Target="../ink/ink6.xml"/><Relationship Id="rId1"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customXml" Target="../ink/ink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smashingmagazine.com/2010/02/color-theory-for-designer-part-3-creating-your-own-color-palettes/" TargetMode="External"/></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1.png"/><Relationship Id="rId3" Type="http://schemas.openxmlformats.org/officeDocument/2006/relationships/customXml" Target="../ink/ink8.xml"/><Relationship Id="rId2" Type="http://schemas.openxmlformats.org/officeDocument/2006/relationships/hyperlink" Target="https://www.interaction-design.org/literature/article/10-great-sites-for-ui-design-patterns" TargetMode="External"/><Relationship Id="rId1"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905000"/>
            <a:ext cx="7924800" cy="1219200"/>
          </a:xfrm>
        </p:spPr>
        <p:txBody>
          <a:bodyPr>
            <a:normAutofit fontScale="90000"/>
          </a:bodyPr>
          <a:lstStyle/>
          <a:p>
            <a:r>
              <a:rPr lang="en-US" dirty="0"/>
              <a:t>Human Computer Interaction  </a:t>
            </a:r>
            <a:br>
              <a:rPr lang="en-US" dirty="0"/>
            </a:br>
            <a:r>
              <a:rPr sz="3200" dirty="0"/>
              <a:t>  </a:t>
            </a:r>
            <a:endParaRPr lang="en-US" sz="3200" dirty="0"/>
          </a:p>
        </p:txBody>
      </p:sp>
      <p:sp>
        <p:nvSpPr>
          <p:cNvPr id="3" name="Subtitle 2"/>
          <p:cNvSpPr>
            <a:spLocks noGrp="1"/>
          </p:cNvSpPr>
          <p:nvPr>
            <p:ph type="subTitle" idx="1"/>
          </p:nvPr>
        </p:nvSpPr>
        <p:spPr/>
        <p:txBody>
          <a:bodyPr/>
          <a:lstStyle/>
          <a:p>
            <a:r>
              <a:rPr lang="en-US" sz="2800" dirty="0"/>
              <a:t>Prototyping</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1670447" y="6248400"/>
            <a:ext cx="1423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20483" name="Rectangle 3"/>
          <p:cNvSpPr>
            <a:spLocks noChangeArrowheads="1"/>
          </p:cNvSpPr>
          <p:nvPr/>
        </p:nvSpPr>
        <p:spPr bwMode="auto">
          <a:xfrm>
            <a:off x="3517106" y="6248400"/>
            <a:ext cx="2109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20484" name="Rectangle 4"/>
          <p:cNvSpPr>
            <a:spLocks noChangeArrowheads="1"/>
          </p:cNvSpPr>
          <p:nvPr/>
        </p:nvSpPr>
        <p:spPr bwMode="auto">
          <a:xfrm>
            <a:off x="1670447" y="6248400"/>
            <a:ext cx="1423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20485" name="Rectangle 5"/>
          <p:cNvSpPr>
            <a:spLocks noChangeArrowheads="1"/>
          </p:cNvSpPr>
          <p:nvPr/>
        </p:nvSpPr>
        <p:spPr bwMode="auto">
          <a:xfrm>
            <a:off x="3517106" y="6248400"/>
            <a:ext cx="2109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20486" name="Rectangle 6"/>
          <p:cNvSpPr>
            <a:spLocks noGrp="1" noChangeArrowheads="1"/>
          </p:cNvSpPr>
          <p:nvPr>
            <p:ph type="title"/>
          </p:nvPr>
        </p:nvSpPr>
        <p:spPr>
          <a:xfrm>
            <a:off x="304800" y="669869"/>
            <a:ext cx="7259242" cy="766877"/>
          </a:xfrm>
        </p:spPr>
        <p:txBody>
          <a:bodyPr vert="horz" wrap="square" lIns="90488" tIns="44450" rIns="90488" bIns="44450" rtlCol="0" anchor="ctr">
            <a:spAutoFit/>
          </a:bodyPr>
          <a:lstStyle/>
          <a:p>
            <a:r>
              <a:rPr lang="en-US" altLang="en-US" dirty="0"/>
              <a:t>Prototyping</a:t>
            </a:r>
            <a:endParaRPr lang="en-US" altLang="en-US" dirty="0"/>
          </a:p>
        </p:txBody>
      </p:sp>
      <p:sp>
        <p:nvSpPr>
          <p:cNvPr id="20487" name="Rectangle 7"/>
          <p:cNvSpPr>
            <a:spLocks noGrp="1" noChangeArrowheads="1"/>
          </p:cNvSpPr>
          <p:nvPr>
            <p:ph type="body" idx="1"/>
          </p:nvPr>
        </p:nvSpPr>
        <p:spPr>
          <a:xfrm>
            <a:off x="1776414" y="990600"/>
            <a:ext cx="5222081" cy="4876800"/>
          </a:xfrm>
        </p:spPr>
        <p:txBody>
          <a:bodyPr vert="horz" lIns="90488" tIns="44450" rIns="90488" bIns="44450" rtlCol="0">
            <a:normAutofit/>
          </a:bodyPr>
          <a:lstStyle/>
          <a:p>
            <a:endParaRPr lang="en-US" altLang="en-US" dirty="0">
              <a:solidFill>
                <a:srgbClr val="000000"/>
              </a:solidFill>
            </a:endParaRPr>
          </a:p>
          <a:p>
            <a:endParaRPr lang="en-US" altLang="en-US" dirty="0"/>
          </a:p>
        </p:txBody>
      </p:sp>
      <p:sp>
        <p:nvSpPr>
          <p:cNvPr id="20488" name="Text Box 8"/>
          <p:cNvSpPr txBox="1">
            <a:spLocks noChangeArrowheads="1"/>
          </p:cNvSpPr>
          <p:nvPr/>
        </p:nvSpPr>
        <p:spPr bwMode="auto">
          <a:xfrm>
            <a:off x="2239567" y="1355725"/>
            <a:ext cx="18473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GB" altLang="en-US" sz="1600" b="1">
              <a:latin typeface="Arial" panose="020B0604020202020204" pitchFamily="34" charset="0"/>
            </a:endParaRPr>
          </a:p>
        </p:txBody>
      </p:sp>
      <p:sp>
        <p:nvSpPr>
          <p:cNvPr id="20489" name="Rectangle 9"/>
          <p:cNvSpPr>
            <a:spLocks noChangeArrowheads="1"/>
          </p:cNvSpPr>
          <p:nvPr/>
        </p:nvSpPr>
        <p:spPr bwMode="auto">
          <a:xfrm>
            <a:off x="152400" y="1773238"/>
            <a:ext cx="8686800"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355600" indent="-355600">
              <a:defRPr>
                <a:solidFill>
                  <a:schemeClr val="tx1"/>
                </a:solidFill>
                <a:latin typeface="Calibri" panose="020F0502020204030204" pitchFamily="34" charset="0"/>
              </a:defRPr>
            </a:lvl1pPr>
            <a:lvl2pPr marL="535305">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ts val="600"/>
              </a:spcBef>
              <a:buFontTx/>
              <a:buChar char="•"/>
            </a:pPr>
            <a:r>
              <a:rPr lang="en-GB" altLang="en-US" sz="3200" dirty="0"/>
              <a:t>What is a prototype? </a:t>
            </a:r>
            <a:endParaRPr lang="en-GB" altLang="en-US" sz="3200" dirty="0"/>
          </a:p>
          <a:p>
            <a:pPr>
              <a:spcBef>
                <a:spcPts val="600"/>
              </a:spcBef>
              <a:buFontTx/>
              <a:buChar char="•"/>
            </a:pPr>
            <a:r>
              <a:rPr lang="en-GB" altLang="en-US" sz="3200" dirty="0"/>
              <a:t>Why prototype?</a:t>
            </a:r>
            <a:endParaRPr lang="en-GB" altLang="en-US" sz="3200" dirty="0"/>
          </a:p>
          <a:p>
            <a:pPr>
              <a:spcBef>
                <a:spcPts val="600"/>
              </a:spcBef>
              <a:buFontTx/>
              <a:buChar char="•"/>
            </a:pPr>
            <a:r>
              <a:rPr lang="en-GB" altLang="en-US" sz="3200" dirty="0"/>
              <a:t>Evolutionary vs. throwaway prototype</a:t>
            </a:r>
            <a:endParaRPr lang="en-GB" altLang="en-US" sz="3200" dirty="0"/>
          </a:p>
          <a:p>
            <a:pPr>
              <a:spcBef>
                <a:spcPts val="600"/>
              </a:spcBef>
              <a:buFontTx/>
              <a:buChar char="•"/>
            </a:pPr>
            <a:r>
              <a:rPr lang="en-GB" altLang="en-US" sz="3200" dirty="0"/>
              <a:t>Low vs. high fidelity prototyping</a:t>
            </a:r>
            <a:endParaRPr lang="en-GB" altLang="en-US" sz="3200" dirty="0"/>
          </a:p>
          <a:p>
            <a:pPr marL="0" indent="0">
              <a:spcBef>
                <a:spcPts val="600"/>
              </a:spcBef>
            </a:pPr>
            <a:endParaRPr lang="en-GB" altLang="en-US" sz="32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Prototype</a:t>
            </a:r>
            <a:endParaRPr lang="en-US" dirty="0"/>
          </a:p>
        </p:txBody>
      </p:sp>
      <p:sp>
        <p:nvSpPr>
          <p:cNvPr id="3" name="Content Placeholder 2"/>
          <p:cNvSpPr>
            <a:spLocks noGrp="1"/>
          </p:cNvSpPr>
          <p:nvPr>
            <p:ph sz="quarter" idx="1"/>
          </p:nvPr>
        </p:nvSpPr>
        <p:spPr>
          <a:xfrm>
            <a:off x="612648" y="1600200"/>
            <a:ext cx="5407152" cy="4495800"/>
          </a:xfrm>
        </p:spPr>
        <p:txBody>
          <a:bodyPr/>
          <a:lstStyle/>
          <a:p>
            <a:r>
              <a:rPr lang="en-US" dirty="0"/>
              <a:t>A </a:t>
            </a:r>
            <a:r>
              <a:rPr lang="en-US" b="1" dirty="0"/>
              <a:t>prototype</a:t>
            </a:r>
            <a:r>
              <a:rPr lang="en-US" dirty="0"/>
              <a:t> is an early sample, model, or release of a product built to test a concept or process or to act as a thing to be replicated or learned from</a:t>
            </a:r>
            <a:endParaRPr lang="en-US" dirty="0"/>
          </a:p>
        </p:txBody>
      </p:sp>
      <p:pic>
        <p:nvPicPr>
          <p:cNvPr id="205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638800" y="1600200"/>
            <a:ext cx="33528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18" descr="ericbrown"/>
          <p:cNvPicPr>
            <a:picLocks noGrp="1" noChangeAspect="1" noChangeArrowheads="1"/>
          </p:cNvPicPr>
          <p:nvPr>
            <p:ph sz="quarter" idx="3"/>
          </p:nvPr>
        </p:nvPicPr>
        <p:blipFill>
          <a:blip r:embed="rId1">
            <a:extLst>
              <a:ext uri="{28A0092B-C50C-407E-A947-70E740481C1C}">
                <a14:useLocalDpi xmlns:a14="http://schemas.microsoft.com/office/drawing/2010/main" val="0"/>
              </a:ext>
            </a:extLst>
          </a:blip>
          <a:srcRect/>
          <a:stretch>
            <a:fillRect/>
          </a:stretch>
        </p:blipFill>
        <p:spPr>
          <a:xfrm>
            <a:off x="6892529" y="1617663"/>
            <a:ext cx="1916906" cy="2211387"/>
          </a:xfrm>
        </p:spPr>
      </p:pic>
      <p:sp>
        <p:nvSpPr>
          <p:cNvPr id="21507" name="Rectangle 2"/>
          <p:cNvSpPr>
            <a:spLocks noChangeArrowheads="1"/>
          </p:cNvSpPr>
          <p:nvPr/>
        </p:nvSpPr>
        <p:spPr bwMode="auto">
          <a:xfrm>
            <a:off x="1670447" y="6248400"/>
            <a:ext cx="1423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21508" name="Rectangle 3"/>
          <p:cNvSpPr>
            <a:spLocks noChangeArrowheads="1"/>
          </p:cNvSpPr>
          <p:nvPr/>
        </p:nvSpPr>
        <p:spPr bwMode="auto">
          <a:xfrm>
            <a:off x="3517106" y="6248400"/>
            <a:ext cx="2109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21509" name="Rectangle 4"/>
          <p:cNvSpPr>
            <a:spLocks noChangeArrowheads="1"/>
          </p:cNvSpPr>
          <p:nvPr/>
        </p:nvSpPr>
        <p:spPr bwMode="auto">
          <a:xfrm>
            <a:off x="1670447" y="6248400"/>
            <a:ext cx="1423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21510" name="Rectangle 5"/>
          <p:cNvSpPr>
            <a:spLocks noChangeArrowheads="1"/>
          </p:cNvSpPr>
          <p:nvPr/>
        </p:nvSpPr>
        <p:spPr bwMode="auto">
          <a:xfrm>
            <a:off x="3517106" y="6248400"/>
            <a:ext cx="2109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endParaRPr lang="en-US" altLang="en-US"/>
          </a:p>
        </p:txBody>
      </p:sp>
      <p:sp>
        <p:nvSpPr>
          <p:cNvPr id="21511" name="Rectangle 6"/>
          <p:cNvSpPr>
            <a:spLocks noGrp="1" noChangeArrowheads="1"/>
          </p:cNvSpPr>
          <p:nvPr>
            <p:ph type="title"/>
          </p:nvPr>
        </p:nvSpPr>
        <p:spPr>
          <a:xfrm>
            <a:off x="457200" y="476194"/>
            <a:ext cx="7014973" cy="766877"/>
          </a:xfrm>
        </p:spPr>
        <p:txBody>
          <a:bodyPr vert="horz" wrap="square" lIns="90488" tIns="44450" rIns="90488" bIns="44450" rtlCol="0" anchor="ctr">
            <a:spAutoFit/>
          </a:bodyPr>
          <a:lstStyle/>
          <a:p>
            <a:r>
              <a:rPr lang="en-US" altLang="en-US" dirty="0"/>
              <a:t>What is a prototype?</a:t>
            </a:r>
            <a:endParaRPr lang="en-US" altLang="en-US" dirty="0"/>
          </a:p>
        </p:txBody>
      </p:sp>
      <p:sp>
        <p:nvSpPr>
          <p:cNvPr id="21512" name="Rectangle 7"/>
          <p:cNvSpPr>
            <a:spLocks noGrp="1" noChangeArrowheads="1"/>
          </p:cNvSpPr>
          <p:nvPr>
            <p:ph type="body" sz="half" idx="1"/>
          </p:nvPr>
        </p:nvSpPr>
        <p:spPr>
          <a:xfrm>
            <a:off x="1657350" y="1981200"/>
            <a:ext cx="2862263" cy="4114800"/>
          </a:xfrm>
        </p:spPr>
        <p:txBody>
          <a:bodyPr vert="horz" lIns="90488" tIns="44450" rIns="90488" bIns="44450" rtlCol="0">
            <a:normAutofit/>
          </a:bodyPr>
          <a:lstStyle/>
          <a:p>
            <a:endParaRPr lang="en-US" altLang="en-US">
              <a:solidFill>
                <a:srgbClr val="000000"/>
              </a:solidFill>
            </a:endParaRPr>
          </a:p>
          <a:p>
            <a:endParaRPr lang="en-US" altLang="en-US"/>
          </a:p>
        </p:txBody>
      </p:sp>
      <p:pic>
        <p:nvPicPr>
          <p:cNvPr id="21513" name="Picture 14" descr="9-1"/>
          <p:cNvPicPr>
            <a:picLocks noGrp="1" noChangeAspect="1" noChangeArrowheads="1"/>
          </p:cNvPicPr>
          <p:nvPr>
            <p:ph sz="quarter" idx="2"/>
          </p:nvPr>
        </p:nvPicPr>
        <p:blipFill>
          <a:blip r:embed="rId2" cstate="print">
            <a:extLst>
              <a:ext uri="{28A0092B-C50C-407E-A947-70E740481C1C}">
                <a14:useLocalDpi xmlns:a14="http://schemas.microsoft.com/office/drawing/2010/main" val="0"/>
              </a:ext>
            </a:extLst>
          </a:blip>
          <a:srcRect t="49692" b="4211"/>
          <a:stretch>
            <a:fillRect/>
          </a:stretch>
        </p:blipFill>
        <p:spPr>
          <a:xfrm>
            <a:off x="6523434" y="3997325"/>
            <a:ext cx="2620566" cy="2251075"/>
          </a:xfrm>
        </p:spPr>
      </p:pic>
      <p:sp>
        <p:nvSpPr>
          <p:cNvPr id="21514" name="Rectangle 8"/>
          <p:cNvSpPr>
            <a:spLocks noChangeArrowheads="1"/>
          </p:cNvSpPr>
          <p:nvPr/>
        </p:nvSpPr>
        <p:spPr bwMode="auto">
          <a:xfrm>
            <a:off x="457200" y="1600200"/>
            <a:ext cx="6435329" cy="269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a:defRPr>
                <a:solidFill>
                  <a:schemeClr val="tx1"/>
                </a:solidFill>
                <a:latin typeface="Calibri" panose="020F0502020204030204" pitchFamily="34" charset="0"/>
              </a:defRPr>
            </a:lvl1pPr>
            <a:lvl2pPr marL="541655" indent="-269875">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spcBef>
                <a:spcPts val="600"/>
              </a:spcBef>
            </a:pPr>
            <a:r>
              <a:rPr lang="en-GB" altLang="en-US" sz="2800" b="1" dirty="0"/>
              <a:t>Limited representation of a product design</a:t>
            </a:r>
            <a:endParaRPr lang="en-GB" altLang="en-US" sz="3600" dirty="0"/>
          </a:p>
          <a:p>
            <a:pPr>
              <a:spcBef>
                <a:spcPts val="600"/>
              </a:spcBef>
              <a:buFontTx/>
              <a:buChar char="•"/>
            </a:pPr>
            <a:r>
              <a:rPr lang="en-GB" altLang="en-US" sz="2400" dirty="0"/>
              <a:t> Scale models, etc.</a:t>
            </a:r>
            <a:endParaRPr lang="en-GB" altLang="en-US" sz="2400" dirty="0"/>
          </a:p>
          <a:p>
            <a:pPr>
              <a:spcBef>
                <a:spcPts val="600"/>
              </a:spcBef>
              <a:buFontTx/>
              <a:buChar char="•"/>
            </a:pPr>
            <a:r>
              <a:rPr lang="en-GB" altLang="en-US" sz="2400" dirty="0"/>
              <a:t> In interaction design it can be (among other things):</a:t>
            </a:r>
            <a:endParaRPr lang="en-GB" altLang="en-US" sz="2400" dirty="0"/>
          </a:p>
          <a:p>
            <a:pPr lvl="1">
              <a:spcBef>
                <a:spcPts val="600"/>
              </a:spcBef>
              <a:buFontTx/>
              <a:buChar char="•"/>
            </a:pPr>
            <a:r>
              <a:rPr lang="en-GB" altLang="en-US" sz="2400" dirty="0"/>
              <a:t>a series of screen sketches</a:t>
            </a:r>
            <a:endParaRPr lang="en-GB" altLang="en-US" sz="2400" dirty="0"/>
          </a:p>
          <a:p>
            <a:pPr lvl="1">
              <a:spcBef>
                <a:spcPts val="600"/>
              </a:spcBef>
              <a:buFontTx/>
              <a:buChar char="•"/>
            </a:pPr>
            <a:r>
              <a:rPr lang="en-GB" altLang="en-US" sz="2400" dirty="0"/>
              <a:t>a storyboard, i.e. a cartoon-like series of scenes </a:t>
            </a:r>
            <a:endParaRPr lang="en-GB" altLang="en-US" sz="2400" dirty="0"/>
          </a:p>
          <a:p>
            <a:pPr lvl="1">
              <a:spcBef>
                <a:spcPts val="600"/>
              </a:spcBef>
              <a:buFontTx/>
              <a:buChar char="•"/>
            </a:pPr>
            <a:r>
              <a:rPr lang="en-GB" altLang="en-US" sz="2400" dirty="0"/>
              <a:t>a piece of software with limited functionality</a:t>
            </a:r>
            <a:endParaRPr lang="en-GB" altLang="en-US" sz="2400"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07156" y="260350"/>
            <a:ext cx="5829300" cy="865188"/>
          </a:xfrm>
        </p:spPr>
        <p:txBody>
          <a:bodyPr/>
          <a:lstStyle/>
          <a:p>
            <a:r>
              <a:rPr lang="en-US" altLang="en-US" dirty="0"/>
              <a:t>Why prototype?</a:t>
            </a:r>
            <a:endParaRPr lang="en-US" altLang="en-US" dirty="0"/>
          </a:p>
        </p:txBody>
      </p:sp>
      <p:sp>
        <p:nvSpPr>
          <p:cNvPr id="3" name="Text Placeholder 2"/>
          <p:cNvSpPr>
            <a:spLocks noGrp="1"/>
          </p:cNvSpPr>
          <p:nvPr>
            <p:ph type="body" sz="half" idx="1"/>
          </p:nvPr>
        </p:nvSpPr>
        <p:spPr>
          <a:xfrm>
            <a:off x="685800" y="1981200"/>
            <a:ext cx="7315200" cy="4114800"/>
          </a:xfrm>
        </p:spPr>
        <p:txBody>
          <a:bodyPr/>
          <a:lstStyle/>
          <a:p>
            <a:r>
              <a:rPr lang="en-US" altLang="en-US" sz="2400" dirty="0"/>
              <a:t>People cannot describe what they want, but they are quick to </a:t>
            </a:r>
            <a:r>
              <a:rPr lang="en-US" altLang="en-US" sz="2400" i="1" dirty="0"/>
              <a:t>recognize </a:t>
            </a:r>
            <a:r>
              <a:rPr lang="en-US" altLang="en-US" sz="2400" dirty="0"/>
              <a:t>what they do not like!</a:t>
            </a:r>
            <a:endParaRPr lang="en-US" altLang="en-US" sz="2400" dirty="0"/>
          </a:p>
          <a:p>
            <a:endParaRPr lang="en-US" altLang="en-US" sz="2400" b="1" dirty="0"/>
          </a:p>
          <a:p>
            <a:r>
              <a:rPr lang="en-US" altLang="en-US" sz="2400" dirty="0"/>
              <a:t>Makes requirements, designs and specifications into concrete tangible objects for evaluation</a:t>
            </a:r>
            <a:endParaRPr lang="en-US" altLang="en-US" sz="2400" dirty="0"/>
          </a:p>
          <a:p>
            <a:endParaRPr lang="en-US" altLang="en-US" sz="2400" b="1"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07156" y="260350"/>
            <a:ext cx="5829300" cy="865188"/>
          </a:xfrm>
        </p:spPr>
        <p:txBody>
          <a:bodyPr/>
          <a:lstStyle/>
          <a:p>
            <a:r>
              <a:rPr lang="en-US" altLang="en-US" dirty="0"/>
              <a:t>Why prototype?</a:t>
            </a:r>
            <a:endParaRPr lang="en-US" altLang="en-US" dirty="0"/>
          </a:p>
        </p:txBody>
      </p:sp>
      <p:pic>
        <p:nvPicPr>
          <p:cNvPr id="22532" name="Picture 4" descr="10-1"/>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rcRect/>
          <a:stretch>
            <a:fillRect/>
          </a:stretch>
        </p:blipFill>
        <p:spPr>
          <a:xfrm>
            <a:off x="0" y="1524000"/>
            <a:ext cx="9144873" cy="5157106"/>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prototype?</a:t>
            </a:r>
            <a:endParaRPr lang="en-US" dirty="0"/>
          </a:p>
        </p:txBody>
      </p:sp>
      <p:pic>
        <p:nvPicPr>
          <p:cNvPr id="1026" name="Picture 2"/>
          <p:cNvPicPr>
            <a:picLocks noChangeAspect="1" noChangeArrowheads="1"/>
          </p:cNvPicPr>
          <p:nvPr/>
        </p:nvPicPr>
        <p:blipFill>
          <a:blip r:embed="rId1" cstate="print"/>
          <a:srcRect b="12511"/>
          <a:stretch>
            <a:fillRect/>
          </a:stretch>
        </p:blipFill>
        <p:spPr bwMode="auto">
          <a:xfrm>
            <a:off x="228600" y="1804987"/>
            <a:ext cx="8448367" cy="4214813"/>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prototype?</a:t>
            </a:r>
            <a:endParaRPr lang="en-US" dirty="0"/>
          </a:p>
        </p:txBody>
      </p:sp>
      <p:sp>
        <p:nvSpPr>
          <p:cNvPr id="3" name="Content Placeholder 2"/>
          <p:cNvSpPr>
            <a:spLocks noGrp="1"/>
          </p:cNvSpPr>
          <p:nvPr>
            <p:ph sz="quarter" idx="1"/>
          </p:nvPr>
        </p:nvSpPr>
        <p:spPr/>
        <p:txBody>
          <a:bodyPr>
            <a:normAutofit fontScale="92500" lnSpcReduction="20000"/>
          </a:bodyPr>
          <a:lstStyle/>
          <a:p>
            <a:r>
              <a:rPr lang="en-US" dirty="0"/>
              <a:t>Evaluation and feedback are central to interaction design</a:t>
            </a:r>
            <a:endParaRPr lang="en-US" dirty="0"/>
          </a:p>
          <a:p>
            <a:r>
              <a:rPr lang="en-US" dirty="0"/>
              <a:t>Stakeholders can see, hold, interact with a prototype more easily than with a document</a:t>
            </a:r>
            <a:endParaRPr lang="en-US" dirty="0"/>
          </a:p>
          <a:p>
            <a:r>
              <a:rPr lang="en-US" altLang="en-US" dirty="0"/>
              <a:t>Clarifies vague requirements with concrete communication between stakeholders &amp; team</a:t>
            </a:r>
            <a:endParaRPr lang="en-US" dirty="0"/>
          </a:p>
          <a:p>
            <a:r>
              <a:rPr lang="en-US" dirty="0"/>
              <a:t>Team members can communicate effectively</a:t>
            </a:r>
            <a:endParaRPr lang="en-US" dirty="0"/>
          </a:p>
          <a:p>
            <a:r>
              <a:rPr lang="en-US" dirty="0"/>
              <a:t>It encourages reflection</a:t>
            </a:r>
            <a:endParaRPr lang="en-US" dirty="0"/>
          </a:p>
          <a:p>
            <a:r>
              <a:rPr lang="en-US" dirty="0"/>
              <a:t>Prototypes answer questions, and support designers in choosing between alternatives</a:t>
            </a:r>
            <a:endParaRPr lang="en-US" dirty="0"/>
          </a:p>
          <a:p>
            <a:r>
              <a:rPr lang="en-US" altLang="en-US" dirty="0"/>
              <a:t>Sells product ideas</a:t>
            </a:r>
            <a:endParaRPr lang="en-US" altLang="en-US" dirty="0"/>
          </a:p>
          <a:p>
            <a:pPr marL="0" indent="0">
              <a:buNone/>
            </a:pPr>
            <a:endParaRPr 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prototype?</a:t>
            </a:r>
            <a:endParaRPr lang="en-US" dirty="0"/>
          </a:p>
        </p:txBody>
      </p:sp>
      <p:sp>
        <p:nvSpPr>
          <p:cNvPr id="3" name="Content Placeholder 2"/>
          <p:cNvSpPr>
            <a:spLocks noGrp="1"/>
          </p:cNvSpPr>
          <p:nvPr>
            <p:ph sz="quarter" idx="1"/>
          </p:nvPr>
        </p:nvSpPr>
        <p:spPr/>
        <p:txBody>
          <a:bodyPr>
            <a:normAutofit/>
          </a:bodyPr>
          <a:lstStyle/>
          <a:p>
            <a:pPr algn="just"/>
            <a:r>
              <a:rPr lang="en-US" dirty="0"/>
              <a:t>Work flow, task design, sequence i.e. in the order they happen</a:t>
            </a:r>
            <a:endParaRPr lang="en-US" dirty="0"/>
          </a:p>
          <a:p>
            <a:pPr algn="just"/>
            <a:r>
              <a:rPr lang="en-US" dirty="0"/>
              <a:t>Screen layouts and information display i.e. icons, home buttons, back buttons, colors etc.</a:t>
            </a:r>
            <a:endParaRPr lang="en-US" dirty="0"/>
          </a:p>
          <a:p>
            <a:pPr algn="just"/>
            <a:r>
              <a:rPr lang="en-US" dirty="0"/>
              <a:t>Critical areas i.e. Undo button, help, exit, stop etc.</a:t>
            </a:r>
            <a:endParaRPr lang="en-US" dirty="0"/>
          </a:p>
          <a:p>
            <a:pPr algn="just"/>
            <a:r>
              <a:rPr lang="en-US" dirty="0"/>
              <a:t>Every thing you need to convey the product experience (but no more)</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Prototyping Techniques</a:t>
            </a:r>
            <a:endParaRPr lang="en-US" dirty="0"/>
          </a:p>
        </p:txBody>
      </p:sp>
      <p:sp>
        <p:nvSpPr>
          <p:cNvPr id="3" name="Content Placeholder 2"/>
          <p:cNvSpPr>
            <a:spLocks noGrp="1"/>
          </p:cNvSpPr>
          <p:nvPr>
            <p:ph sz="quarter" idx="1"/>
          </p:nvPr>
        </p:nvSpPr>
        <p:spPr/>
        <p:txBody>
          <a:bodyPr>
            <a:normAutofit/>
          </a:bodyPr>
          <a:lstStyle/>
          <a:p>
            <a:r>
              <a:rPr lang="en-US" b="1" dirty="0"/>
              <a:t>Throw away</a:t>
            </a:r>
            <a:r>
              <a:rPr lang="en-US" dirty="0"/>
              <a:t> prototyping (</a:t>
            </a:r>
            <a:r>
              <a:rPr lang="en-US" b="1" dirty="0"/>
              <a:t>rapid </a:t>
            </a:r>
            <a:r>
              <a:rPr lang="en-US" dirty="0"/>
              <a:t>prototyping)</a:t>
            </a:r>
            <a:endParaRPr lang="en-US" dirty="0"/>
          </a:p>
          <a:p>
            <a:pPr lvl="1"/>
            <a:r>
              <a:rPr lang="en-US" dirty="0"/>
              <a:t>Prototype developed as part of a throw-away approach</a:t>
            </a:r>
            <a:endParaRPr lang="en-US" dirty="0"/>
          </a:p>
          <a:p>
            <a:pPr lvl="1"/>
            <a:endParaRPr lang="en-US" dirty="0"/>
          </a:p>
          <a:p>
            <a:pPr marL="0" indent="0">
              <a:buNone/>
            </a:pPr>
            <a:endParaRPr lang="en-US" dirty="0"/>
          </a:p>
          <a:p>
            <a:r>
              <a:rPr lang="en-US" b="1" dirty="0"/>
              <a:t>Evolutionary </a:t>
            </a:r>
            <a:r>
              <a:rPr lang="en-US"/>
              <a:t>prototyping</a:t>
            </a:r>
            <a:r>
              <a:rPr lang="en-US" b="1"/>
              <a:t> </a:t>
            </a:r>
            <a:endParaRPr lang="en-US" dirty="0"/>
          </a:p>
          <a:p>
            <a:pPr lvl="1"/>
            <a:r>
              <a:rPr lang="en-US" dirty="0"/>
              <a:t>as for incremental prototyping but with evolving design</a:t>
            </a:r>
            <a:endParaRPr lang="en-US" dirty="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Throw-away / Rapid Prototyping </a:t>
            </a:r>
            <a:endParaRPr lang="en-US" dirty="0"/>
          </a:p>
        </p:txBody>
      </p:sp>
      <p:pic>
        <p:nvPicPr>
          <p:cNvPr id="1026" name="Picture 2"/>
          <p:cNvPicPr>
            <a:picLocks noChangeAspect="1" noChangeArrowheads="1"/>
          </p:cNvPicPr>
          <p:nvPr/>
        </p:nvPicPr>
        <p:blipFill>
          <a:blip r:embed="rId1" cstate="print"/>
          <a:srcRect/>
          <a:stretch>
            <a:fillRect/>
          </a:stretch>
        </p:blipFill>
        <p:spPr bwMode="auto">
          <a:xfrm>
            <a:off x="393573" y="3967595"/>
            <a:ext cx="8372475" cy="2876550"/>
          </a:xfrm>
          <a:prstGeom prst="rect">
            <a:avLst/>
          </a:prstGeom>
          <a:noFill/>
          <a:ln w="9525">
            <a:noFill/>
            <a:miter lim="800000"/>
            <a:headEnd/>
            <a:tailEnd/>
          </a:ln>
          <a:effectLst/>
        </p:spPr>
      </p:pic>
      <p:sp>
        <p:nvSpPr>
          <p:cNvPr id="4" name="Content Placeholder 2"/>
          <p:cNvSpPr>
            <a:spLocks noGrp="1"/>
          </p:cNvSpPr>
          <p:nvPr>
            <p:ph sz="quarter" idx="1"/>
          </p:nvPr>
        </p:nvSpPr>
        <p:spPr>
          <a:xfrm>
            <a:off x="612648" y="1600200"/>
            <a:ext cx="8153400" cy="2367395"/>
          </a:xfrm>
        </p:spPr>
        <p:txBody>
          <a:bodyPr>
            <a:normAutofit lnSpcReduction="10000"/>
          </a:bodyPr>
          <a:lstStyle/>
          <a:p>
            <a:r>
              <a:rPr lang="en-US" dirty="0"/>
              <a:t>Prototype developed as part of a throw-away approach.</a:t>
            </a:r>
            <a:endParaRPr lang="en-US" dirty="0"/>
          </a:p>
          <a:p>
            <a:r>
              <a:rPr lang="en-US" dirty="0"/>
              <a:t>It will not form part of the final solution.</a:t>
            </a:r>
            <a:endParaRPr lang="en-US" dirty="0"/>
          </a:p>
          <a:p>
            <a:r>
              <a:rPr lang="en-US" dirty="0"/>
              <a:t>It is a useful way of exploring ideas, and gaining feedback from user.</a:t>
            </a:r>
            <a:endParaRPr lang="en-US" dirty="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6678" y="228600"/>
            <a:ext cx="8153400" cy="1143000"/>
          </a:xfrm>
        </p:spPr>
        <p:txBody>
          <a:bodyPr>
            <a:normAutofit/>
          </a:bodyPr>
          <a:lstStyle/>
          <a:p>
            <a:r>
              <a:rPr lang="en-US" dirty="0"/>
              <a:t>Evolutionary Prototyping  </a:t>
            </a:r>
            <a:endParaRPr lang="en-US" dirty="0"/>
          </a:p>
        </p:txBody>
      </p:sp>
      <p:sp>
        <p:nvSpPr>
          <p:cNvPr id="5" name="Content Placeholder 4"/>
          <p:cNvSpPr>
            <a:spLocks noGrp="1"/>
          </p:cNvSpPr>
          <p:nvPr>
            <p:ph sz="quarter" idx="3"/>
          </p:nvPr>
        </p:nvSpPr>
        <p:spPr>
          <a:xfrm>
            <a:off x="-95006" y="1600200"/>
            <a:ext cx="9239006" cy="2298269"/>
          </a:xfrm>
        </p:spPr>
        <p:txBody>
          <a:bodyPr>
            <a:normAutofit/>
          </a:bodyPr>
          <a:lstStyle/>
          <a:p>
            <a:r>
              <a:rPr lang="en-US" dirty="0"/>
              <a:t>An initial prototype is presented to user.</a:t>
            </a:r>
            <a:endParaRPr lang="en-US" dirty="0"/>
          </a:p>
          <a:p>
            <a:r>
              <a:rPr lang="en-US" dirty="0"/>
              <a:t>They provide feedback and suggestion for improvement.</a:t>
            </a:r>
            <a:endParaRPr lang="en-US" dirty="0"/>
          </a:p>
          <a:p>
            <a:r>
              <a:rPr lang="en-US" dirty="0"/>
              <a:t>Each stage of this prototype evolves toward the final system hence it is called as evolutionary prototype.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Prototype fidelity </a:t>
            </a:r>
            <a:endParaRPr lang="en-US" dirty="0"/>
          </a:p>
        </p:txBody>
      </p:sp>
      <p:sp>
        <p:nvSpPr>
          <p:cNvPr id="5" name="Content Placeholder 4"/>
          <p:cNvSpPr>
            <a:spLocks noGrp="1"/>
          </p:cNvSpPr>
          <p:nvPr>
            <p:ph sz="quarter" idx="2"/>
          </p:nvPr>
        </p:nvSpPr>
        <p:spPr>
          <a:xfrm>
            <a:off x="595393" y="3248186"/>
            <a:ext cx="3886200" cy="3581400"/>
          </a:xfrm>
        </p:spPr>
        <p:txBody>
          <a:bodyPr>
            <a:normAutofit fontScale="92500" lnSpcReduction="20000"/>
          </a:bodyPr>
          <a:lstStyle/>
          <a:p>
            <a:r>
              <a:rPr lang="en-US" dirty="0"/>
              <a:t>Quick, cheap, easily changed</a:t>
            </a:r>
            <a:endParaRPr lang="en-US" dirty="0"/>
          </a:p>
          <a:p>
            <a:r>
              <a:rPr lang="en-US" dirty="0"/>
              <a:t>Paper based</a:t>
            </a:r>
            <a:endParaRPr lang="en-US" dirty="0"/>
          </a:p>
          <a:p>
            <a:pPr lvl="1"/>
            <a:r>
              <a:rPr lang="en-US" dirty="0"/>
              <a:t>Sketches of screens with post-it notes (task sequences)</a:t>
            </a:r>
            <a:endParaRPr lang="en-US" dirty="0"/>
          </a:p>
          <a:p>
            <a:pPr lvl="1"/>
            <a:r>
              <a:rPr lang="en-US" dirty="0"/>
              <a:t>Card-based</a:t>
            </a:r>
            <a:endParaRPr lang="en-US" dirty="0"/>
          </a:p>
          <a:p>
            <a:pPr lvl="1"/>
            <a:r>
              <a:rPr lang="en-US" dirty="0"/>
              <a:t>Storyboards</a:t>
            </a:r>
            <a:endParaRPr lang="en-US" dirty="0"/>
          </a:p>
          <a:p>
            <a:pPr lvl="1"/>
            <a:endParaRPr lang="en-US" dirty="0"/>
          </a:p>
        </p:txBody>
      </p:sp>
      <p:sp>
        <p:nvSpPr>
          <p:cNvPr id="6" name="Content Placeholder 5"/>
          <p:cNvSpPr>
            <a:spLocks noGrp="1"/>
          </p:cNvSpPr>
          <p:nvPr>
            <p:ph sz="quarter" idx="4"/>
          </p:nvPr>
        </p:nvSpPr>
        <p:spPr>
          <a:xfrm>
            <a:off x="4786393" y="3248186"/>
            <a:ext cx="3886200" cy="3581400"/>
          </a:xfrm>
        </p:spPr>
        <p:txBody>
          <a:bodyPr>
            <a:normAutofit fontScale="92500" lnSpcReduction="20000"/>
          </a:bodyPr>
          <a:lstStyle/>
          <a:p>
            <a:pPr>
              <a:lnSpc>
                <a:spcPct val="90000"/>
              </a:lnSpc>
            </a:pPr>
            <a:r>
              <a:rPr lang="en-GB" dirty="0"/>
              <a:t>Is usually computer based</a:t>
            </a:r>
            <a:endParaRPr lang="en-GB" dirty="0"/>
          </a:p>
          <a:p>
            <a:pPr>
              <a:lnSpc>
                <a:spcPct val="90000"/>
              </a:lnSpc>
            </a:pPr>
            <a:endParaRPr lang="en-GB" dirty="0"/>
          </a:p>
          <a:p>
            <a:pPr>
              <a:lnSpc>
                <a:spcPct val="90000"/>
              </a:lnSpc>
            </a:pPr>
            <a:r>
              <a:rPr lang="en-GB" dirty="0"/>
              <a:t>Prototype looks more like the final system than a low-fidelity version. </a:t>
            </a:r>
            <a:endParaRPr lang="en-GB" dirty="0"/>
          </a:p>
          <a:p>
            <a:pPr>
              <a:lnSpc>
                <a:spcPct val="90000"/>
              </a:lnSpc>
            </a:pPr>
            <a:endParaRPr lang="en-GB" dirty="0"/>
          </a:p>
          <a:p>
            <a:pPr>
              <a:lnSpc>
                <a:spcPct val="90000"/>
              </a:lnSpc>
            </a:pPr>
            <a:r>
              <a:rPr lang="en-GB" dirty="0"/>
              <a:t>Usually include mouse/keyboard interaction </a:t>
            </a:r>
            <a:endParaRPr lang="en-GB" dirty="0"/>
          </a:p>
          <a:p>
            <a:endParaRPr lang="en-US" dirty="0"/>
          </a:p>
        </p:txBody>
      </p:sp>
      <p:sp>
        <p:nvSpPr>
          <p:cNvPr id="3" name="Text Placeholder 2"/>
          <p:cNvSpPr>
            <a:spLocks noGrp="1"/>
          </p:cNvSpPr>
          <p:nvPr>
            <p:ph type="body" sz="quarter" idx="1"/>
          </p:nvPr>
        </p:nvSpPr>
        <p:spPr>
          <a:xfrm>
            <a:off x="595393" y="2562386"/>
            <a:ext cx="3886200" cy="640080"/>
          </a:xfrm>
        </p:spPr>
        <p:txBody>
          <a:bodyPr/>
          <a:lstStyle/>
          <a:p>
            <a:r>
              <a:rPr lang="en-US" dirty="0"/>
              <a:t>Low fidelity </a:t>
            </a:r>
            <a:endParaRPr lang="en-US" dirty="0"/>
          </a:p>
        </p:txBody>
      </p:sp>
      <p:sp>
        <p:nvSpPr>
          <p:cNvPr id="4" name="Text Placeholder 3"/>
          <p:cNvSpPr>
            <a:spLocks noGrp="1"/>
          </p:cNvSpPr>
          <p:nvPr>
            <p:ph type="body" sz="quarter" idx="3"/>
          </p:nvPr>
        </p:nvSpPr>
        <p:spPr>
          <a:xfrm>
            <a:off x="4786393" y="2562386"/>
            <a:ext cx="3886200" cy="640080"/>
          </a:xfrm>
        </p:spPr>
        <p:txBody>
          <a:bodyPr/>
          <a:lstStyle/>
          <a:p>
            <a:r>
              <a:rPr lang="en-US" dirty="0"/>
              <a:t>High fidelity </a:t>
            </a:r>
            <a:endParaRPr lang="en-US" dirty="0"/>
          </a:p>
        </p:txBody>
      </p:sp>
      <p:pic>
        <p:nvPicPr>
          <p:cNvPr id="7" name="Picture 6"/>
          <p:cNvPicPr>
            <a:picLocks noChangeAspect="1"/>
          </p:cNvPicPr>
          <p:nvPr/>
        </p:nvPicPr>
        <p:blipFill>
          <a:blip r:embed="rId1"/>
          <a:stretch>
            <a:fillRect/>
          </a:stretch>
        </p:blipFill>
        <p:spPr>
          <a:xfrm>
            <a:off x="387774" y="1428093"/>
            <a:ext cx="8187638" cy="11766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Prototype fidelity </a:t>
            </a:r>
            <a:endParaRPr lang="en-US" dirty="0"/>
          </a:p>
        </p:txBody>
      </p:sp>
      <p:sp>
        <p:nvSpPr>
          <p:cNvPr id="3" name="Content Placeholder 2"/>
          <p:cNvSpPr>
            <a:spLocks noGrp="1"/>
          </p:cNvSpPr>
          <p:nvPr>
            <p:ph sz="quarter" idx="1"/>
          </p:nvPr>
        </p:nvSpPr>
        <p:spPr/>
        <p:txBody>
          <a:bodyPr/>
          <a:lstStyle/>
          <a:p>
            <a:endParaRPr 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3400" y="1414463"/>
            <a:ext cx="8153400" cy="544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5943600" y="5029200"/>
            <a:ext cx="25146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US" dirty="0"/>
              <a:t>Low fidelity: An Example</a:t>
            </a:r>
            <a:endParaRPr lang="en-US" dirty="0"/>
          </a:p>
        </p:txBody>
      </p:sp>
      <p:pic>
        <p:nvPicPr>
          <p:cNvPr id="106499" name="Picture 3" descr="parts"/>
          <p:cNvPicPr>
            <a:picLocks noGrp="1" noChangeAspect="1" noChangeArrowheads="1"/>
          </p:cNvPicPr>
          <p:nvPr>
            <p:ph sz="quarter" idx="1"/>
          </p:nvPr>
        </p:nvPicPr>
        <p:blipFill>
          <a:blip r:embed="rId1" cstate="print"/>
          <a:stretch>
            <a:fillRect/>
          </a:stretch>
        </p:blipFill>
        <p:spPr>
          <a:xfrm>
            <a:off x="1600200" y="2292096"/>
            <a:ext cx="5375275" cy="3956304"/>
          </a:xfrm>
          <a:noFill/>
        </p:spPr>
      </p:pic>
      <p:sp>
        <p:nvSpPr>
          <p:cNvPr id="106500" name="Text Box 4"/>
          <p:cNvSpPr txBox="1">
            <a:spLocks noChangeArrowheads="1"/>
          </p:cNvSpPr>
          <p:nvPr/>
        </p:nvSpPr>
        <p:spPr bwMode="auto">
          <a:xfrm>
            <a:off x="6916738" y="1319213"/>
            <a:ext cx="1717675" cy="457200"/>
          </a:xfrm>
          <a:prstGeom prst="rect">
            <a:avLst/>
          </a:prstGeom>
          <a:noFill/>
          <a:ln w="25400">
            <a:noFill/>
            <a:miter lim="800000"/>
            <a:tailEnd type="none" w="med" len="lg"/>
          </a:ln>
          <a:effectLst/>
        </p:spPr>
        <p:txBody>
          <a:bodyPr>
            <a:spAutoFit/>
          </a:bodyPr>
          <a:lstStyle/>
          <a:p>
            <a:pPr eaLnBrk="0" hangingPunct="0">
              <a:spcBef>
                <a:spcPct val="50000"/>
              </a:spcBef>
            </a:pPr>
            <a:r>
              <a:rPr lang="en-US" sz="2400" dirty="0"/>
              <a:t>Menu Bar</a:t>
            </a:r>
            <a:endParaRPr lang="en-US" sz="2400" dirty="0"/>
          </a:p>
        </p:txBody>
      </p:sp>
      <p:sp>
        <p:nvSpPr>
          <p:cNvPr id="106501" name="Line 5"/>
          <p:cNvSpPr>
            <a:spLocks noChangeShapeType="1"/>
          </p:cNvSpPr>
          <p:nvPr/>
        </p:nvSpPr>
        <p:spPr bwMode="auto">
          <a:xfrm flipH="1">
            <a:off x="4572000" y="1600200"/>
            <a:ext cx="2279650" cy="850900"/>
          </a:xfrm>
          <a:prstGeom prst="line">
            <a:avLst/>
          </a:prstGeom>
          <a:noFill/>
          <a:ln w="25400">
            <a:solidFill>
              <a:schemeClr val="tx1"/>
            </a:solidFill>
            <a:round/>
            <a:tailEnd type="arrow" w="med" len="lg"/>
          </a:ln>
          <a:effectLst/>
        </p:spPr>
        <p:txBody>
          <a:bodyPr/>
          <a:lstStyle/>
          <a:p>
            <a:endParaRPr lang="en-US"/>
          </a:p>
        </p:txBody>
      </p:sp>
      <p:sp>
        <p:nvSpPr>
          <p:cNvPr id="106502" name="Text Box 6"/>
          <p:cNvSpPr txBox="1">
            <a:spLocks noChangeArrowheads="1"/>
          </p:cNvSpPr>
          <p:nvPr/>
        </p:nvSpPr>
        <p:spPr bwMode="auto">
          <a:xfrm>
            <a:off x="8185150" y="3009900"/>
            <a:ext cx="958850" cy="822325"/>
          </a:xfrm>
          <a:prstGeom prst="rect">
            <a:avLst/>
          </a:prstGeom>
          <a:noFill/>
          <a:ln w="25400">
            <a:noFill/>
            <a:miter lim="800000"/>
            <a:tailEnd type="none" w="med" len="lg"/>
          </a:ln>
          <a:effectLst/>
        </p:spPr>
        <p:txBody>
          <a:bodyPr>
            <a:spAutoFit/>
          </a:bodyPr>
          <a:lstStyle/>
          <a:p>
            <a:pPr eaLnBrk="0" hangingPunct="0">
              <a:spcBef>
                <a:spcPct val="50000"/>
              </a:spcBef>
            </a:pPr>
            <a:r>
              <a:rPr lang="en-US" sz="2400"/>
              <a:t>Scroll</a:t>
            </a:r>
            <a:br>
              <a:rPr lang="en-US" sz="2400"/>
            </a:br>
            <a:r>
              <a:rPr lang="en-US" sz="2400"/>
              <a:t>Bar</a:t>
            </a:r>
            <a:endParaRPr lang="en-US" sz="2400"/>
          </a:p>
        </p:txBody>
      </p:sp>
      <p:sp>
        <p:nvSpPr>
          <p:cNvPr id="106503" name="Text Box 7"/>
          <p:cNvSpPr txBox="1">
            <a:spLocks noChangeArrowheads="1"/>
          </p:cNvSpPr>
          <p:nvPr/>
        </p:nvSpPr>
        <p:spPr bwMode="auto">
          <a:xfrm>
            <a:off x="7631113" y="4151313"/>
            <a:ext cx="1843087" cy="822325"/>
          </a:xfrm>
          <a:prstGeom prst="rect">
            <a:avLst/>
          </a:prstGeom>
          <a:noFill/>
          <a:ln w="25400">
            <a:noFill/>
            <a:miter lim="800000"/>
            <a:tailEnd type="none" w="med" len="lg"/>
          </a:ln>
          <a:effectLst/>
        </p:spPr>
        <p:txBody>
          <a:bodyPr>
            <a:spAutoFit/>
          </a:bodyPr>
          <a:lstStyle/>
          <a:p>
            <a:pPr eaLnBrk="0" hangingPunct="0">
              <a:spcBef>
                <a:spcPct val="50000"/>
              </a:spcBef>
            </a:pPr>
            <a:r>
              <a:rPr lang="en-US" sz="2400"/>
              <a:t>Secondary Menu</a:t>
            </a:r>
            <a:endParaRPr lang="en-US" sz="2400"/>
          </a:p>
        </p:txBody>
      </p:sp>
      <p:sp>
        <p:nvSpPr>
          <p:cNvPr id="106504" name="Line 8"/>
          <p:cNvSpPr>
            <a:spLocks noChangeShapeType="1"/>
          </p:cNvSpPr>
          <p:nvPr/>
        </p:nvSpPr>
        <p:spPr bwMode="auto">
          <a:xfrm flipH="1">
            <a:off x="6180138" y="4540250"/>
            <a:ext cx="1435100" cy="315913"/>
          </a:xfrm>
          <a:prstGeom prst="line">
            <a:avLst/>
          </a:prstGeom>
          <a:noFill/>
          <a:ln w="25400">
            <a:solidFill>
              <a:schemeClr val="tx1"/>
            </a:solidFill>
            <a:round/>
            <a:tailEnd type="arrow" w="med" len="lg"/>
          </a:ln>
          <a:effectLst/>
        </p:spPr>
        <p:txBody>
          <a:bodyPr/>
          <a:lstStyle/>
          <a:p>
            <a:endParaRPr lang="en-US"/>
          </a:p>
        </p:txBody>
      </p:sp>
      <p:sp>
        <p:nvSpPr>
          <p:cNvPr id="106505" name="Text Box 9"/>
          <p:cNvSpPr txBox="1">
            <a:spLocks noChangeArrowheads="1"/>
          </p:cNvSpPr>
          <p:nvPr/>
        </p:nvSpPr>
        <p:spPr bwMode="auto">
          <a:xfrm>
            <a:off x="-79375" y="4032250"/>
            <a:ext cx="1498600" cy="822325"/>
          </a:xfrm>
          <a:prstGeom prst="rect">
            <a:avLst/>
          </a:prstGeom>
          <a:noFill/>
          <a:ln w="25400">
            <a:noFill/>
            <a:miter lim="800000"/>
            <a:tailEnd type="none" w="med" len="lg"/>
          </a:ln>
          <a:effectLst/>
        </p:spPr>
        <p:txBody>
          <a:bodyPr>
            <a:spAutoFit/>
          </a:bodyPr>
          <a:lstStyle/>
          <a:p>
            <a:pPr eaLnBrk="0" hangingPunct="0">
              <a:spcBef>
                <a:spcPct val="50000"/>
              </a:spcBef>
            </a:pPr>
            <a:r>
              <a:rPr lang="en-US" sz="2400"/>
              <a:t>Opening Contents</a:t>
            </a:r>
            <a:endParaRPr lang="en-US" sz="2400"/>
          </a:p>
        </p:txBody>
      </p:sp>
      <p:sp>
        <p:nvSpPr>
          <p:cNvPr id="106506" name="Line 10"/>
          <p:cNvSpPr>
            <a:spLocks noChangeShapeType="1"/>
          </p:cNvSpPr>
          <p:nvPr/>
        </p:nvSpPr>
        <p:spPr bwMode="auto">
          <a:xfrm>
            <a:off x="1187450" y="4483100"/>
            <a:ext cx="641350" cy="79375"/>
          </a:xfrm>
          <a:prstGeom prst="line">
            <a:avLst/>
          </a:prstGeom>
          <a:noFill/>
          <a:ln w="25400">
            <a:solidFill>
              <a:schemeClr val="tx1"/>
            </a:solidFill>
            <a:round/>
            <a:tailEnd type="arrow" w="med" len="lg"/>
          </a:ln>
          <a:effectLst/>
        </p:spPr>
        <p:txBody>
          <a:bodyPr/>
          <a:lstStyle/>
          <a:p>
            <a:endParaRPr lang="en-US"/>
          </a:p>
        </p:txBody>
      </p:sp>
      <p:sp>
        <p:nvSpPr>
          <p:cNvPr id="106507" name="Line 11"/>
          <p:cNvSpPr>
            <a:spLocks noChangeShapeType="1"/>
          </p:cNvSpPr>
          <p:nvPr/>
        </p:nvSpPr>
        <p:spPr bwMode="auto">
          <a:xfrm flipH="1" flipV="1">
            <a:off x="6851650" y="3421062"/>
            <a:ext cx="1408113" cy="7938"/>
          </a:xfrm>
          <a:prstGeom prst="line">
            <a:avLst/>
          </a:prstGeom>
          <a:noFill/>
          <a:ln w="25400">
            <a:solidFill>
              <a:schemeClr val="tx1"/>
            </a:solidFill>
            <a:round/>
            <a:tailEnd type="arrow" w="med" len="lg"/>
          </a:ln>
          <a:effectLst/>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 fidelity: An Example</a:t>
            </a:r>
            <a:endParaRPr lang="en-US" dirty="0"/>
          </a:p>
        </p:txBody>
      </p:sp>
      <p:pic>
        <p:nvPicPr>
          <p:cNvPr id="4" name="Picture 3" descr="Team2Final"/>
          <p:cNvPicPr>
            <a:picLocks noChangeAspect="1" noChangeArrowheads="1"/>
          </p:cNvPicPr>
          <p:nvPr/>
        </p:nvPicPr>
        <p:blipFill>
          <a:blip r:embed="rId1" cstate="print"/>
          <a:srcRect/>
          <a:stretch>
            <a:fillRect/>
          </a:stretch>
        </p:blipFill>
        <p:spPr>
          <a:xfrm>
            <a:off x="609600" y="1676400"/>
            <a:ext cx="8077200" cy="51054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lo-</a:t>
            </a:r>
            <a:r>
              <a:rPr lang="en-US" dirty="0" err="1"/>
              <a:t>fi</a:t>
            </a:r>
            <a:r>
              <a:rPr lang="en-US" dirty="0"/>
              <a:t> is often better than hi-fi</a:t>
            </a:r>
            <a:endParaRPr lang="en-US" dirty="0"/>
          </a:p>
        </p:txBody>
      </p:sp>
      <p:sp>
        <p:nvSpPr>
          <p:cNvPr id="3" name="Content Placeholder 2"/>
          <p:cNvSpPr>
            <a:spLocks noGrp="1"/>
          </p:cNvSpPr>
          <p:nvPr>
            <p:ph sz="quarter" idx="1"/>
          </p:nvPr>
        </p:nvSpPr>
        <p:spPr/>
        <p:txBody>
          <a:bodyPr>
            <a:normAutofit fontScale="77500" lnSpcReduction="20000"/>
          </a:bodyPr>
          <a:lstStyle/>
          <a:p>
            <a:r>
              <a:rPr lang="en-US" dirty="0"/>
              <a:t>At least in the early stages of design…</a:t>
            </a:r>
            <a:endParaRPr lang="en-US" dirty="0"/>
          </a:p>
          <a:p>
            <a:pPr lvl="1"/>
            <a:r>
              <a:rPr lang="en-US" dirty="0"/>
              <a:t>Hi-fi prototypes can be problematic</a:t>
            </a:r>
            <a:endParaRPr lang="en-US" dirty="0"/>
          </a:p>
          <a:p>
            <a:pPr lvl="2"/>
            <a:r>
              <a:rPr lang="en-US" dirty="0"/>
              <a:t>users can often think it’s the real thing</a:t>
            </a:r>
            <a:endParaRPr lang="en-US" dirty="0"/>
          </a:p>
          <a:p>
            <a:pPr lvl="2"/>
            <a:r>
              <a:rPr lang="en-US" dirty="0"/>
              <a:t>users tend to focus on small details (e.g. font size) rather than the bigger picture </a:t>
            </a:r>
            <a:endParaRPr lang="en-US" dirty="0"/>
          </a:p>
          <a:p>
            <a:pPr lvl="2"/>
            <a:r>
              <a:rPr lang="en-US" dirty="0"/>
              <a:t>developers get over-attached having done the programming</a:t>
            </a:r>
            <a:endParaRPr lang="en-US" dirty="0"/>
          </a:p>
          <a:p>
            <a:pPr lvl="1"/>
            <a:endParaRPr lang="en-US" dirty="0"/>
          </a:p>
          <a:p>
            <a:pPr lvl="1"/>
            <a:r>
              <a:rPr lang="en-US" dirty="0"/>
              <a:t>Lo-</a:t>
            </a:r>
            <a:r>
              <a:rPr lang="en-US" dirty="0" err="1"/>
              <a:t>fi</a:t>
            </a:r>
            <a:r>
              <a:rPr lang="en-US" dirty="0"/>
              <a:t> prototypes avoid these issues...</a:t>
            </a:r>
            <a:endParaRPr lang="en-US" dirty="0"/>
          </a:p>
          <a:p>
            <a:pPr lvl="2"/>
            <a:r>
              <a:rPr lang="en-US" dirty="0"/>
              <a:t>easy to change</a:t>
            </a:r>
            <a:endParaRPr lang="en-US" dirty="0"/>
          </a:p>
          <a:p>
            <a:pPr lvl="2"/>
            <a:r>
              <a:rPr lang="en-US" dirty="0"/>
              <a:t>users concentrate on big picture (e.g. structure and function)</a:t>
            </a:r>
            <a:endParaRPr lang="en-US" dirty="0"/>
          </a:p>
          <a:p>
            <a:pPr lvl="2"/>
            <a:r>
              <a:rPr lang="en-US" dirty="0"/>
              <a:t>it’s disposable</a:t>
            </a:r>
            <a:endParaRPr lang="en-US" dirty="0"/>
          </a:p>
          <a:p>
            <a:endParaRPr lang="en-US" dirty="0"/>
          </a:p>
          <a:p>
            <a:r>
              <a:rPr lang="en-US" dirty="0"/>
              <a:t>So before investing in hi-fi, we need to get lo-</a:t>
            </a:r>
            <a:r>
              <a:rPr lang="en-US" dirty="0" err="1"/>
              <a:t>fi</a:t>
            </a:r>
            <a:r>
              <a:rPr lang="en-US" dirty="0"/>
              <a:t> versions right</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Sketching</a:t>
            </a:r>
            <a:endParaRPr lang="en-US" dirty="0"/>
          </a:p>
        </p:txBody>
      </p:sp>
      <p:sp>
        <p:nvSpPr>
          <p:cNvPr id="3" name="Content Placeholder 2"/>
          <p:cNvSpPr>
            <a:spLocks noGrp="1"/>
          </p:cNvSpPr>
          <p:nvPr>
            <p:ph sz="quarter" idx="1"/>
          </p:nvPr>
        </p:nvSpPr>
        <p:spPr>
          <a:xfrm>
            <a:off x="914400" y="1447800"/>
            <a:ext cx="7696200" cy="1219200"/>
          </a:xfrm>
        </p:spPr>
        <p:txBody>
          <a:bodyPr>
            <a:normAutofit fontScale="92500"/>
          </a:bodyPr>
          <a:lstStyle/>
          <a:p>
            <a:pPr marL="355600" indent="-355600" eaLnBrk="0" hangingPunct="0">
              <a:spcBef>
                <a:spcPts val="600"/>
              </a:spcBef>
              <a:buFontTx/>
              <a:buChar char="•"/>
            </a:pPr>
            <a:r>
              <a:rPr lang="en-GB" sz="2400" dirty="0">
                <a:latin typeface="Verdana" panose="020B0604030504040204" pitchFamily="34" charset="0"/>
              </a:rPr>
              <a:t>Sketching is important to low-fidelity prototyping</a:t>
            </a:r>
            <a:endParaRPr lang="en-GB" sz="2400" dirty="0">
              <a:latin typeface="Verdana" panose="020B0604030504040204" pitchFamily="34" charset="0"/>
            </a:endParaRPr>
          </a:p>
          <a:p>
            <a:pPr marL="355600" indent="-355600" eaLnBrk="0" hangingPunct="0">
              <a:spcBef>
                <a:spcPts val="600"/>
              </a:spcBef>
              <a:buFontTx/>
              <a:buChar char="•"/>
            </a:pPr>
            <a:r>
              <a:rPr lang="en-GB" sz="2400" dirty="0">
                <a:latin typeface="Verdana" panose="020B0604030504040204" pitchFamily="34" charset="0"/>
              </a:rPr>
              <a:t>Don’t be self-conscious about drawing ability. Practice simple symbols		</a:t>
            </a:r>
            <a:endParaRPr lang="en-US" sz="2400" dirty="0">
              <a:latin typeface="Verdana" panose="020B0604030504040204" pitchFamily="34" charset="0"/>
            </a:endParaRP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 y="304800"/>
            <a:ext cx="8915399"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Paper prototyping</a:t>
            </a:r>
            <a:endParaRPr lang="en-US" dirty="0"/>
          </a:p>
        </p:txBody>
      </p:sp>
      <p:pic>
        <p:nvPicPr>
          <p:cNvPr id="5" name="Picture 4"/>
          <p:cNvPicPr>
            <a:picLocks noChangeAspect="1"/>
          </p:cNvPicPr>
          <p:nvPr/>
        </p:nvPicPr>
        <p:blipFill rotWithShape="1">
          <a:blip r:embed="rId1"/>
          <a:srcRect t="14517" b="9059"/>
          <a:stretch>
            <a:fillRect/>
          </a:stretch>
        </p:blipFill>
        <p:spPr>
          <a:xfrm>
            <a:off x="11624" y="1524000"/>
            <a:ext cx="3735145" cy="2133600"/>
          </a:xfrm>
          <a:prstGeom prst="rect">
            <a:avLst/>
          </a:prstGeom>
        </p:spPr>
      </p:pic>
      <p:pic>
        <p:nvPicPr>
          <p:cNvPr id="6" name="Picture 5"/>
          <p:cNvPicPr>
            <a:picLocks noChangeAspect="1"/>
          </p:cNvPicPr>
          <p:nvPr/>
        </p:nvPicPr>
        <p:blipFill>
          <a:blip r:embed="rId2"/>
          <a:stretch>
            <a:fillRect/>
          </a:stretch>
        </p:blipFill>
        <p:spPr>
          <a:xfrm>
            <a:off x="278997" y="3891666"/>
            <a:ext cx="1600199" cy="2127938"/>
          </a:xfrm>
          <a:prstGeom prst="rect">
            <a:avLst/>
          </a:prstGeom>
        </p:spPr>
      </p:pic>
      <p:pic>
        <p:nvPicPr>
          <p:cNvPr id="7" name="Picture 6"/>
          <p:cNvPicPr>
            <a:picLocks noChangeAspect="1"/>
          </p:cNvPicPr>
          <p:nvPr/>
        </p:nvPicPr>
        <p:blipFill>
          <a:blip r:embed="rId3"/>
          <a:stretch>
            <a:fillRect/>
          </a:stretch>
        </p:blipFill>
        <p:spPr>
          <a:xfrm>
            <a:off x="2057400" y="3891666"/>
            <a:ext cx="1582042" cy="2127938"/>
          </a:xfrm>
          <a:prstGeom prst="rect">
            <a:avLst/>
          </a:prstGeom>
        </p:spPr>
      </p:pic>
      <p:pic>
        <p:nvPicPr>
          <p:cNvPr id="8" name="Picture 7"/>
          <p:cNvPicPr>
            <a:picLocks noChangeAspect="1"/>
          </p:cNvPicPr>
          <p:nvPr/>
        </p:nvPicPr>
        <p:blipFill>
          <a:blip r:embed="rId4"/>
          <a:stretch>
            <a:fillRect/>
          </a:stretch>
        </p:blipFill>
        <p:spPr>
          <a:xfrm>
            <a:off x="4064354" y="3891666"/>
            <a:ext cx="1590721" cy="212793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Resources</a:t>
            </a:r>
            <a:endParaRPr lang="en-US" dirty="0"/>
          </a:p>
        </p:txBody>
      </p:sp>
      <p:sp>
        <p:nvSpPr>
          <p:cNvPr id="3" name="Content Placeholder 2"/>
          <p:cNvSpPr>
            <a:spLocks noGrp="1"/>
          </p:cNvSpPr>
          <p:nvPr>
            <p:ph sz="quarter" idx="1"/>
          </p:nvPr>
        </p:nvSpPr>
        <p:spPr/>
        <p:txBody>
          <a:bodyPr/>
          <a:lstStyle/>
          <a:p>
            <a:r>
              <a:rPr lang="en-US" dirty="0">
                <a:hlinkClick r:id="rId1"/>
              </a:rPr>
              <a:t>https://www.youtube.com/watch?v=dt1bQsZ68iw</a:t>
            </a:r>
            <a:endParaRPr lang="en-US" dirty="0"/>
          </a:p>
          <a:p>
            <a:r>
              <a:rPr lang="en-US" dirty="0">
                <a:hlinkClick r:id="rId2"/>
              </a:rPr>
              <a:t>https://www.youtube.com/watch?v=B7M0fVXdovM</a:t>
            </a:r>
            <a:endParaRPr lang="en-US" dirty="0"/>
          </a:p>
          <a:p>
            <a:r>
              <a:rPr lang="en-US" dirty="0">
                <a:hlinkClick r:id="rId3"/>
              </a:rPr>
              <a:t>https://www.youtube.com/watch?v=EHCX1rt02Co</a:t>
            </a:r>
            <a:endParaRPr lang="en-US" dirty="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anchor="ctr">
            <a:normAutofit fontScale="90000"/>
          </a:bodyPr>
          <a:lstStyle/>
          <a:p>
            <a:r>
              <a:rPr lang="en-US" dirty="0">
                <a:ea typeface="+mj-lt"/>
                <a:cs typeface="+mj-lt"/>
              </a:rPr>
              <a:t>Eight Golden Rules of Interface Design</a:t>
            </a:r>
            <a:endParaRPr lang="en-US" dirty="0"/>
          </a:p>
        </p:txBody>
      </p:sp>
      <p:sp>
        <p:nvSpPr>
          <p:cNvPr id="3" name="Content Placeholder 2"/>
          <p:cNvSpPr>
            <a:spLocks noGrp="1"/>
          </p:cNvSpPr>
          <p:nvPr>
            <p:ph sz="quarter" idx="1"/>
          </p:nvPr>
        </p:nvSpPr>
        <p:spPr/>
        <p:txBody>
          <a:bodyPr vert="horz" lIns="91440" tIns="45720" rIns="91440" bIns="45720" anchor="t">
            <a:normAutofit/>
          </a:bodyPr>
          <a:lstStyle/>
          <a:p>
            <a:pPr marL="0" indent="-342900">
              <a:buChar char="•"/>
            </a:pPr>
            <a:r>
              <a:rPr lang="en-US" sz="2400" dirty="0">
                <a:cs typeface="Arial" panose="020B0604020202020204"/>
              </a:rPr>
              <a:t>1 Strive for consistency.</a:t>
            </a:r>
            <a:br>
              <a:rPr lang="en-US" sz="2400" dirty="0">
                <a:cs typeface="Arial" panose="020B0604020202020204"/>
              </a:rPr>
            </a:br>
            <a:r>
              <a:rPr lang="en-US" sz="2400" dirty="0">
                <a:cs typeface="Arial" panose="020B0604020202020204"/>
              </a:rPr>
              <a:t>Consistent sequences of actions should be required in similar situations; identical terminology should be used in prompts, menus, and help screens; and consistent colors should be used throughout</a:t>
            </a:r>
            <a:endParaRPr lang="en-US" sz="3200" dirty="0">
              <a:cs typeface="Arial" panose="020B0604020202020204"/>
            </a:endParaRPr>
          </a:p>
          <a:p>
            <a:pPr marL="0" indent="-342900">
              <a:buChar char="•"/>
            </a:pPr>
            <a:endParaRPr lang="en-US" sz="2400" dirty="0">
              <a:cs typeface="Arial" panose="020B0604020202020204"/>
            </a:endParaRPr>
          </a:p>
          <a:p>
            <a:pPr marL="0" indent="-457200">
              <a:buChar char="•"/>
            </a:pPr>
            <a:r>
              <a:rPr lang="en-US" sz="2400" dirty="0">
                <a:cs typeface="Arial" panose="020B0604020202020204"/>
              </a:rPr>
              <a:t>2 Enable frequent users to use shortcuts.</a:t>
            </a:r>
            <a:br>
              <a:rPr lang="en-US" sz="2400" dirty="0">
                <a:cs typeface="Arial" panose="020B0604020202020204"/>
              </a:rPr>
            </a:br>
            <a:r>
              <a:rPr lang="en-US" sz="2400" dirty="0">
                <a:cs typeface="Arial" panose="020B0604020202020204"/>
              </a:rPr>
              <a:t>As the frequency of use increases, so do the user's desires to reduce the number of interactions and to increase the pace of interaction. Abbreviations, function keys, shortcuts are very helpful to an expert user.</a:t>
            </a:r>
            <a:endParaRPr lang="en-US" sz="2400" dirty="0">
              <a:cs typeface="Arial" panose="020B0604020202020204"/>
            </a:endParaRPr>
          </a:p>
          <a:p>
            <a:endParaRPr lang="en-US" b="1" dirty="0">
              <a:ea typeface="+mn-lt"/>
              <a:cs typeface="+mn-lt"/>
            </a:endParaRP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anchor="ctr">
            <a:normAutofit fontScale="90000"/>
          </a:bodyPr>
          <a:lstStyle/>
          <a:p>
            <a:r>
              <a:rPr lang="en-US">
                <a:ea typeface="+mj-lt"/>
                <a:cs typeface="+mj-lt"/>
              </a:rPr>
              <a:t>Eight Golden Rules of Interface Design</a:t>
            </a:r>
            <a:endParaRPr lang="en-US"/>
          </a:p>
        </p:txBody>
      </p:sp>
      <p:sp>
        <p:nvSpPr>
          <p:cNvPr id="3" name="Content Placeholder 2"/>
          <p:cNvSpPr>
            <a:spLocks noGrp="1"/>
          </p:cNvSpPr>
          <p:nvPr>
            <p:ph sz="quarter" idx="1"/>
          </p:nvPr>
        </p:nvSpPr>
        <p:spPr/>
        <p:txBody>
          <a:bodyPr vert="horz" lIns="91440" tIns="45720" rIns="91440" bIns="45720" anchor="t">
            <a:normAutofit/>
          </a:bodyPr>
          <a:lstStyle/>
          <a:p>
            <a:pPr marL="0" indent="0">
              <a:buNone/>
            </a:pPr>
            <a:endParaRPr lang="en-US" dirty="0">
              <a:ea typeface="+mn-lt"/>
              <a:cs typeface="+mn-lt"/>
            </a:endParaRPr>
          </a:p>
          <a:p>
            <a:endParaRPr lang="en-US" dirty="0"/>
          </a:p>
        </p:txBody>
      </p:sp>
      <p:sp>
        <p:nvSpPr>
          <p:cNvPr id="4" name="TextBox 3"/>
          <p:cNvSpPr txBox="1"/>
          <p:nvPr/>
        </p:nvSpPr>
        <p:spPr>
          <a:xfrm>
            <a:off x="713117" y="1877684"/>
            <a:ext cx="7832784"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buChar char="•"/>
            </a:pPr>
            <a:r>
              <a:rPr lang="en-US" sz="2000" dirty="0">
                <a:cs typeface="Arial" panose="020B0604020202020204"/>
              </a:rPr>
              <a:t>3 Offer informative feedback.​</a:t>
            </a:r>
            <a:br>
              <a:rPr lang="en-US" sz="2000" dirty="0">
                <a:cs typeface="Arial" panose="020B0604020202020204"/>
              </a:rPr>
            </a:br>
            <a:r>
              <a:rPr lang="en-US" sz="2000" dirty="0">
                <a:cs typeface="Arial" panose="020B0604020202020204"/>
              </a:rPr>
              <a:t>For every operator action, there should be some system feedback. </a:t>
            </a:r>
            <a:endParaRPr lang="en-US" sz="2000" dirty="0">
              <a:cs typeface="Arial" panose="020B0604020202020204"/>
            </a:endParaRPr>
          </a:p>
          <a:p>
            <a:endParaRPr lang="en-US" sz="2000" dirty="0">
              <a:cs typeface="Arial" panose="020B0604020202020204"/>
            </a:endParaRPr>
          </a:p>
          <a:p>
            <a:endParaRPr lang="en-US" sz="2000" dirty="0">
              <a:cs typeface="Arial" panose="020B0604020202020204"/>
            </a:endParaRPr>
          </a:p>
          <a:p>
            <a:endParaRPr lang="en-US" sz="2000" dirty="0">
              <a:cs typeface="Arial" panose="020B0604020202020204"/>
            </a:endParaRPr>
          </a:p>
          <a:p>
            <a:endParaRPr lang="en-US" sz="2000" dirty="0">
              <a:cs typeface="Arial" panose="020B0604020202020204"/>
            </a:endParaRPr>
          </a:p>
          <a:p>
            <a:pPr>
              <a:buChar char="•"/>
            </a:pPr>
            <a:r>
              <a:rPr lang="en-US" sz="2000" dirty="0">
                <a:cs typeface="Arial" panose="020B0604020202020204"/>
              </a:rPr>
              <a:t>4 Design dialog to yield closure.​</a:t>
            </a:r>
            <a:br>
              <a:rPr lang="en-US" sz="2000" dirty="0">
                <a:cs typeface="Arial" panose="020B0604020202020204"/>
              </a:rPr>
            </a:br>
            <a:r>
              <a:rPr lang="en-US" sz="2000" dirty="0">
                <a:cs typeface="Arial" panose="020B0604020202020204"/>
              </a:rPr>
              <a:t>Sequences of actions should be organized into groups with a beginning, middle, and end. </a:t>
            </a:r>
            <a:endParaRPr lang="en-US" sz="2000" dirty="0">
              <a:cs typeface="Arial" panose="020B0604020202020204"/>
            </a:endParaRPr>
          </a:p>
        </p:txBody>
      </p:sp>
      <mc:AlternateContent xmlns:mc="http://schemas.openxmlformats.org/markup-compatibility/2006" xmlns:p14="http://schemas.microsoft.com/office/powerpoint/2010/main">
        <mc:Choice Requires="p14">
          <p:contentPart r:id="rId1" p14:bwMode="auto">
            <p14:nvContentPartPr>
              <p14:cNvPr id="5" name="Ink 4"/>
              <p14:cNvContentPartPr/>
              <p14:nvPr/>
            </p14:nvContentPartPr>
            <p14:xfrm>
              <a:off x="294840" y="3830760"/>
              <a:ext cx="7599600" cy="3018600"/>
            </p14:xfrm>
          </p:contentPart>
        </mc:Choice>
        <mc:Fallback xmlns="">
          <p:pic>
            <p:nvPicPr>
              <p:cNvPr id="5" name="Ink 4"/>
            </p:nvPicPr>
            <p:blipFill>
              <a:blip r:embed="rId2"/>
            </p:blipFill>
            <p:spPr>
              <a:xfrm>
                <a:off x="294840" y="3830760"/>
                <a:ext cx="7599600" cy="3018600"/>
              </a:xfrm>
              <a:prstGeom prst="rect"/>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anchor="ctr">
            <a:normAutofit fontScale="90000"/>
          </a:bodyPr>
          <a:lstStyle/>
          <a:p>
            <a:r>
              <a:rPr lang="en-US">
                <a:ea typeface="+mj-lt"/>
                <a:cs typeface="+mj-lt"/>
              </a:rPr>
              <a:t>Eight Golden Rules of Interface Design</a:t>
            </a:r>
            <a:endParaRPr lang="en-US"/>
          </a:p>
        </p:txBody>
      </p:sp>
      <p:sp>
        <p:nvSpPr>
          <p:cNvPr id="3" name="Content Placeholder 2"/>
          <p:cNvSpPr>
            <a:spLocks noGrp="1"/>
          </p:cNvSpPr>
          <p:nvPr>
            <p:ph sz="quarter" idx="1"/>
          </p:nvPr>
        </p:nvSpPr>
        <p:spPr/>
        <p:txBody>
          <a:bodyPr vert="horz" lIns="91440" tIns="45720" rIns="91440" bIns="45720" anchor="t">
            <a:normAutofit fontScale="92500" lnSpcReduction="20000"/>
          </a:bodyPr>
          <a:lstStyle/>
          <a:p>
            <a:endParaRPr lang="en-US" dirty="0">
              <a:ea typeface="+mn-lt"/>
              <a:cs typeface="+mn-lt"/>
            </a:endParaRPr>
          </a:p>
          <a:p>
            <a:r>
              <a:rPr lang="en-US" dirty="0">
                <a:ea typeface="+mn-lt"/>
                <a:cs typeface="+mn-lt"/>
              </a:rPr>
              <a:t>5 Offer simple error handling.</a:t>
            </a:r>
            <a:br>
              <a:rPr lang="en-US" dirty="0">
                <a:ea typeface="+mn-lt"/>
                <a:cs typeface="+mn-lt"/>
              </a:rPr>
            </a:br>
            <a:r>
              <a:rPr lang="en-US" dirty="0">
                <a:ea typeface="+mn-lt"/>
                <a:cs typeface="+mn-lt"/>
              </a:rPr>
              <a:t>As much as possible, design the system so the user cannot make a serious error. If an error is made, the system should be able to detect the error and offer simple, comprehensible mechanisms for handling the error.</a:t>
            </a:r>
            <a:endParaRPr lang="en-US" dirty="0">
              <a:ea typeface="+mn-lt"/>
              <a:cs typeface="+mn-lt"/>
            </a:endParaRPr>
          </a:p>
          <a:p>
            <a:endParaRPr lang="en-US" dirty="0">
              <a:ea typeface="+mn-lt"/>
              <a:cs typeface="+mn-lt"/>
            </a:endParaRPr>
          </a:p>
          <a:p>
            <a:r>
              <a:rPr lang="en-US" dirty="0">
                <a:ea typeface="+mn-lt"/>
                <a:cs typeface="+mn-lt"/>
              </a:rPr>
              <a:t>6 Permit easy reversal of actions.</a:t>
            </a:r>
            <a:br>
              <a:rPr lang="en-US" dirty="0">
                <a:ea typeface="+mn-lt"/>
                <a:cs typeface="+mn-lt"/>
              </a:rPr>
            </a:br>
            <a:r>
              <a:rPr lang="en-US" dirty="0">
                <a:ea typeface="+mn-lt"/>
                <a:cs typeface="+mn-lt"/>
              </a:rPr>
              <a:t>This feature relieves anxiety, since the user knows that errors can be undone; it thus encourages exploration of unfamiliar options. </a:t>
            </a:r>
            <a:endParaRPr lang="en-US" b="1" dirty="0">
              <a:ea typeface="+mn-lt"/>
              <a:cs typeface="+mn-lt"/>
            </a:endParaRP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vert="horz" lIns="91440" tIns="45720" rIns="91440" bIns="45720" anchor="t">
            <a:normAutofit fontScale="85000" lnSpcReduction="20000"/>
          </a:bodyPr>
          <a:lstStyle/>
          <a:p>
            <a:r>
              <a:rPr lang="en-US" dirty="0">
                <a:latin typeface="TW Cen MT"/>
              </a:rPr>
              <a:t>7 Support internal locus of control.</a:t>
            </a:r>
            <a:br>
              <a:rPr lang="en-US" dirty="0">
                <a:latin typeface="TW Cen MT"/>
              </a:rPr>
            </a:br>
            <a:r>
              <a:rPr lang="en-US" dirty="0">
                <a:latin typeface="TW Cen MT"/>
              </a:rPr>
              <a:t>Experienced operators strongly desire the sense that they are in charge of the system and that the system responds to their actions. Design the system to make users the initiators of actions rather than the responders.</a:t>
            </a:r>
            <a:endParaRPr lang="en-US" dirty="0">
              <a:latin typeface="TW Cen MT"/>
            </a:endParaRPr>
          </a:p>
          <a:p>
            <a:pPr lvl="1"/>
            <a:r>
              <a:rPr lang="en-US" b="0" i="0" dirty="0">
                <a:solidFill>
                  <a:srgbClr val="0A0A0A"/>
                </a:solidFill>
                <a:effectLst/>
                <a:latin typeface="Droid Sans"/>
              </a:rPr>
              <a:t>Navigation &amp; task activation should always be clear and well-marked.</a:t>
            </a:r>
            <a:endParaRPr lang="en-US" b="0" i="0" dirty="0">
              <a:solidFill>
                <a:srgbClr val="0A0A0A"/>
              </a:solidFill>
              <a:effectLst/>
              <a:latin typeface="Droid Sans"/>
            </a:endParaRPr>
          </a:p>
          <a:p>
            <a:pPr lvl="1"/>
            <a:r>
              <a:rPr lang="en-US" b="0" i="0" dirty="0">
                <a:solidFill>
                  <a:srgbClr val="0A0A0A"/>
                </a:solidFill>
                <a:effectLst/>
                <a:latin typeface="Droid Sans"/>
              </a:rPr>
              <a:t>Things as simple as adding an extra keystroke or button press can make a great difference when looking at tasks that are life critical.</a:t>
            </a:r>
            <a:endParaRPr lang="en-US" b="0" i="0" dirty="0">
              <a:solidFill>
                <a:srgbClr val="0A0A0A"/>
              </a:solidFill>
              <a:effectLst/>
              <a:latin typeface="Droid Sans"/>
            </a:endParaRPr>
          </a:p>
          <a:p>
            <a:pPr lvl="1"/>
            <a:endParaRPr lang="en-US" dirty="0">
              <a:latin typeface="TW Cen MT"/>
            </a:endParaRPr>
          </a:p>
          <a:p>
            <a:r>
              <a:rPr lang="en-US" dirty="0">
                <a:latin typeface="TW Cen MT"/>
              </a:rPr>
              <a:t>8 Reduce short-term memory load.</a:t>
            </a:r>
            <a:br>
              <a:rPr lang="en-US" dirty="0">
                <a:latin typeface="TW Cen MT"/>
              </a:rPr>
            </a:br>
            <a:r>
              <a:rPr lang="en-US" dirty="0">
                <a:latin typeface="TW Cen MT"/>
              </a:rPr>
              <a:t>The limitation of human information processing in short-term memory requires that displays be kept simple and helpful. </a:t>
            </a:r>
            <a:endParaRPr lang="en-US" dirty="0"/>
          </a:p>
        </p:txBody>
      </p:sp>
      <mc:AlternateContent xmlns:mc="http://schemas.openxmlformats.org/markup-compatibility/2006" xmlns:p14="http://schemas.microsoft.com/office/powerpoint/2010/main">
        <mc:Choice Requires="p14">
          <p:contentPart r:id="rId1" p14:bwMode="auto">
            <p14:nvContentPartPr>
              <p14:cNvPr id="4" name="Ink 3"/>
              <p14:cNvContentPartPr/>
              <p14:nvPr/>
            </p14:nvContentPartPr>
            <p14:xfrm>
              <a:off x="1196640" y="1419840"/>
              <a:ext cx="6358320" cy="3858120"/>
            </p14:xfrm>
          </p:contentPart>
        </mc:Choice>
        <mc:Fallback xmlns="">
          <p:pic>
            <p:nvPicPr>
              <p:cNvPr id="4" name="Ink 3"/>
            </p:nvPicPr>
            <p:blipFill>
              <a:blip r:embed="rId2"/>
            </p:blipFill>
            <p:spPr>
              <a:xfrm>
                <a:off x="1196640" y="1419840"/>
                <a:ext cx="6358320" cy="3858120"/>
              </a:xfrm>
              <a:prstGeom prst="rect"/>
            </p:spPr>
          </p:pic>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 of feedback &amp; communication</a:t>
            </a:r>
            <a:endParaRPr lang="en-US" dirty="0"/>
          </a:p>
        </p:txBody>
      </p:sp>
      <p:pic>
        <p:nvPicPr>
          <p:cNvPr id="5" name="Content Placeholder 4"/>
          <p:cNvPicPr>
            <a:picLocks noGrp="1" noChangeAspect="1"/>
          </p:cNvPicPr>
          <p:nvPr>
            <p:ph sz="quarter" idx="1"/>
          </p:nvPr>
        </p:nvPicPr>
        <p:blipFill>
          <a:blip r:embed="rId1"/>
          <a:stretch>
            <a:fillRect/>
          </a:stretch>
        </p:blipFill>
        <p:spPr>
          <a:xfrm>
            <a:off x="2876495" y="1524000"/>
            <a:ext cx="6267505" cy="3124199"/>
          </a:xfrm>
        </p:spPr>
      </p:pic>
      <p:pic>
        <p:nvPicPr>
          <p:cNvPr id="1026" name="Picture 2" descr=" A green submit button with rounded corners"/>
          <p:cNvPicPr>
            <a:picLocks noChangeAspect="1" noChangeArrowheads="1" noCrop="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445454"/>
            <a:ext cx="2971800" cy="222885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r:id="rId3" p14:bwMode="auto">
            <p14:nvContentPartPr>
              <p14:cNvPr id="3" name="Ink 2"/>
              <p14:cNvContentPartPr/>
              <p14:nvPr/>
            </p14:nvContentPartPr>
            <p14:xfrm>
              <a:off x="741240" y="2071800"/>
              <a:ext cx="7563960" cy="1714680"/>
            </p14:xfrm>
          </p:contentPart>
        </mc:Choice>
        <mc:Fallback xmlns="">
          <p:pic>
            <p:nvPicPr>
              <p:cNvPr id="3" name="Ink 2"/>
            </p:nvPicPr>
            <p:blipFill>
              <a:blip r:embed="rId4"/>
            </p:blipFill>
            <p:spPr>
              <a:xfrm>
                <a:off x="741240" y="2071800"/>
                <a:ext cx="7563960" cy="1714680"/>
              </a:xfrm>
              <a:prstGeom prst="rect"/>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descr="A screenshot of a create a password page"/>
          <p:cNvPicPr>
            <a:picLocks noGrp="1" noChangeAspect="1" noChangeArrowheads="1" noCrop="1"/>
          </p:cNvPicPr>
          <p:nvPr>
            <p:ph sz="quarter" idx="1"/>
          </p:nvPr>
        </p:nvPicPr>
        <p:blipFill>
          <a:blip r:embed="rId1">
            <a:extLst>
              <a:ext uri="{28A0092B-C50C-407E-A947-70E740481C1C}">
                <a14:useLocalDpi xmlns:a14="http://schemas.microsoft.com/office/drawing/2010/main" val="0"/>
              </a:ext>
            </a:extLst>
          </a:blip>
          <a:srcRect/>
          <a:stretch>
            <a:fillRect/>
          </a:stretch>
        </p:blipFill>
        <p:spPr bwMode="auto">
          <a:xfrm>
            <a:off x="1692275" y="1600200"/>
            <a:ext cx="5994400" cy="44958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r:id="rId2" p14:bwMode="auto">
            <p14:nvContentPartPr>
              <p14:cNvPr id="3" name="Ink 2"/>
              <p14:cNvContentPartPr/>
              <p14:nvPr/>
            </p14:nvContentPartPr>
            <p14:xfrm>
              <a:off x="3071880" y="3821760"/>
              <a:ext cx="1947240" cy="1098720"/>
            </p14:xfrm>
          </p:contentPart>
        </mc:Choice>
        <mc:Fallback xmlns="">
          <p:pic>
            <p:nvPicPr>
              <p:cNvPr id="3" name="Ink 2"/>
            </p:nvPicPr>
            <p:blipFill>
              <a:blip r:embed="rId3"/>
            </p:blipFill>
            <p:spPr>
              <a:xfrm>
                <a:off x="3071880" y="3821760"/>
                <a:ext cx="1947240" cy="1098720"/>
              </a:xfrm>
              <a:prstGeom prst="rect"/>
            </p:spPr>
          </p:pic>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Easy use of reversal</a:t>
            </a:r>
            <a:endParaRPr lang="en-US" dirty="0"/>
          </a:p>
        </p:txBody>
      </p:sp>
      <p:sp>
        <p:nvSpPr>
          <p:cNvPr id="3" name="Content Placeholder 2"/>
          <p:cNvSpPr>
            <a:spLocks noGrp="1"/>
          </p:cNvSpPr>
          <p:nvPr>
            <p:ph sz="quarter" idx="1"/>
          </p:nvPr>
        </p:nvSpPr>
        <p:spPr/>
        <p:txBody>
          <a:bodyPr/>
          <a:lstStyle/>
          <a:p>
            <a:endParaRPr lang="en-US"/>
          </a:p>
        </p:txBody>
      </p:sp>
      <p:pic>
        <p:nvPicPr>
          <p:cNvPr id="5" name="Picture 4"/>
          <p:cNvPicPr>
            <a:picLocks noChangeAspect="1"/>
          </p:cNvPicPr>
          <p:nvPr/>
        </p:nvPicPr>
        <p:blipFill>
          <a:blip r:embed="rId1"/>
          <a:stretch>
            <a:fillRect/>
          </a:stretch>
        </p:blipFill>
        <p:spPr>
          <a:xfrm>
            <a:off x="809625" y="1585912"/>
            <a:ext cx="7524750" cy="3686175"/>
          </a:xfrm>
          <a:prstGeom prst="rect">
            <a:avLst/>
          </a:prstGeom>
        </p:spPr>
      </p:pic>
      <mc:AlternateContent xmlns:mc="http://schemas.openxmlformats.org/markup-compatibility/2006" xmlns:p14="http://schemas.microsoft.com/office/powerpoint/2010/main">
        <mc:Choice Requires="p14">
          <p:contentPart r:id="rId2" p14:bwMode="auto">
            <p14:nvContentPartPr>
              <p14:cNvPr id="4" name="Ink 3"/>
              <p14:cNvContentPartPr/>
              <p14:nvPr/>
            </p14:nvContentPartPr>
            <p14:xfrm>
              <a:off x="6375960" y="4143240"/>
              <a:ext cx="1973880" cy="732600"/>
            </p14:xfrm>
          </p:contentPart>
        </mc:Choice>
        <mc:Fallback xmlns="">
          <p:pic>
            <p:nvPicPr>
              <p:cNvPr id="4" name="Ink 3"/>
            </p:nvPicPr>
            <p:blipFill>
              <a:blip r:embed="rId3"/>
            </p:blipFill>
            <p:spPr>
              <a:xfrm>
                <a:off x="6375960" y="4143240"/>
                <a:ext cx="1973880" cy="732600"/>
              </a:xfrm>
              <a:prstGeom prst="rect"/>
            </p:spPr>
          </p:pic>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internal locus of control</a:t>
            </a:r>
            <a:endParaRPr lang="en-US" dirty="0"/>
          </a:p>
        </p:txBody>
      </p:sp>
      <p:pic>
        <p:nvPicPr>
          <p:cNvPr id="5" name="Content Placeholder 4"/>
          <p:cNvPicPr>
            <a:picLocks noGrp="1" noChangeAspect="1"/>
          </p:cNvPicPr>
          <p:nvPr>
            <p:ph sz="quarter" idx="1"/>
          </p:nvPr>
        </p:nvPicPr>
        <p:blipFill>
          <a:blip r:embed="rId1"/>
          <a:stretch>
            <a:fillRect/>
          </a:stretch>
        </p:blipFill>
        <p:spPr>
          <a:xfrm>
            <a:off x="1470025" y="1498757"/>
            <a:ext cx="6203950" cy="5130643"/>
          </a:xfrm>
        </p:spPr>
      </p:pic>
      <mc:AlternateContent xmlns:mc="http://schemas.openxmlformats.org/markup-compatibility/2006" xmlns:p14="http://schemas.microsoft.com/office/powerpoint/2010/main">
        <mc:Choice Requires="p14">
          <p:contentPart r:id="rId2" p14:bwMode="auto">
            <p14:nvContentPartPr>
              <p14:cNvPr id="3" name="Ink 2"/>
              <p14:cNvContentPartPr/>
              <p14:nvPr/>
            </p14:nvContentPartPr>
            <p14:xfrm>
              <a:off x="2196720" y="2143080"/>
              <a:ext cx="5135040" cy="4367160"/>
            </p14:xfrm>
          </p:contentPart>
        </mc:Choice>
        <mc:Fallback xmlns="">
          <p:pic>
            <p:nvPicPr>
              <p:cNvPr id="3" name="Ink 2"/>
            </p:nvPicPr>
            <p:blipFill>
              <a:blip r:embed="rId3"/>
            </p:blipFill>
            <p:spPr>
              <a:xfrm>
                <a:off x="2196720" y="2143080"/>
                <a:ext cx="5135040" cy="4367160"/>
              </a:xfrm>
              <a:prstGeom prst="rect"/>
            </p:spPr>
          </p:pic>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Tips</a:t>
            </a:r>
            <a:endParaRPr lang="en-US" dirty="0"/>
          </a:p>
        </p:txBody>
      </p:sp>
      <p:sp>
        <p:nvSpPr>
          <p:cNvPr id="3" name="Content Placeholder 2"/>
          <p:cNvSpPr>
            <a:spLocks noGrp="1"/>
          </p:cNvSpPr>
          <p:nvPr>
            <p:ph sz="quarter" idx="1"/>
          </p:nvPr>
        </p:nvSpPr>
        <p:spPr/>
        <p:txBody>
          <a:bodyPr>
            <a:normAutofit lnSpcReduction="10000"/>
          </a:bodyPr>
          <a:lstStyle/>
          <a:p>
            <a:r>
              <a:rPr lang="en-US" sz="2600" b="1" i="0" dirty="0">
                <a:solidFill>
                  <a:srgbClr val="333333"/>
                </a:solidFill>
                <a:effectLst/>
                <a:latin typeface="Helvetica" panose="020B0604020202020204" pitchFamily="34" charset="0"/>
              </a:rPr>
              <a:t>Keep the interface simple. </a:t>
            </a:r>
            <a:r>
              <a:rPr lang="en-US" sz="2400" b="0" i="0" dirty="0">
                <a:solidFill>
                  <a:srgbClr val="333333"/>
                </a:solidFill>
                <a:effectLst/>
                <a:latin typeface="Helvetica" panose="020B0604020202020204" pitchFamily="34" charset="0"/>
              </a:rPr>
              <a:t>The best interfaces are almost invisible to the user. They avoid unnecessary elements and are clear in the language they use on labels and in messaging</a:t>
            </a:r>
            <a:endParaRPr lang="en-US" sz="2400" b="0" i="0" dirty="0">
              <a:solidFill>
                <a:srgbClr val="333333"/>
              </a:solidFill>
              <a:effectLst/>
              <a:latin typeface="Helvetica" panose="020B0604020202020204" pitchFamily="34" charset="0"/>
            </a:endParaRPr>
          </a:p>
          <a:p>
            <a:r>
              <a:rPr lang="en-US" sz="2600" b="1" i="0" dirty="0">
                <a:solidFill>
                  <a:srgbClr val="333333"/>
                </a:solidFill>
                <a:effectLst/>
                <a:latin typeface="Helvetica" panose="020B0604020202020204" pitchFamily="34" charset="0"/>
              </a:rPr>
              <a:t>Strategically use color and texture.</a:t>
            </a:r>
            <a:r>
              <a:rPr lang="en-US" sz="2400" b="0" i="0" dirty="0">
                <a:solidFill>
                  <a:srgbClr val="333333"/>
                </a:solidFill>
                <a:effectLst/>
                <a:latin typeface="Helvetica" panose="020B0604020202020204" pitchFamily="34" charset="0"/>
              </a:rPr>
              <a:t> You can direct attention toward or redirect attention away from items using color, light, contrast, and texture to your advantage</a:t>
            </a:r>
            <a:endParaRPr lang="en-US" sz="2400" b="0" i="0" dirty="0">
              <a:solidFill>
                <a:srgbClr val="333333"/>
              </a:solidFill>
              <a:effectLst/>
              <a:latin typeface="Helvetica" panose="020B0604020202020204" pitchFamily="34" charset="0"/>
            </a:endParaRPr>
          </a:p>
          <a:p>
            <a:r>
              <a:rPr lang="en-US" sz="2600" dirty="0">
                <a:solidFill>
                  <a:srgbClr val="333333"/>
                </a:solidFill>
                <a:latin typeface="Helvetica" panose="020B0604020202020204" pitchFamily="34" charset="0"/>
              </a:rPr>
              <a:t>Add default values to help lessen user burden</a:t>
            </a:r>
            <a:endParaRPr lang="en-US" sz="2600" dirty="0">
              <a:solidFill>
                <a:srgbClr val="333333"/>
              </a:solidFill>
              <a:latin typeface="Helvetica" panose="020B0604020202020204" pitchFamily="34" charset="0"/>
            </a:endParaRPr>
          </a:p>
          <a:p>
            <a:r>
              <a:rPr lang="en-US" sz="2600" dirty="0">
                <a:solidFill>
                  <a:srgbClr val="333333"/>
                </a:solidFill>
                <a:latin typeface="Helvetica" panose="020B0604020202020204" pitchFamily="34" charset="0"/>
              </a:rPr>
              <a:t>Carefully choose font style and size so that it is readable. </a:t>
            </a:r>
            <a:endParaRPr lang="en-US" sz="2600" dirty="0">
              <a:solidFill>
                <a:srgbClr val="333333"/>
              </a:solidFill>
              <a:latin typeface="Helvetica" panose="020B0604020202020204" pitchFamily="34" charset="0"/>
            </a:endParaRPr>
          </a:p>
          <a:p>
            <a:endParaRPr lang="en-US" dirty="0"/>
          </a:p>
        </p:txBody>
      </p:sp>
      <mc:AlternateContent xmlns:mc="http://schemas.openxmlformats.org/markup-compatibility/2006" xmlns:p14="http://schemas.microsoft.com/office/powerpoint/2010/main">
        <mc:Choice Requires="p14">
          <p:contentPart r:id="rId1" p14:bwMode="auto">
            <p14:nvContentPartPr>
              <p14:cNvPr id="4" name="Ink 3"/>
              <p14:cNvContentPartPr/>
              <p14:nvPr/>
            </p14:nvContentPartPr>
            <p14:xfrm>
              <a:off x="3920400" y="3375360"/>
              <a:ext cx="2250360" cy="36000"/>
            </p14:xfrm>
          </p:contentPart>
        </mc:Choice>
        <mc:Fallback xmlns="">
          <p:pic>
            <p:nvPicPr>
              <p:cNvPr id="4" name="Ink 3"/>
            </p:nvPicPr>
            <p:blipFill>
              <a:blip r:embed="rId2"/>
            </p:blipFill>
            <p:spPr>
              <a:xfrm>
                <a:off x="3920400" y="3375360"/>
                <a:ext cx="2250360" cy="36000"/>
              </a:xfrm>
              <a:prstGeom prst="rect"/>
            </p:spPr>
          </p:pic>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Some useful resources to choose color</a:t>
            </a:r>
            <a:endParaRPr lang="en-US" dirty="0"/>
          </a:p>
        </p:txBody>
      </p:sp>
      <p:sp>
        <p:nvSpPr>
          <p:cNvPr id="3" name="Content Placeholder 2"/>
          <p:cNvSpPr>
            <a:spLocks noGrp="1"/>
          </p:cNvSpPr>
          <p:nvPr>
            <p:ph sz="quarter" idx="1"/>
          </p:nvPr>
        </p:nvSpPr>
        <p:spPr/>
        <p:txBody>
          <a:bodyPr/>
          <a:lstStyle/>
          <a:p>
            <a:r>
              <a:rPr lang="en-US" dirty="0">
                <a:hlinkClick r:id="rId1"/>
              </a:rPr>
              <a:t>https://www.smashingmagazine.com/2010/02/color-theory-for-designer-part-3-creating-your-own-color-palettes/</a:t>
            </a:r>
            <a:endParaRPr lang="en-US" dirty="0"/>
          </a:p>
          <a:p>
            <a:endParaRPr lang="en-US" dirty="0"/>
          </a:p>
          <a:p>
            <a:r>
              <a:rPr lang="en-US" dirty="0"/>
              <a:t>https://www.smashingmagazine.com/2016/04/web-developer-guide-color/</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endParaRPr lang="en-US"/>
          </a:p>
        </p:txBody>
      </p:sp>
      <p:pic>
        <p:nvPicPr>
          <p:cNvPr id="5" name="Content Placeholder 4"/>
          <p:cNvPicPr>
            <a:picLocks noGrp="1" noChangeAspect="1"/>
          </p:cNvPicPr>
          <p:nvPr>
            <p:ph sz="quarter" idx="1"/>
          </p:nvPr>
        </p:nvPicPr>
        <p:blipFill>
          <a:blip r:embed="rId1"/>
          <a:stretch>
            <a:fillRect/>
          </a:stretch>
        </p:blipFill>
        <p:spPr>
          <a:xfrm>
            <a:off x="4973346" y="1752600"/>
            <a:ext cx="4129496" cy="4191000"/>
          </a:xfrm>
        </p:spPr>
      </p:pic>
      <p:sp>
        <p:nvSpPr>
          <p:cNvPr id="8" name="TextBox 7"/>
          <p:cNvSpPr txBox="1"/>
          <p:nvPr/>
        </p:nvSpPr>
        <p:spPr>
          <a:xfrm>
            <a:off x="304800" y="2274838"/>
            <a:ext cx="4572000" cy="2308324"/>
          </a:xfrm>
          <a:prstGeom prst="rect">
            <a:avLst/>
          </a:prstGeom>
          <a:noFill/>
        </p:spPr>
        <p:txBody>
          <a:bodyPr wrap="square">
            <a:spAutoFit/>
          </a:bodyPr>
          <a:lstStyle/>
          <a:p>
            <a:r>
              <a:rPr lang="en-US" b="0" i="0" dirty="0">
                <a:solidFill>
                  <a:srgbClr val="575757"/>
                </a:solidFill>
                <a:effectLst/>
                <a:latin typeface="Circular"/>
              </a:rPr>
              <a:t>There’s no need to reinvent the wheel. What interfaces do your users spend the majority of their time on? Considering using popular interfaces, such as Facebook, Instagram, Google and Gmail as UI design examples to help solve similar issues on your interface. Users will appreciate the familiarity and simplicity of those </a:t>
            </a:r>
            <a:r>
              <a:rPr lang="en-US" b="0" i="0" u="none" strike="noStrike" dirty="0">
                <a:effectLst/>
                <a:latin typeface="Circular"/>
                <a:hlinkClick r:id="rId2"/>
              </a:rPr>
              <a:t>UI patterns</a:t>
            </a:r>
            <a:endParaRPr lang="en-US" dirty="0"/>
          </a:p>
        </p:txBody>
      </p:sp>
      <mc:AlternateContent xmlns:mc="http://schemas.openxmlformats.org/markup-compatibility/2006" xmlns:p14="http://schemas.microsoft.com/office/powerpoint/2010/main">
        <mc:Choice Requires="p14">
          <p:contentPart r:id="rId3" p14:bwMode="auto">
            <p14:nvContentPartPr>
              <p14:cNvPr id="2" name="Ink 1"/>
              <p14:cNvContentPartPr/>
              <p14:nvPr/>
            </p14:nvContentPartPr>
            <p14:xfrm>
              <a:off x="6804720" y="4911480"/>
              <a:ext cx="402120" cy="527040"/>
            </p14:xfrm>
          </p:contentPart>
        </mc:Choice>
        <mc:Fallback xmlns="">
          <p:pic>
            <p:nvPicPr>
              <p:cNvPr id="2" name="Ink 1"/>
            </p:nvPicPr>
            <p:blipFill>
              <a:blip r:embed="rId4"/>
            </p:blipFill>
            <p:spPr>
              <a:xfrm>
                <a:off x="6804720" y="4911480"/>
                <a:ext cx="402120" cy="527040"/>
              </a:xfrm>
              <a:prstGeom prst="rect"/>
            </p:spPr>
          </p:pic>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How to start – make lo-fi</a:t>
            </a:r>
            <a:br>
              <a:rPr lang="en-US"/>
            </a:br>
            <a:r>
              <a:rPr lang="en-US"/>
              <a:t>Technique</a:t>
            </a:r>
            <a:r>
              <a:rPr lang="en-US" dirty="0"/>
              <a:t>: Sketching</a:t>
            </a:r>
            <a:endParaRPr lang="en-US" dirty="0"/>
          </a:p>
        </p:txBody>
      </p:sp>
      <p:sp>
        <p:nvSpPr>
          <p:cNvPr id="3" name="Content Placeholder 2"/>
          <p:cNvSpPr>
            <a:spLocks noGrp="1"/>
          </p:cNvSpPr>
          <p:nvPr>
            <p:ph sz="quarter" idx="1"/>
          </p:nvPr>
        </p:nvSpPr>
        <p:spPr/>
        <p:txBody>
          <a:bodyPr>
            <a:normAutofit fontScale="62500" lnSpcReduction="20000"/>
          </a:bodyPr>
          <a:lstStyle/>
          <a:p>
            <a:pPr marL="514350" indent="-514350">
              <a:buFont typeface="+mj-lt"/>
              <a:buAutoNum type="arabicPeriod"/>
            </a:pPr>
            <a:r>
              <a:rPr lang="en-US" dirty="0"/>
              <a:t>Design a simple logo</a:t>
            </a:r>
            <a:endParaRPr lang="en-US" dirty="0"/>
          </a:p>
          <a:p>
            <a:pPr marL="514350" indent="-514350">
              <a:buFont typeface="+mj-lt"/>
              <a:buAutoNum type="arabicPeriod"/>
            </a:pPr>
            <a:r>
              <a:rPr lang="en-US" dirty="0"/>
              <a:t>Design sign up Page</a:t>
            </a:r>
            <a:endParaRPr lang="en-US" dirty="0"/>
          </a:p>
          <a:p>
            <a:pPr marL="514350" indent="-514350">
              <a:buFont typeface="+mj-lt"/>
              <a:buAutoNum type="arabicPeriod"/>
            </a:pPr>
            <a:r>
              <a:rPr lang="en-US" dirty="0"/>
              <a:t>Design Sign in Page</a:t>
            </a:r>
            <a:endParaRPr lang="en-US" dirty="0"/>
          </a:p>
          <a:p>
            <a:pPr marL="514350" indent="-514350">
              <a:buFont typeface="+mj-lt"/>
              <a:buAutoNum type="arabicPeriod"/>
            </a:pPr>
            <a:r>
              <a:rPr lang="en-US" dirty="0"/>
              <a:t>Design Main/Home page</a:t>
            </a:r>
            <a:endParaRPr lang="en-US" dirty="0"/>
          </a:p>
          <a:p>
            <a:pPr marL="514350" indent="-514350">
              <a:buFont typeface="+mj-lt"/>
              <a:buAutoNum type="arabicPeriod"/>
            </a:pPr>
            <a:r>
              <a:rPr lang="en-US" dirty="0"/>
              <a:t>Design Menu/Side pane</a:t>
            </a:r>
            <a:endParaRPr lang="en-US" dirty="0"/>
          </a:p>
          <a:p>
            <a:pPr marL="880110" lvl="1" indent="-514350">
              <a:buFont typeface="+mj-lt"/>
              <a:buAutoNum type="arabicPeriod"/>
            </a:pPr>
            <a:r>
              <a:rPr lang="en-US" dirty="0"/>
              <a:t>Add main tasks in it</a:t>
            </a:r>
            <a:endParaRPr lang="en-US" dirty="0"/>
          </a:p>
          <a:p>
            <a:pPr marL="880110" lvl="1" indent="-514350">
              <a:buFont typeface="+mj-lt"/>
              <a:buAutoNum type="arabicPeriod"/>
            </a:pPr>
            <a:r>
              <a:rPr lang="en-US" dirty="0"/>
              <a:t>Add log out button </a:t>
            </a:r>
            <a:endParaRPr lang="en-US" dirty="0"/>
          </a:p>
          <a:p>
            <a:pPr marL="880110" lvl="1" indent="-514350">
              <a:buFont typeface="+mj-lt"/>
              <a:buAutoNum type="arabicPeriod"/>
            </a:pPr>
            <a:r>
              <a:rPr lang="en-US" dirty="0"/>
              <a:t>Add help </a:t>
            </a:r>
            <a:endParaRPr lang="en-US" dirty="0"/>
          </a:p>
          <a:p>
            <a:pPr marL="880110" lvl="1" indent="-514350">
              <a:buFont typeface="+mj-lt"/>
              <a:buAutoNum type="arabicPeriod"/>
            </a:pPr>
            <a:r>
              <a:rPr lang="en-US" dirty="0"/>
              <a:t>Add feed back</a:t>
            </a:r>
            <a:endParaRPr lang="en-US" dirty="0"/>
          </a:p>
          <a:p>
            <a:pPr marL="880110" lvl="1" indent="-514350">
              <a:buFont typeface="+mj-lt"/>
              <a:buAutoNum type="arabicPeriod"/>
            </a:pPr>
            <a:r>
              <a:rPr lang="en-US" dirty="0"/>
              <a:t>Design profile page</a:t>
            </a:r>
            <a:endParaRPr lang="en-US" dirty="0"/>
          </a:p>
          <a:p>
            <a:pPr marL="514350" indent="-514350">
              <a:buFont typeface="+mj-lt"/>
              <a:buAutoNum type="arabicPeriod"/>
            </a:pPr>
            <a:r>
              <a:rPr lang="en-US" dirty="0"/>
              <a:t>Design task pages  (Divide this evenly in all group members)</a:t>
            </a:r>
            <a:endParaRPr lang="en-US" dirty="0"/>
          </a:p>
          <a:p>
            <a:pPr marL="834390" lvl="1" indent="-514350">
              <a:buFont typeface="+mj-lt"/>
              <a:buAutoNum type="arabicPeriod"/>
            </a:pPr>
            <a:r>
              <a:rPr lang="en-US" dirty="0"/>
              <a:t>Add default values (if some input is being taken)</a:t>
            </a:r>
            <a:endParaRPr lang="en-US" dirty="0"/>
          </a:p>
          <a:p>
            <a:pPr marL="834390" lvl="1" indent="-514350">
              <a:buFont typeface="+mj-lt"/>
              <a:buAutoNum type="arabicPeriod"/>
            </a:pPr>
            <a:r>
              <a:rPr lang="en-US" dirty="0"/>
              <a:t>Add navigation where necessary</a:t>
            </a:r>
            <a:endParaRPr lang="en-US" dirty="0"/>
          </a:p>
          <a:p>
            <a:pPr marL="834390" lvl="1" indent="-514350">
              <a:buFont typeface="+mj-lt"/>
              <a:buAutoNum type="arabicPeriod"/>
            </a:pPr>
            <a:r>
              <a:rPr lang="en-US" dirty="0"/>
              <a:t>Design error message screens</a:t>
            </a:r>
            <a:endParaRPr lang="en-US" dirty="0"/>
          </a:p>
          <a:p>
            <a:pPr marL="834390" lvl="1" indent="-514350">
              <a:buFont typeface="+mj-lt"/>
              <a:buAutoNum type="arabicPeriod"/>
            </a:pPr>
            <a:r>
              <a:rPr lang="en-US" dirty="0"/>
              <a:t>Design confirmation message screens</a:t>
            </a:r>
            <a:endParaRPr lang="en-US" dirty="0"/>
          </a:p>
          <a:p>
            <a:pPr marL="834390" lvl="1" indent="-514350">
              <a:buFont typeface="+mj-lt"/>
              <a:buAutoNum type="arabicPeriod"/>
            </a:pPr>
            <a:endParaRPr lang="en-US" dirty="0"/>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sz="quarter" idx="1"/>
          </p:nvPr>
        </p:nvPicPr>
        <p:blipFill>
          <a:blip r:embed="rId1"/>
          <a:stretch>
            <a:fillRect/>
          </a:stretch>
        </p:blipFill>
        <p:spPr>
          <a:xfrm>
            <a:off x="612775" y="1816477"/>
            <a:ext cx="8153400" cy="4063245"/>
          </a:xfr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sz="quarter" idx="1"/>
          </p:nvPr>
        </p:nvPicPr>
        <p:blipFill>
          <a:blip r:embed="rId1"/>
          <a:stretch>
            <a:fillRect/>
          </a:stretch>
        </p:blipFill>
        <p:spPr>
          <a:xfrm>
            <a:off x="612775" y="1863865"/>
            <a:ext cx="8153400" cy="3968469"/>
          </a:xfr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Lo fidelity technique 2: Storyboarding.</a:t>
            </a:r>
            <a:endParaRPr lang="en-US" dirty="0"/>
          </a:p>
        </p:txBody>
      </p:sp>
      <p:sp>
        <p:nvSpPr>
          <p:cNvPr id="3" name="Content Placeholder 2"/>
          <p:cNvSpPr>
            <a:spLocks noGrp="1"/>
          </p:cNvSpPr>
          <p:nvPr>
            <p:ph sz="quarter" idx="1"/>
          </p:nvPr>
        </p:nvSpPr>
        <p:spPr/>
        <p:txBody>
          <a:bodyPr>
            <a:normAutofit/>
          </a:bodyPr>
          <a:lstStyle/>
          <a:p>
            <a:r>
              <a:rPr lang="en-US" dirty="0"/>
              <a:t>It is about conveying an idea.​</a:t>
            </a:r>
            <a:endParaRPr lang="en-US" dirty="0"/>
          </a:p>
          <a:p>
            <a:endParaRPr lang="en-US" dirty="0"/>
          </a:p>
          <a:p>
            <a:r>
              <a:rPr lang="en-US" dirty="0"/>
              <a:t>Often used with scenarios, bringing more detail, and a chance to role play​</a:t>
            </a:r>
            <a:endParaRPr lang="en-US" dirty="0"/>
          </a:p>
          <a:p>
            <a:endParaRPr lang="en-US" dirty="0"/>
          </a:p>
          <a:p>
            <a:r>
              <a:rPr lang="en-US" dirty="0"/>
              <a:t>It is a series of sketches showing how a user might progress through a task using the device ​</a:t>
            </a:r>
            <a:endParaRPr lang="en-US" dirty="0"/>
          </a:p>
          <a:p>
            <a:pPr marL="0" indent="0">
              <a:buNone/>
            </a:pP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i="0" u="none" strike="noStrike" dirty="0">
                <a:solidFill>
                  <a:srgbClr val="775F55"/>
                </a:solidFill>
                <a:effectLst/>
                <a:latin typeface="Tw Cen MT" charset="0"/>
              </a:rPr>
              <a:t>Storyboards should convey - setting</a:t>
            </a:r>
            <a:r>
              <a:rPr lang="en-US" b="0" i="0" dirty="0">
                <a:solidFill>
                  <a:srgbClr val="000000"/>
                </a:solidFill>
                <a:effectLst/>
                <a:latin typeface="Tw Cen MT" charset="0"/>
              </a:rPr>
              <a:t>​</a:t>
            </a:r>
            <a:endParaRPr lang="en-US" dirty="0"/>
          </a:p>
        </p:txBody>
      </p:sp>
      <p:pic>
        <p:nvPicPr>
          <p:cNvPr id="2050" name="Picture 2"/>
          <p:cNvPicPr>
            <a:picLocks noGrp="1" noChangeAspect="1" noChangeArrowheads="1"/>
          </p:cNvPicPr>
          <p:nvPr>
            <p:ph sz="quarter" idx="1"/>
          </p:nvPr>
        </p:nvPicPr>
        <p:blipFill>
          <a:blip r:embed="rId1">
            <a:extLst>
              <a:ext uri="{28A0092B-C50C-407E-A947-70E740481C1C}">
                <a14:useLocalDpi xmlns:a14="http://schemas.microsoft.com/office/drawing/2010/main" val="0"/>
              </a:ext>
            </a:extLst>
          </a:blip>
          <a:srcRect/>
          <a:stretch>
            <a:fillRect/>
          </a:stretch>
        </p:blipFill>
        <p:spPr bwMode="auto">
          <a:xfrm>
            <a:off x="5334000" y="2667000"/>
            <a:ext cx="2914650" cy="33813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612648" y="2558143"/>
            <a:ext cx="3657601" cy="1200329"/>
          </a:xfrm>
          <a:prstGeom prst="rect">
            <a:avLst/>
          </a:prstGeom>
          <a:noFill/>
        </p:spPr>
        <p:txBody>
          <a:bodyPr wrap="square">
            <a:spAutoFit/>
          </a:bodyPr>
          <a:lstStyle/>
          <a:p>
            <a:pPr algn="l" rtl="0" fontAlgn="base">
              <a:buFont typeface="Arial" panose="020B0604020202020204" pitchFamily="34" charset="0"/>
              <a:buChar char="•"/>
            </a:pPr>
            <a:r>
              <a:rPr lang="en-US" sz="2400" b="0" i="0" u="none" strike="noStrike" dirty="0">
                <a:solidFill>
                  <a:srgbClr val="000000"/>
                </a:solidFill>
                <a:effectLst/>
                <a:latin typeface="Tw Cen MT" charset="0"/>
              </a:rPr>
              <a:t>People involved</a:t>
            </a:r>
            <a:r>
              <a:rPr lang="en-US" sz="2400" b="0" i="0" dirty="0">
                <a:solidFill>
                  <a:srgbClr val="000000"/>
                </a:solidFill>
                <a:effectLst/>
                <a:latin typeface="Tw Cen MT" charset="0"/>
              </a:rPr>
              <a:t>​</a:t>
            </a:r>
            <a:endParaRPr lang="en-US" sz="2400"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US" sz="2400" b="0" i="0" u="none" strike="noStrike" dirty="0">
                <a:solidFill>
                  <a:srgbClr val="000000"/>
                </a:solidFill>
                <a:effectLst/>
                <a:latin typeface="Tw Cen MT" charset="0"/>
              </a:rPr>
              <a:t>Environment</a:t>
            </a:r>
            <a:r>
              <a:rPr lang="en-US" sz="2400" b="0" i="0" dirty="0">
                <a:solidFill>
                  <a:srgbClr val="000000"/>
                </a:solidFill>
                <a:effectLst/>
                <a:latin typeface="Tw Cen MT" charset="0"/>
              </a:rPr>
              <a:t>​</a:t>
            </a:r>
            <a:endParaRPr lang="en-US" sz="2400" b="0" i="0" dirty="0">
              <a:solidFill>
                <a:srgbClr val="000000"/>
              </a:solidFill>
              <a:effectLst/>
              <a:latin typeface="Arial" panose="020B0604020202020204" pitchFamily="34" charset="0"/>
            </a:endParaRPr>
          </a:p>
          <a:p>
            <a:pPr algn="l" rtl="0" fontAlgn="base">
              <a:buFont typeface="Arial" panose="020B0604020202020204" pitchFamily="34" charset="0"/>
              <a:buChar char="•"/>
            </a:pPr>
            <a:r>
              <a:rPr lang="en-US" sz="2400" b="0" i="0" u="none" strike="noStrike" dirty="0">
                <a:solidFill>
                  <a:srgbClr val="000000"/>
                </a:solidFill>
                <a:effectLst/>
                <a:latin typeface="Tw Cen MT" charset="0"/>
              </a:rPr>
              <a:t>Task being accomplished</a:t>
            </a:r>
            <a:endParaRPr lang="en-US" sz="2400" b="0" i="0" dirty="0">
              <a:solidFill>
                <a:srgbClr val="000000"/>
              </a:solidFill>
              <a:effectLst/>
              <a:latin typeface="Arial" panose="020B0604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scenario</a:t>
            </a:r>
            <a:endParaRPr lang="en-US" dirty="0"/>
          </a:p>
        </p:txBody>
      </p:sp>
      <p:sp>
        <p:nvSpPr>
          <p:cNvPr id="3" name="Content Placeholder 2"/>
          <p:cNvSpPr>
            <a:spLocks noGrp="1"/>
          </p:cNvSpPr>
          <p:nvPr>
            <p:ph sz="quarter" idx="1"/>
          </p:nvPr>
        </p:nvSpPr>
        <p:spPr/>
        <p:txBody>
          <a:bodyPr>
            <a:normAutofit fontScale="77500" lnSpcReduction="20000"/>
          </a:bodyPr>
          <a:lstStyle/>
          <a:p>
            <a:r>
              <a:rPr lang="en-US" b="0" i="0" u="none" strike="noStrike" dirty="0">
                <a:solidFill>
                  <a:srgbClr val="000000"/>
                </a:solidFill>
                <a:effectLst/>
                <a:latin typeface="Tw Cen MT" charset="0"/>
              </a:rPr>
              <a:t>“The Thomson family enjoy outdoor activity holidays and want to try their hand at sailing this year. There are four members of the family: Sky who is 10 years old, Eamonn who is 15 years old, Claire who is 35, and Will who is 40. While out on a shopping trip they call by at the travel agents in their local town to start exploring the possibilities. The travel organizer is located in a quiet corner of the agents’ office, where there are comfortable seats and play things for young children. They all gather around the organizer and enter their initial set of requirements—a sailing holiday for four novices. The stand-alone console is designed so that all members of the family can interact easily and comfortably with it. The system’s initial suggestion is that they should consider a flotilla holiday, where several novice crews go sailing together and provide mutual support for first-time sailors…” </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endParaRPr lang="en-US"/>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Median</Template>
  <TotalTime>0</TotalTime>
  <Words>7918</Words>
  <Application>WPS Presentation</Application>
  <PresentationFormat>On-screen Show (4:3)</PresentationFormat>
  <Paragraphs>240</Paragraphs>
  <Slides>41</Slides>
  <Notes>6</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41</vt:i4>
      </vt:variant>
    </vt:vector>
  </HeadingPairs>
  <TitlesOfParts>
    <vt:vector size="58" baseType="lpstr">
      <vt:lpstr>Arial</vt:lpstr>
      <vt:lpstr>SimSun</vt:lpstr>
      <vt:lpstr>Wingdings</vt:lpstr>
      <vt:lpstr>Wingdings</vt:lpstr>
      <vt:lpstr>Wingdings 2</vt:lpstr>
      <vt:lpstr>Calibri</vt:lpstr>
      <vt:lpstr>Tw Cen MT</vt:lpstr>
      <vt:lpstr>Segoe Print</vt:lpstr>
      <vt:lpstr>Microsoft YaHei</vt:lpstr>
      <vt:lpstr>Arial Unicode MS</vt:lpstr>
      <vt:lpstr>Verdana</vt:lpstr>
      <vt:lpstr>Arial</vt:lpstr>
      <vt:lpstr>TW Cen MT</vt:lpstr>
      <vt:lpstr>Droid Sans</vt:lpstr>
      <vt:lpstr>Helvetica</vt:lpstr>
      <vt:lpstr>Circular</vt:lpstr>
      <vt:lpstr>Median</vt:lpstr>
      <vt:lpstr>Human Computer Interaction     </vt:lpstr>
      <vt:lpstr>Prototyping</vt:lpstr>
      <vt:lpstr>Prototype</vt:lpstr>
      <vt:lpstr>What is a prototype?</vt:lpstr>
      <vt:lpstr>Why prototype?</vt:lpstr>
      <vt:lpstr>Why prototype?</vt:lpstr>
      <vt:lpstr>Why prototype?</vt:lpstr>
      <vt:lpstr>Why prototype?</vt:lpstr>
      <vt:lpstr>What to prototype?</vt:lpstr>
      <vt:lpstr>Prototyping Techniques</vt:lpstr>
      <vt:lpstr>Throw-away / Rapid Prototyping </vt:lpstr>
      <vt:lpstr>Evolutionary Prototyping  </vt:lpstr>
      <vt:lpstr>Prototype fidelity </vt:lpstr>
      <vt:lpstr>Prototype fidelity </vt:lpstr>
      <vt:lpstr>Low fidelity: An Example</vt:lpstr>
      <vt:lpstr>High fidelity: An Example</vt:lpstr>
      <vt:lpstr>Why lo-fi is often better than hi-fi</vt:lpstr>
      <vt:lpstr>Sketching</vt:lpstr>
      <vt:lpstr>PowerPoint 演示文稿</vt:lpstr>
      <vt:lpstr>Paper prototyping</vt:lpstr>
      <vt:lpstr>Resources</vt:lpstr>
      <vt:lpstr>Eight Golden Rules of Interface Design</vt:lpstr>
      <vt:lpstr>Eight Golden Rules of Interface Design</vt:lpstr>
      <vt:lpstr>Eight Golden Rules of Interface Design</vt:lpstr>
      <vt:lpstr>PowerPoint 演示文稿</vt:lpstr>
      <vt:lpstr>Example of feedback &amp; communication</vt:lpstr>
      <vt:lpstr>PowerPoint 演示文稿</vt:lpstr>
      <vt:lpstr>Example: Easy use of reversal</vt:lpstr>
      <vt:lpstr>Example: internal locus of control</vt:lpstr>
      <vt:lpstr>Tips</vt:lpstr>
      <vt:lpstr>Some useful resources to choose color</vt:lpstr>
      <vt:lpstr>PowerPoint 演示文稿</vt:lpstr>
      <vt:lpstr>How to start – make lo-fi Technique: Sketching</vt:lpstr>
      <vt:lpstr>PowerPoint 演示文稿</vt:lpstr>
      <vt:lpstr>PowerPoint 演示文稿</vt:lpstr>
      <vt:lpstr>Lo fidelity technique 2: Storyboarding.</vt:lpstr>
      <vt:lpstr>Storyboards should convey - setting​</vt:lpstr>
      <vt:lpstr>PowerPoint 演示文稿</vt:lpstr>
      <vt:lpstr>PowerPoint 演示文稿</vt:lpstr>
      <vt:lpstr>Sample scenario</vt:lpstr>
      <vt:lpstr>PowerPoint 演示文稿</vt:lpstr>
    </vt:vector>
  </TitlesOfParts>
  <Company>Personal</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dc:title>
  <dc:creator>Sonia</dc:creator>
  <cp:lastModifiedBy>anam.mustaqeem</cp:lastModifiedBy>
  <cp:revision>667</cp:revision>
  <dcterms:created xsi:type="dcterms:W3CDTF">2010-02-07T17:56:00Z</dcterms:created>
  <dcterms:modified xsi:type="dcterms:W3CDTF">2025-12-08T03:51:14Z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52498B4F5F6346EB95FE3255D002AE79_12</vt:lpwstr>
  </property>
  <property fmtid="{D5CDD505-2E9C-101B-9397-08002B2CF9AE}" pid="3" name="KSOProductBuildVer">
    <vt:lpwstr>1033-12.2.0.23155</vt:lpwstr>
  </property>
</Properties>
</file>