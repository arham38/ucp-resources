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893CFA4-8587-4080-A301-5509D8340134}" type="datetimeFigureOut">
              <a:rPr lang="en-US" smtClean="0"/>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151090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93CFA4-8587-4080-A301-5509D8340134}" type="datetimeFigureOut">
              <a:rPr lang="en-US" smtClean="0"/>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3064215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893CFA4-8587-4080-A301-5509D8340134}" type="datetimeFigureOut">
              <a:rPr lang="en-US" smtClean="0"/>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1486031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893CFA4-8587-4080-A301-5509D8340134}" type="datetimeFigureOut">
              <a:rPr lang="en-US" smtClean="0"/>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120061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893CFA4-8587-4080-A301-5509D8340134}" type="datetimeFigureOut">
              <a:rPr lang="en-US" smtClean="0"/>
              <a:t>6/22/2021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3614872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893CFA4-8587-4080-A301-5509D8340134}" type="datetimeFigureOut">
              <a:rPr lang="en-US" smtClean="0"/>
              <a:t>6/22/2021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4081745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93CFA4-8587-4080-A301-5509D8340134}" type="datetimeFigureOut">
              <a:rPr lang="en-US" smtClean="0"/>
              <a:t>6/22/2021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77060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893CFA4-8587-4080-A301-5509D8340134}" type="datetimeFigureOut">
              <a:rPr lang="en-US" smtClean="0"/>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1382431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893CFA4-8587-4080-A301-5509D8340134}" type="datetimeFigureOut">
              <a:rPr lang="en-US" smtClean="0"/>
              <a:t>6/22/2021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3480092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93CFA4-8587-4080-A301-5509D8340134}" type="datetimeFigureOut">
              <a:rPr lang="en-US" smtClean="0"/>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218081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893CFA4-8587-4080-A301-5509D8340134}" type="datetimeFigureOut">
              <a:rPr lang="en-US" smtClean="0"/>
              <a:t>6/22/2021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CB8056-CD03-435A-BD0F-42C06F968FD2}" type="slidenum">
              <a:rPr lang="en-US" smtClean="0"/>
              <a:t>‹#›</a:t>
            </a:fld>
            <a:endParaRPr lang="en-US"/>
          </a:p>
        </p:txBody>
      </p:sp>
    </p:spTree>
    <p:extLst>
      <p:ext uri="{BB962C8B-B14F-4D97-AF65-F5344CB8AC3E}">
        <p14:creationId xmlns:p14="http://schemas.microsoft.com/office/powerpoint/2010/main" val="595446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93CFA4-8587-4080-A301-5509D8340134}" type="datetimeFigureOut">
              <a:rPr lang="en-US" smtClean="0"/>
              <a:t>6/22/2021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B8056-CD03-435A-BD0F-42C06F968FD2}" type="slidenum">
              <a:rPr lang="en-US" smtClean="0"/>
              <a:t>‹#›</a:t>
            </a:fld>
            <a:endParaRPr lang="en-US"/>
          </a:p>
        </p:txBody>
      </p:sp>
    </p:spTree>
    <p:extLst>
      <p:ext uri="{BB962C8B-B14F-4D97-AF65-F5344CB8AC3E}">
        <p14:creationId xmlns:p14="http://schemas.microsoft.com/office/powerpoint/2010/main" val="10173217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dirty="0" smtClean="0"/>
              <a:t>MUSLIM Philosophy- </a:t>
            </a:r>
            <a:r>
              <a:rPr lang="en-US" dirty="0" err="1" smtClean="0"/>
              <a:t>Mutazilism</a:t>
            </a:r>
            <a:r>
              <a:rPr lang="en-US" dirty="0" smtClean="0"/>
              <a:t>.</a:t>
            </a:r>
            <a:endParaRPr lang="en-US" dirty="0"/>
          </a:p>
        </p:txBody>
      </p:sp>
      <p:sp>
        <p:nvSpPr>
          <p:cNvPr id="5" name="Content Placeholder 4"/>
          <p:cNvSpPr>
            <a:spLocks noGrp="1"/>
          </p:cNvSpPr>
          <p:nvPr>
            <p:ph idx="1"/>
          </p:nvPr>
        </p:nvSpPr>
        <p:spPr/>
        <p:txBody>
          <a:bodyPr/>
          <a:lstStyle/>
          <a:p>
            <a:r>
              <a:rPr lang="en-US" dirty="0" err="1" smtClean="0"/>
              <a:t>Mutazilism</a:t>
            </a:r>
            <a:r>
              <a:rPr lang="en-US" dirty="0" smtClean="0"/>
              <a:t> was essentially a movement to interpret the dogmas of religion in terms of reason. When Islam started progressing and advanced to different cultures and territories , a number of philosophical and religious issues came into existence which need to be resolved. Islam  was simple in the era of Prophet(SAW) and HIS companions but over the period of time, theological and abstract conceptions arose </a:t>
            </a:r>
            <a:r>
              <a:rPr lang="en-US" dirty="0" err="1" smtClean="0"/>
              <a:t>e.g</a:t>
            </a:r>
            <a:r>
              <a:rPr lang="en-US" dirty="0" smtClean="0"/>
              <a:t> the status of person who commit grave sin, anthropomorphic verses of Quran, Man’s freedom and his limitations, Life after death etc…</a:t>
            </a:r>
            <a:endParaRPr lang="en-US" dirty="0"/>
          </a:p>
        </p:txBody>
      </p:sp>
    </p:spTree>
    <p:extLst>
      <p:ext uri="{BB962C8B-B14F-4D97-AF65-F5344CB8AC3E}">
        <p14:creationId xmlns:p14="http://schemas.microsoft.com/office/powerpoint/2010/main" val="2833638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Doctrines Of </a:t>
            </a:r>
            <a:r>
              <a:rPr lang="en-US" sz="3200" dirty="0" err="1" smtClean="0"/>
              <a:t>Mutazilism</a:t>
            </a:r>
            <a:endParaRPr lang="en-US" sz="3200" dirty="0"/>
          </a:p>
        </p:txBody>
      </p:sp>
      <p:sp>
        <p:nvSpPr>
          <p:cNvPr id="3" name="Content Placeholder 2"/>
          <p:cNvSpPr>
            <a:spLocks noGrp="1"/>
          </p:cNvSpPr>
          <p:nvPr>
            <p:ph idx="1"/>
          </p:nvPr>
        </p:nvSpPr>
        <p:spPr/>
        <p:txBody>
          <a:bodyPr>
            <a:normAutofit lnSpcReduction="10000"/>
          </a:bodyPr>
          <a:lstStyle/>
          <a:p>
            <a:r>
              <a:rPr lang="en-US" dirty="0" smtClean="0"/>
              <a:t>Divine Unity: </a:t>
            </a:r>
            <a:r>
              <a:rPr lang="en-US" dirty="0" err="1" smtClean="0"/>
              <a:t>Mutazilism</a:t>
            </a:r>
            <a:r>
              <a:rPr lang="en-US" dirty="0" smtClean="0"/>
              <a:t> believed that essence of Islam is divine unity so it should not be sacrificed in any respect. Even on the philosophical level, the unity of God must remain intact so they refuted some basic convictions of orthodox Muslims.</a:t>
            </a:r>
          </a:p>
          <a:p>
            <a:pPr marL="514350" indent="-514350">
              <a:buAutoNum type="alphaLcParenR"/>
            </a:pPr>
            <a:r>
              <a:rPr lang="en-US" dirty="0" smtClean="0"/>
              <a:t>Relationship of </a:t>
            </a:r>
            <a:r>
              <a:rPr lang="en-US" dirty="0" smtClean="0"/>
              <a:t>God’s essence with His Attributes: </a:t>
            </a:r>
            <a:r>
              <a:rPr lang="en-US" dirty="0" smtClean="0"/>
              <a:t>Mutazilites believe that God does not possess additional attributes  like God is knower, Omnipotent, benevolent etc. They were convinced that if we God possess additional attributes than it would scarify His unity and  Polytheism would be applied. So they argued that all the attributes of God are actually the part of His essence and does not exist other than HIS essence . It </a:t>
            </a:r>
            <a:r>
              <a:rPr lang="en-US" dirty="0"/>
              <a:t>w</a:t>
            </a:r>
            <a:r>
              <a:rPr lang="en-US" dirty="0" smtClean="0"/>
              <a:t>as actually a self created problem for Mutazilites due to their rigid and </a:t>
            </a:r>
            <a:r>
              <a:rPr lang="en-US" dirty="0"/>
              <a:t>b</a:t>
            </a:r>
            <a:r>
              <a:rPr lang="en-US" dirty="0" smtClean="0"/>
              <a:t>leak attitude.</a:t>
            </a:r>
          </a:p>
          <a:p>
            <a:pPr marL="0" indent="0">
              <a:buNone/>
            </a:pPr>
            <a:endParaRPr lang="en-US" dirty="0"/>
          </a:p>
        </p:txBody>
      </p:sp>
    </p:spTree>
    <p:extLst>
      <p:ext uri="{BB962C8B-B14F-4D97-AF65-F5344CB8AC3E}">
        <p14:creationId xmlns:p14="http://schemas.microsoft.com/office/powerpoint/2010/main" val="750621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 Createdness or Un-</a:t>
            </a:r>
            <a:r>
              <a:rPr lang="en-US" dirty="0" err="1" smtClean="0"/>
              <a:t>createdness</a:t>
            </a:r>
            <a:r>
              <a:rPr lang="en-US" dirty="0" smtClean="0"/>
              <a:t> of Quran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Orthodox Muslims believe that Quran is </a:t>
            </a:r>
            <a:r>
              <a:rPr lang="en-US" dirty="0" err="1" smtClean="0"/>
              <a:t>Kalam-ullah</a:t>
            </a:r>
            <a:r>
              <a:rPr lang="en-US" dirty="0" smtClean="0"/>
              <a:t> . Quran is the word of God so it is uncreated and it existed from eternity. Mutazilites denied this fact and said that Quran has been created by God and it does not existed from eternity: if we allow this, than it means that there are two Gods which would definitely destroy the unity of God. On the other hand, the conventional Muslims had opinion that life has started from the word ‘’KUN’’ and this word couldn’t be created from an other word . So God’s words are uncreated.</a:t>
            </a:r>
          </a:p>
          <a:p>
            <a:pPr marL="0" indent="0">
              <a:buNone/>
            </a:pPr>
            <a:r>
              <a:rPr lang="en-US" dirty="0" smtClean="0"/>
              <a:t>C) Possibility of the beatific vision of God:  Mutazilites believed that God can not be seen with the physical eyes in the life here after. Unlike orthodox Muslims, they believed that God can only be seen through the eyes of Mind because God is above time and space so he cannot be seen like ordinary things because physical eyes don’t have that much capacity.</a:t>
            </a:r>
            <a:endParaRPr lang="en-US" dirty="0"/>
          </a:p>
        </p:txBody>
      </p:sp>
    </p:spTree>
    <p:extLst>
      <p:ext uri="{BB962C8B-B14F-4D97-AF65-F5344CB8AC3E}">
        <p14:creationId xmlns:p14="http://schemas.microsoft.com/office/powerpoint/2010/main" val="449804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Interpretation of Anthropomorphic verses of Quran.</a:t>
            </a:r>
            <a:endParaRPr lang="en-US" dirty="0"/>
          </a:p>
        </p:txBody>
      </p:sp>
      <p:sp>
        <p:nvSpPr>
          <p:cNvPr id="3" name="Content Placeholder 2"/>
          <p:cNvSpPr>
            <a:spLocks noGrp="1"/>
          </p:cNvSpPr>
          <p:nvPr>
            <p:ph idx="1"/>
          </p:nvPr>
        </p:nvSpPr>
        <p:spPr/>
        <p:txBody>
          <a:bodyPr/>
          <a:lstStyle/>
          <a:p>
            <a:r>
              <a:rPr lang="en-US" dirty="0" smtClean="0"/>
              <a:t>Mutazilites held that anthropomorphic verses of Quran like God has hands, face and throne etc.. Must not understood in literal terms rather they are metaphorical expressions and must be comprehended in allegorical or symbolic meanings. Otherwise the purity and uniqueness of God has to be compromised. They were also against the physical punishment in Grave , the Bridge and other eschatological expressions.</a:t>
            </a:r>
          </a:p>
        </p:txBody>
      </p:sp>
    </p:spTree>
    <p:extLst>
      <p:ext uri="{BB962C8B-B14F-4D97-AF65-F5344CB8AC3E}">
        <p14:creationId xmlns:p14="http://schemas.microsoft.com/office/powerpoint/2010/main" val="25075047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Divine Justice</a:t>
            </a:r>
            <a:endParaRPr lang="en-US" sz="3200" dirty="0"/>
          </a:p>
        </p:txBody>
      </p:sp>
      <p:sp>
        <p:nvSpPr>
          <p:cNvPr id="3" name="Content Placeholder 2"/>
          <p:cNvSpPr>
            <a:spLocks noGrp="1"/>
          </p:cNvSpPr>
          <p:nvPr>
            <p:ph idx="1"/>
          </p:nvPr>
        </p:nvSpPr>
        <p:spPr/>
        <p:txBody>
          <a:bodyPr/>
          <a:lstStyle/>
          <a:p>
            <a:r>
              <a:rPr lang="en-US" dirty="0" smtClean="0"/>
              <a:t>The orthodox Muslim believe that it is not mandatory for God to do Justice . Whatever God said is justified . He is absolutely free in whatever He does. Good and Evil will be defined in terms of God’s will but Mutazilites have other views, they have made morality independent of theology and emphasized on the objective validity of God and Evil. They think that Good and Evil can be judged through the faculty of reason which God has bestowed us. They believe that Man is fully responsible for his deeds and God has made principle of Justice so God is bound to do Justice due to His own principle of Justice so if someone has done bad ; he is deemed to be penalized.</a:t>
            </a:r>
            <a:endParaRPr lang="en-US" dirty="0"/>
          </a:p>
        </p:txBody>
      </p:sp>
    </p:spTree>
    <p:extLst>
      <p:ext uri="{BB962C8B-B14F-4D97-AF65-F5344CB8AC3E}">
        <p14:creationId xmlns:p14="http://schemas.microsoft.com/office/powerpoint/2010/main" val="21318981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Promise of Reward and Threat of Punishment.</a:t>
            </a:r>
            <a:endParaRPr lang="en-US" sz="3200" dirty="0"/>
          </a:p>
        </p:txBody>
      </p:sp>
      <p:sp>
        <p:nvSpPr>
          <p:cNvPr id="3" name="Content Placeholder 2"/>
          <p:cNvSpPr>
            <a:spLocks noGrp="1"/>
          </p:cNvSpPr>
          <p:nvPr>
            <p:ph idx="1"/>
          </p:nvPr>
        </p:nvSpPr>
        <p:spPr/>
        <p:txBody>
          <a:bodyPr/>
          <a:lstStyle/>
          <a:p>
            <a:r>
              <a:rPr lang="en-US" dirty="0" smtClean="0"/>
              <a:t>This doctrine is intimately related to divine Justice. Since God is just, he should punish the sinners and reward the virtuous.</a:t>
            </a:r>
          </a:p>
          <a:p>
            <a:r>
              <a:rPr lang="en-US" dirty="0" smtClean="0"/>
              <a:t>“ Allah has promised to the believers, men and women, Gardens”.</a:t>
            </a:r>
          </a:p>
          <a:p>
            <a:r>
              <a:rPr lang="en-US" dirty="0" smtClean="0"/>
              <a:t>“And, lo, the wicked verily be in hell”.</a:t>
            </a:r>
          </a:p>
          <a:p>
            <a:r>
              <a:rPr lang="en-US" dirty="0" smtClean="0"/>
              <a:t>The </a:t>
            </a:r>
            <a:r>
              <a:rPr lang="en-US" dirty="0" err="1" smtClean="0"/>
              <a:t>mutazilites</a:t>
            </a:r>
            <a:r>
              <a:rPr lang="en-US" dirty="0" smtClean="0"/>
              <a:t> maintain that it is obligatory on God to reward the virtuous and punish the wicked. He cannot do otherwise. The principle is contrary to the orthodox belief which say that God is independent in his Will and can not be bound even to his own principles.</a:t>
            </a:r>
          </a:p>
          <a:p>
            <a:endParaRPr lang="en-US" dirty="0"/>
          </a:p>
        </p:txBody>
      </p:sp>
    </p:spTree>
    <p:extLst>
      <p:ext uri="{BB962C8B-B14F-4D97-AF65-F5344CB8AC3E}">
        <p14:creationId xmlns:p14="http://schemas.microsoft.com/office/powerpoint/2010/main" val="4083982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The State between the states of belief and unbelief.</a:t>
            </a:r>
            <a:endParaRPr lang="en-US" sz="3200" dirty="0"/>
          </a:p>
        </p:txBody>
      </p:sp>
      <p:sp>
        <p:nvSpPr>
          <p:cNvPr id="3" name="Content Placeholder 2"/>
          <p:cNvSpPr>
            <a:spLocks noGrp="1"/>
          </p:cNvSpPr>
          <p:nvPr>
            <p:ph idx="1"/>
          </p:nvPr>
        </p:nvSpPr>
        <p:spPr/>
        <p:txBody>
          <a:bodyPr/>
          <a:lstStyle/>
          <a:p>
            <a:endParaRPr lang="en-US" dirty="0" smtClean="0"/>
          </a:p>
          <a:p>
            <a:r>
              <a:rPr lang="en-US" dirty="0" smtClean="0"/>
              <a:t>The </a:t>
            </a:r>
            <a:r>
              <a:rPr lang="en-US" dirty="0" err="1" smtClean="0"/>
              <a:t>mutazilites</a:t>
            </a:r>
            <a:r>
              <a:rPr lang="en-US" dirty="0" smtClean="0"/>
              <a:t> held that as soon as a man commits a mortal sin, he neither remains a believer nor becomes an unbeliever, but occupies a middle position. If he dies without repentance, he would be condemned to hell fire with the only difference that the punishment inflicted upon him would be less severe than that inflicted on an unbeliever.</a:t>
            </a:r>
            <a:endParaRPr lang="en-US" dirty="0"/>
          </a:p>
        </p:txBody>
      </p:sp>
    </p:spTree>
    <p:extLst>
      <p:ext uri="{BB962C8B-B14F-4D97-AF65-F5344CB8AC3E}">
        <p14:creationId xmlns:p14="http://schemas.microsoft.com/office/powerpoint/2010/main" val="1909080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200" dirty="0" smtClean="0"/>
              <a:t>To order the doing of Right and forbid the doing of wrong.</a:t>
            </a:r>
            <a:endParaRPr lang="en-US" sz="3200" dirty="0"/>
          </a:p>
        </p:txBody>
      </p:sp>
      <p:sp>
        <p:nvSpPr>
          <p:cNvPr id="3" name="Content Placeholder 2"/>
          <p:cNvSpPr>
            <a:spLocks noGrp="1"/>
          </p:cNvSpPr>
          <p:nvPr>
            <p:ph idx="1"/>
          </p:nvPr>
        </p:nvSpPr>
        <p:spPr/>
        <p:txBody>
          <a:bodyPr/>
          <a:lstStyle/>
          <a:p>
            <a:r>
              <a:rPr lang="en-US" dirty="0" smtClean="0"/>
              <a:t>Mutazilites believed that it is obligatory on every </a:t>
            </a:r>
            <a:r>
              <a:rPr lang="en-US" dirty="0"/>
              <a:t>M</a:t>
            </a:r>
            <a:r>
              <a:rPr lang="en-US" dirty="0" smtClean="0"/>
              <a:t>uslim to urge people to do good and to check them from doing wrong. They said that is  Farz-e-Ain. On the other hand , the orthodox are convinced that it is moral duty for every Muslim to follow this principle but it is Farz-e-Kafaya </a:t>
            </a:r>
            <a:r>
              <a:rPr lang="en-US" dirty="0" err="1" smtClean="0"/>
              <a:t>i.e</a:t>
            </a:r>
            <a:r>
              <a:rPr lang="en-US" dirty="0" smtClean="0"/>
              <a:t> it would suffice if someone carried out this injunction on behalf of the group. Khalifah Mamun practically applied this philosophy and wrote to all Qazis to check the beliefs of officials especially with regard to the createdness of Quran . He further commanded that death penalty should be inflicted on those who even refused to take the test. </a:t>
            </a:r>
            <a:endParaRPr lang="en-US" dirty="0"/>
          </a:p>
        </p:txBody>
      </p:sp>
    </p:spTree>
    <p:extLst>
      <p:ext uri="{BB962C8B-B14F-4D97-AF65-F5344CB8AC3E}">
        <p14:creationId xmlns:p14="http://schemas.microsoft.com/office/powerpoint/2010/main" val="45243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934</Words>
  <Application>Microsoft Office PowerPoint</Application>
  <PresentationFormat>Widescreen</PresentationFormat>
  <Paragraphs>22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MUSLIM Philosophy- Mutazilism.</vt:lpstr>
      <vt:lpstr>Doctrines Of Mutazilism</vt:lpstr>
      <vt:lpstr>b) Createdness or Un-createdness of Quran</vt:lpstr>
      <vt:lpstr>Interpretation of Anthropomorphic verses of Quran.</vt:lpstr>
      <vt:lpstr>Divine Justice</vt:lpstr>
      <vt:lpstr>Promise of Reward and Threat of Punishment.</vt:lpstr>
      <vt:lpstr>The State between the states of belief and unbelief.</vt:lpstr>
      <vt:lpstr>To order the doing of Right and forbid the doing of wrong.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MUSLIM Philosophy- Mutazilism.</dc:title>
  <dc:creator>omar.shaoor</dc:creator>
  <cp:lastModifiedBy>omar.shaoor</cp:lastModifiedBy>
  <cp:revision>23</cp:revision>
  <dcterms:created xsi:type="dcterms:W3CDTF">2020-06-24T02:34:19Z</dcterms:created>
  <dcterms:modified xsi:type="dcterms:W3CDTF">2021-06-22T08:17:53Z</dcterms:modified>
</cp:coreProperties>
</file>