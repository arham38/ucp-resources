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FF9C8CC-652D-45FA-9B4A-8820D4D27F28}" type="datetimeFigureOut">
              <a:rPr lang="en-US" smtClean="0"/>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4113507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FF9C8CC-652D-45FA-9B4A-8820D4D27F28}" type="datetimeFigureOut">
              <a:rPr lang="en-US" smtClean="0"/>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1630913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FF9C8CC-652D-45FA-9B4A-8820D4D27F28}" type="datetimeFigureOut">
              <a:rPr lang="en-US" smtClean="0"/>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333545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FF9C8CC-652D-45FA-9B4A-8820D4D27F28}" type="datetimeFigureOut">
              <a:rPr lang="en-US" smtClean="0"/>
              <a:t>6/23/2021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1700830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FF9C8CC-652D-45FA-9B4A-8820D4D27F28}" type="datetimeFigureOut">
              <a:rPr lang="en-US" smtClean="0"/>
              <a:t>6/23/2021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1198569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FF9C8CC-652D-45FA-9B4A-8820D4D27F28}" type="datetimeFigureOut">
              <a:rPr lang="en-US" smtClean="0"/>
              <a:t>6/23/2021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3014911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F9C8CC-652D-45FA-9B4A-8820D4D27F28}" type="datetimeFigureOut">
              <a:rPr lang="en-US" smtClean="0"/>
              <a:t>6/23/2021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2441038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FF9C8CC-652D-45FA-9B4A-8820D4D27F28}" type="datetimeFigureOut">
              <a:rPr lang="en-US" smtClean="0"/>
              <a:t>6/23/2021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1046330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FF9C8CC-652D-45FA-9B4A-8820D4D27F28}" type="datetimeFigureOut">
              <a:rPr lang="en-US" smtClean="0"/>
              <a:t>6/23/2021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231815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FF9C8CC-652D-45FA-9B4A-8820D4D27F28}" type="datetimeFigureOut">
              <a:rPr lang="en-US" smtClean="0"/>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4169167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FF9C8CC-652D-45FA-9B4A-8820D4D27F28}" type="datetimeFigureOut">
              <a:rPr lang="en-US" smtClean="0"/>
              <a:t>6/23/2021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AA4417-10B3-417F-847F-7588C2387D1A}" type="slidenum">
              <a:rPr lang="en-US" smtClean="0"/>
              <a:t>‹#›</a:t>
            </a:fld>
            <a:endParaRPr lang="en-US"/>
          </a:p>
        </p:txBody>
      </p:sp>
    </p:spTree>
    <p:extLst>
      <p:ext uri="{BB962C8B-B14F-4D97-AF65-F5344CB8AC3E}">
        <p14:creationId xmlns:p14="http://schemas.microsoft.com/office/powerpoint/2010/main" val="2780781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F9C8CC-652D-45FA-9B4A-8820D4D27F28}" type="datetimeFigureOut">
              <a:rPr lang="en-US" smtClean="0"/>
              <a:t>6/23/2021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AA4417-10B3-417F-847F-7588C2387D1A}" type="slidenum">
              <a:rPr lang="en-US" smtClean="0"/>
              <a:t>‹#›</a:t>
            </a:fld>
            <a:endParaRPr lang="en-US"/>
          </a:p>
        </p:txBody>
      </p:sp>
    </p:spTree>
    <p:extLst>
      <p:ext uri="{BB962C8B-B14F-4D97-AF65-F5344CB8AC3E}">
        <p14:creationId xmlns:p14="http://schemas.microsoft.com/office/powerpoint/2010/main" val="2099885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6"/>
            <a:ext cx="10487297" cy="588464"/>
          </a:xfrm>
        </p:spPr>
        <p:txBody>
          <a:bodyPr>
            <a:normAutofit fontScale="90000"/>
          </a:bodyPr>
          <a:lstStyle/>
          <a:p>
            <a:pPr algn="ctr"/>
            <a:r>
              <a:rPr lang="en-US" dirty="0" err="1" smtClean="0"/>
              <a:t>Asharism</a:t>
            </a:r>
            <a:endParaRPr lang="en-US" dirty="0"/>
          </a:p>
        </p:txBody>
      </p:sp>
      <p:sp>
        <p:nvSpPr>
          <p:cNvPr id="5" name="Content Placeholder 4"/>
          <p:cNvSpPr>
            <a:spLocks noGrp="1"/>
          </p:cNvSpPr>
          <p:nvPr>
            <p:ph idx="1"/>
          </p:nvPr>
        </p:nvSpPr>
        <p:spPr>
          <a:xfrm>
            <a:off x="929639" y="1188722"/>
            <a:ext cx="11129553" cy="5773781"/>
          </a:xfrm>
        </p:spPr>
        <p:txBody>
          <a:bodyPr/>
          <a:lstStyle/>
          <a:p>
            <a:r>
              <a:rPr lang="en-US" sz="2400" dirty="0" err="1" smtClean="0"/>
              <a:t>Asharism</a:t>
            </a:r>
            <a:r>
              <a:rPr lang="en-US" sz="2400" dirty="0" smtClean="0"/>
              <a:t> is the protest against the religious rationalism of </a:t>
            </a:r>
            <a:r>
              <a:rPr lang="en-US" sz="2400" dirty="0" err="1" smtClean="0"/>
              <a:t>Mutazilites</a:t>
            </a:r>
            <a:r>
              <a:rPr lang="en-US" sz="2400" dirty="0" smtClean="0"/>
              <a:t> who held that mysteries of universe and </a:t>
            </a:r>
            <a:r>
              <a:rPr lang="en-US" sz="2400" dirty="0" smtClean="0"/>
              <a:t>profundities  </a:t>
            </a:r>
            <a:r>
              <a:rPr lang="en-US" sz="2400" dirty="0" smtClean="0"/>
              <a:t>of religious dogmas could be expressed  and met in terms of human reason. It is a recoil from the impossible task of building a system of purely rationalistic theology to reliance upon the word of God (Quran), the tradition (Hadith) and the usage (Sunnah) of holy prophet and the pattern of the early community (</a:t>
            </a:r>
            <a:r>
              <a:rPr lang="en-US" sz="2400" dirty="0" err="1" smtClean="0"/>
              <a:t>Salaf</a:t>
            </a:r>
            <a:r>
              <a:rPr lang="en-US" sz="2400" dirty="0" smtClean="0"/>
              <a:t>). The whole movement was ascribed to the name of Abu Al Hasan ‘ Ali </a:t>
            </a:r>
            <a:r>
              <a:rPr lang="en-US" sz="2400" dirty="0" err="1" smtClean="0"/>
              <a:t>ibne</a:t>
            </a:r>
            <a:r>
              <a:rPr lang="en-US" sz="2400" dirty="0" smtClean="0"/>
              <a:t> Ismail Al-</a:t>
            </a:r>
            <a:r>
              <a:rPr lang="en-US" sz="2400" dirty="0" err="1" smtClean="0"/>
              <a:t>ashari</a:t>
            </a:r>
            <a:r>
              <a:rPr lang="en-US" sz="2400" dirty="0" smtClean="0"/>
              <a:t>.</a:t>
            </a:r>
          </a:p>
          <a:p>
            <a:r>
              <a:rPr lang="en-US" sz="2400" dirty="0" smtClean="0"/>
              <a:t>Main Doctrines of the movement are as follows:-</a:t>
            </a:r>
          </a:p>
          <a:p>
            <a:r>
              <a:rPr lang="en-US" sz="2400" dirty="0" smtClean="0"/>
              <a:t>Attributes of God and their relation to His essence</a:t>
            </a:r>
          </a:p>
          <a:p>
            <a:r>
              <a:rPr lang="en-US" sz="2400" dirty="0" err="1" smtClean="0"/>
              <a:t>Createdness</a:t>
            </a:r>
            <a:r>
              <a:rPr lang="en-US" sz="2400" dirty="0" smtClean="0"/>
              <a:t> or </a:t>
            </a:r>
            <a:r>
              <a:rPr lang="en-US" sz="2400" dirty="0" err="1" smtClean="0"/>
              <a:t>Uncreatedness</a:t>
            </a:r>
            <a:r>
              <a:rPr lang="en-US" sz="2400" dirty="0" smtClean="0"/>
              <a:t> of Holy Quran</a:t>
            </a:r>
          </a:p>
          <a:p>
            <a:r>
              <a:rPr lang="en-US" sz="2400" dirty="0" smtClean="0"/>
              <a:t>Possibility of Beatific </a:t>
            </a:r>
            <a:r>
              <a:rPr lang="en-US" sz="2400" dirty="0" smtClean="0"/>
              <a:t>Vision</a:t>
            </a:r>
            <a:endParaRPr lang="en-US" sz="2400" dirty="0" smtClean="0"/>
          </a:p>
          <a:p>
            <a:r>
              <a:rPr lang="en-US" sz="2400" dirty="0" smtClean="0"/>
              <a:t>Freedom of Will.</a:t>
            </a:r>
          </a:p>
          <a:p>
            <a:endParaRPr lang="en-US" dirty="0" smtClean="0"/>
          </a:p>
          <a:p>
            <a:endParaRPr lang="en-US" dirty="0" smtClean="0"/>
          </a:p>
          <a:p>
            <a:endParaRPr lang="en-US" dirty="0"/>
          </a:p>
        </p:txBody>
      </p:sp>
    </p:spTree>
    <p:extLst>
      <p:ext uri="{BB962C8B-B14F-4D97-AF65-F5344CB8AC3E}">
        <p14:creationId xmlns:p14="http://schemas.microsoft.com/office/powerpoint/2010/main" val="2628349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629" y="247559"/>
            <a:ext cx="10354491" cy="1150167"/>
          </a:xfrm>
        </p:spPr>
        <p:txBody>
          <a:bodyPr>
            <a:normAutofit/>
          </a:bodyPr>
          <a:lstStyle/>
          <a:p>
            <a:pPr algn="ctr"/>
            <a:r>
              <a:rPr lang="en-US" sz="3600" dirty="0" smtClean="0"/>
              <a:t>Attribute of God and their relation with His Essence</a:t>
            </a:r>
            <a:endParaRPr lang="en-US" sz="3600" dirty="0"/>
          </a:p>
        </p:txBody>
      </p:sp>
      <p:sp>
        <p:nvSpPr>
          <p:cNvPr id="3" name="Content Placeholder 2"/>
          <p:cNvSpPr>
            <a:spLocks noGrp="1"/>
          </p:cNvSpPr>
          <p:nvPr>
            <p:ph idx="1"/>
          </p:nvPr>
        </p:nvSpPr>
        <p:spPr>
          <a:xfrm>
            <a:off x="757646" y="1397726"/>
            <a:ext cx="10650583" cy="5014368"/>
          </a:xfrm>
        </p:spPr>
        <p:txBody>
          <a:bodyPr/>
          <a:lstStyle/>
          <a:p>
            <a:r>
              <a:rPr lang="en-US" dirty="0" smtClean="0"/>
              <a:t>The </a:t>
            </a:r>
            <a:r>
              <a:rPr lang="en-US" dirty="0" err="1" smtClean="0"/>
              <a:t>Asharites</a:t>
            </a:r>
            <a:r>
              <a:rPr lang="en-US" dirty="0" smtClean="0"/>
              <a:t> admitted that God has qualities  but with the qualifications that these qualities and attributes must be understood to be inapplicable to Human beings and so we should not ask how and draw comparisons. Terms used for Human beings must have quite different meanings when applied to God. God’s attributes do not differ from those of mankind in degree only, as He is wiser and more powerful than human beings, they differ in their whole nature. According to </a:t>
            </a:r>
            <a:r>
              <a:rPr lang="en-US" dirty="0" err="1" smtClean="0"/>
              <a:t>Asharites</a:t>
            </a:r>
            <a:r>
              <a:rPr lang="en-US" dirty="0" smtClean="0"/>
              <a:t>, expressions or ideas regarding God should be divested of all human element. But this principle does not bring any comfort to a philosophical mind and an inquiring spirit though an orthodox will readily accept it.</a:t>
            </a:r>
            <a:endParaRPr lang="en-US" dirty="0"/>
          </a:p>
        </p:txBody>
      </p:sp>
    </p:spTree>
    <p:extLst>
      <p:ext uri="{BB962C8B-B14F-4D97-AF65-F5344CB8AC3E}">
        <p14:creationId xmlns:p14="http://schemas.microsoft.com/office/powerpoint/2010/main" val="969703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6"/>
            <a:ext cx="10604863" cy="771344"/>
          </a:xfrm>
        </p:spPr>
        <p:txBody>
          <a:bodyPr>
            <a:normAutofit/>
          </a:bodyPr>
          <a:lstStyle/>
          <a:p>
            <a:pPr algn="ctr"/>
            <a:r>
              <a:rPr lang="en-US" sz="3600" dirty="0" err="1" smtClean="0"/>
              <a:t>Createdness</a:t>
            </a:r>
            <a:r>
              <a:rPr lang="en-US" sz="3600" dirty="0" smtClean="0"/>
              <a:t> or </a:t>
            </a:r>
            <a:r>
              <a:rPr lang="en-US" sz="3600" dirty="0" err="1" smtClean="0"/>
              <a:t>Uncreatedness</a:t>
            </a:r>
            <a:r>
              <a:rPr lang="en-US" sz="3600" dirty="0" smtClean="0"/>
              <a:t> of Quran.</a:t>
            </a:r>
            <a:endParaRPr lang="en-US" sz="3600" dirty="0"/>
          </a:p>
        </p:txBody>
      </p:sp>
      <p:sp>
        <p:nvSpPr>
          <p:cNvPr id="3" name="Content Placeholder 2"/>
          <p:cNvSpPr>
            <a:spLocks noGrp="1"/>
          </p:cNvSpPr>
          <p:nvPr>
            <p:ph idx="1"/>
          </p:nvPr>
        </p:nvSpPr>
        <p:spPr>
          <a:xfrm>
            <a:off x="838200" y="1423851"/>
            <a:ext cx="10395858" cy="4779238"/>
          </a:xfrm>
        </p:spPr>
        <p:txBody>
          <a:bodyPr/>
          <a:lstStyle/>
          <a:p>
            <a:r>
              <a:rPr lang="en-US" dirty="0" smtClean="0"/>
              <a:t>The </a:t>
            </a:r>
            <a:r>
              <a:rPr lang="en-US" dirty="0" err="1" smtClean="0"/>
              <a:t>Asharites</a:t>
            </a:r>
            <a:r>
              <a:rPr lang="en-US" dirty="0" smtClean="0"/>
              <a:t> strongly upheld the eternity and </a:t>
            </a:r>
            <a:r>
              <a:rPr lang="en-US" dirty="0" err="1" smtClean="0"/>
              <a:t>uncreatedness</a:t>
            </a:r>
            <a:r>
              <a:rPr lang="en-US" dirty="0" smtClean="0"/>
              <a:t> of </a:t>
            </a:r>
            <a:r>
              <a:rPr lang="en-US" dirty="0" err="1" smtClean="0"/>
              <a:t>Quran.They</a:t>
            </a:r>
            <a:r>
              <a:rPr lang="en-US" dirty="0" smtClean="0"/>
              <a:t> based their views on the verses of Quran </a:t>
            </a:r>
            <a:r>
              <a:rPr lang="en-US" dirty="0" err="1" smtClean="0"/>
              <a:t>i.e</a:t>
            </a:r>
            <a:r>
              <a:rPr lang="en-US" dirty="0" smtClean="0"/>
              <a:t>  The command is God’s first and Last. The command which is indeed through God’s word is eternal and uncreated.</a:t>
            </a:r>
          </a:p>
          <a:p>
            <a:r>
              <a:rPr lang="en-US" dirty="0" smtClean="0"/>
              <a:t>Are not the creation and Command His?</a:t>
            </a:r>
          </a:p>
          <a:p>
            <a:r>
              <a:rPr lang="en-US" dirty="0" smtClean="0"/>
              <a:t>Here God speaks of the command as something other than the act of creation.</a:t>
            </a:r>
          </a:p>
          <a:p>
            <a:r>
              <a:rPr lang="en-US" dirty="0" err="1" smtClean="0"/>
              <a:t>Asharites</a:t>
            </a:r>
            <a:r>
              <a:rPr lang="en-US" dirty="0" smtClean="0"/>
              <a:t> made charge on </a:t>
            </a:r>
            <a:r>
              <a:rPr lang="en-US" dirty="0" err="1" smtClean="0"/>
              <a:t>Mutazilites</a:t>
            </a:r>
            <a:r>
              <a:rPr lang="en-US" dirty="0" smtClean="0"/>
              <a:t> that whosoever insist upon the </a:t>
            </a:r>
            <a:r>
              <a:rPr lang="en-US" dirty="0" err="1" smtClean="0"/>
              <a:t>createdness</a:t>
            </a:r>
            <a:r>
              <a:rPr lang="en-US" dirty="0" smtClean="0"/>
              <a:t> of Quran  comes very close to </a:t>
            </a:r>
            <a:r>
              <a:rPr lang="en-US" dirty="0" err="1" smtClean="0"/>
              <a:t>favouring</a:t>
            </a:r>
            <a:r>
              <a:rPr lang="en-US" dirty="0" smtClean="0"/>
              <a:t> the view of the infidels that the Quran was the product of Prophet’s Mind(  Muaz Allah)</a:t>
            </a:r>
            <a:endParaRPr lang="en-US" dirty="0"/>
          </a:p>
        </p:txBody>
      </p:sp>
    </p:spTree>
    <p:extLst>
      <p:ext uri="{BB962C8B-B14F-4D97-AF65-F5344CB8AC3E}">
        <p14:creationId xmlns:p14="http://schemas.microsoft.com/office/powerpoint/2010/main" val="3277281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395857" cy="784406"/>
          </a:xfrm>
        </p:spPr>
        <p:txBody>
          <a:bodyPr>
            <a:normAutofit/>
          </a:bodyPr>
          <a:lstStyle/>
          <a:p>
            <a:pPr algn="ctr"/>
            <a:r>
              <a:rPr lang="en-US" sz="3600" dirty="0" smtClean="0"/>
              <a:t>Possibility of Beatific Vision of God.</a:t>
            </a:r>
            <a:endParaRPr lang="en-US" sz="3600" dirty="0"/>
          </a:p>
        </p:txBody>
      </p:sp>
      <p:sp>
        <p:nvSpPr>
          <p:cNvPr id="3" name="Content Placeholder 2"/>
          <p:cNvSpPr>
            <a:spLocks noGrp="1"/>
          </p:cNvSpPr>
          <p:nvPr>
            <p:ph idx="1"/>
          </p:nvPr>
        </p:nvSpPr>
        <p:spPr/>
        <p:txBody>
          <a:bodyPr/>
          <a:lstStyle/>
          <a:p>
            <a:r>
              <a:rPr lang="en-US" dirty="0" smtClean="0"/>
              <a:t>Al </a:t>
            </a:r>
            <a:r>
              <a:rPr lang="en-US" dirty="0" err="1" smtClean="0"/>
              <a:t>Ashari</a:t>
            </a:r>
            <a:r>
              <a:rPr lang="en-US" dirty="0" smtClean="0"/>
              <a:t> contended that had the vision of God been impossible of realization. Moses would not have asked for it. Moses was apostle and free of sins. How could he as for an impossible and absurd thing?</a:t>
            </a:r>
          </a:p>
          <a:p>
            <a:r>
              <a:rPr lang="en-US" dirty="0" smtClean="0"/>
              <a:t>You will see your Lord as you will see the full moon while you will not disagree amongst yourself.</a:t>
            </a:r>
          </a:p>
          <a:p>
            <a:r>
              <a:rPr lang="en-US" dirty="0"/>
              <a:t> </a:t>
            </a:r>
            <a:r>
              <a:rPr lang="en-US" dirty="0" smtClean="0"/>
              <a:t>They argued from logical point of view as well </a:t>
            </a:r>
          </a:p>
          <a:p>
            <a:r>
              <a:rPr lang="en-US" dirty="0" smtClean="0"/>
              <a:t>God can show us anything which exist</a:t>
            </a:r>
          </a:p>
          <a:p>
            <a:r>
              <a:rPr lang="en-US" dirty="0" smtClean="0"/>
              <a:t>God exists</a:t>
            </a:r>
          </a:p>
          <a:p>
            <a:r>
              <a:rPr lang="en-US" dirty="0" smtClean="0"/>
              <a:t>Therefore He can show Himself to us.</a:t>
            </a:r>
            <a:endParaRPr lang="en-US" dirty="0"/>
          </a:p>
        </p:txBody>
      </p:sp>
    </p:spTree>
    <p:extLst>
      <p:ext uri="{BB962C8B-B14F-4D97-AF65-F5344CB8AC3E}">
        <p14:creationId xmlns:p14="http://schemas.microsoft.com/office/powerpoint/2010/main" val="2056462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356669" cy="849721"/>
          </a:xfrm>
        </p:spPr>
        <p:txBody>
          <a:bodyPr>
            <a:normAutofit/>
          </a:bodyPr>
          <a:lstStyle/>
          <a:p>
            <a:pPr algn="ctr"/>
            <a:r>
              <a:rPr lang="en-US" sz="3600" dirty="0" smtClean="0"/>
              <a:t>Freedom of Will.</a:t>
            </a:r>
            <a:endParaRPr lang="en-US" sz="3600" dirty="0"/>
          </a:p>
        </p:txBody>
      </p:sp>
      <p:sp>
        <p:nvSpPr>
          <p:cNvPr id="3" name="Content Placeholder 2"/>
          <p:cNvSpPr>
            <a:spLocks noGrp="1"/>
          </p:cNvSpPr>
          <p:nvPr>
            <p:ph idx="1"/>
          </p:nvPr>
        </p:nvSpPr>
        <p:spPr>
          <a:xfrm>
            <a:off x="838200" y="1397726"/>
            <a:ext cx="10515600" cy="4779237"/>
          </a:xfrm>
        </p:spPr>
        <p:txBody>
          <a:bodyPr/>
          <a:lstStyle/>
          <a:p>
            <a:r>
              <a:rPr lang="en-US" dirty="0" smtClean="0"/>
              <a:t>Al </a:t>
            </a:r>
            <a:r>
              <a:rPr lang="en-US" dirty="0" err="1" smtClean="0"/>
              <a:t>Asharites</a:t>
            </a:r>
            <a:r>
              <a:rPr lang="en-US" dirty="0" smtClean="0"/>
              <a:t> took the middle path in between the orthodox and </a:t>
            </a:r>
            <a:r>
              <a:rPr lang="en-US" dirty="0" err="1" smtClean="0"/>
              <a:t>mutazilites</a:t>
            </a:r>
            <a:r>
              <a:rPr lang="en-US" dirty="0" smtClean="0"/>
              <a:t> with regard to the freedom of will .</a:t>
            </a:r>
          </a:p>
          <a:p>
            <a:r>
              <a:rPr lang="en-US" dirty="0" smtClean="0"/>
              <a:t>Man cannot create a thing. God is the only creator; nor does the man’s power produce any effect on his actions at all. God creates in His creature power(</a:t>
            </a:r>
            <a:r>
              <a:rPr lang="en-US" dirty="0" err="1" smtClean="0"/>
              <a:t>qadrah</a:t>
            </a:r>
            <a:r>
              <a:rPr lang="en-US" dirty="0" smtClean="0"/>
              <a:t>) and choice(</a:t>
            </a:r>
            <a:r>
              <a:rPr lang="en-US" dirty="0" err="1" smtClean="0"/>
              <a:t>ikhtayar</a:t>
            </a:r>
            <a:r>
              <a:rPr lang="en-US" dirty="0" smtClean="0"/>
              <a:t>). Then He creates in him his actions corresponding to the power and choice thus created. According to al-</a:t>
            </a:r>
            <a:r>
              <a:rPr lang="en-US" dirty="0" err="1" smtClean="0"/>
              <a:t>Ashari</a:t>
            </a:r>
            <a:r>
              <a:rPr lang="en-US" dirty="0" smtClean="0"/>
              <a:t>, though the action of the creature is created by God  both as to its initiative and as to its production, yet it is acquired by the creature. Acquisition corresponds to the creature power and choice previously created in him. He is only the locus or subject of his action. In this way </a:t>
            </a:r>
            <a:r>
              <a:rPr lang="en-US" dirty="0" err="1" smtClean="0"/>
              <a:t>Asharites</a:t>
            </a:r>
            <a:r>
              <a:rPr lang="en-US" dirty="0" smtClean="0"/>
              <a:t> made man </a:t>
            </a:r>
            <a:r>
              <a:rPr lang="en-US" smtClean="0"/>
              <a:t>responsible for </a:t>
            </a:r>
            <a:r>
              <a:rPr lang="en-US" dirty="0" smtClean="0"/>
              <a:t>his actions.</a:t>
            </a:r>
          </a:p>
          <a:p>
            <a:endParaRPr lang="en-US" dirty="0"/>
          </a:p>
        </p:txBody>
      </p:sp>
    </p:spTree>
    <p:extLst>
      <p:ext uri="{BB962C8B-B14F-4D97-AF65-F5344CB8AC3E}">
        <p14:creationId xmlns:p14="http://schemas.microsoft.com/office/powerpoint/2010/main" val="3786544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TotalTime>
  <Words>609</Words>
  <Application>Microsoft Office PowerPoint</Application>
  <PresentationFormat>Widescreen</PresentationFormat>
  <Paragraphs>25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Asharism</vt:lpstr>
      <vt:lpstr>Attribute of God and their relation with His Essence</vt:lpstr>
      <vt:lpstr>Createdness or Uncreatedness of Quran.</vt:lpstr>
      <vt:lpstr>Possibility of Beatific Vision of God.</vt:lpstr>
      <vt:lpstr>Freedom of Will.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Asharism</dc:title>
  <dc:creator>omar.shaoor</dc:creator>
  <cp:lastModifiedBy>omar.shaoor</cp:lastModifiedBy>
  <cp:revision>20</cp:revision>
  <dcterms:created xsi:type="dcterms:W3CDTF">2020-07-01T02:24:42Z</dcterms:created>
  <dcterms:modified xsi:type="dcterms:W3CDTF">2021-06-23T08:54:52Z</dcterms:modified>
</cp:coreProperties>
</file>